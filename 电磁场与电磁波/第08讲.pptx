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5"/>
  </p:notesMasterIdLst>
  <p:handoutMasterIdLst>
    <p:handoutMasterId r:id="rId36"/>
  </p:handoutMasterIdLst>
  <p:sldIdLst>
    <p:sldId id="745" r:id="rId2"/>
    <p:sldId id="816" r:id="rId3"/>
    <p:sldId id="746" r:id="rId4"/>
    <p:sldId id="747" r:id="rId5"/>
    <p:sldId id="748" r:id="rId6"/>
    <p:sldId id="820" r:id="rId7"/>
    <p:sldId id="751" r:id="rId8"/>
    <p:sldId id="817" r:id="rId9"/>
    <p:sldId id="752" r:id="rId10"/>
    <p:sldId id="753" r:id="rId11"/>
    <p:sldId id="754" r:id="rId12"/>
    <p:sldId id="755" r:id="rId13"/>
    <p:sldId id="756" r:id="rId14"/>
    <p:sldId id="757" r:id="rId15"/>
    <p:sldId id="758" r:id="rId16"/>
    <p:sldId id="759" r:id="rId17"/>
    <p:sldId id="760" r:id="rId18"/>
    <p:sldId id="761" r:id="rId19"/>
    <p:sldId id="762" r:id="rId20"/>
    <p:sldId id="763" r:id="rId21"/>
    <p:sldId id="764" r:id="rId22"/>
    <p:sldId id="765" r:id="rId23"/>
    <p:sldId id="766" r:id="rId24"/>
    <p:sldId id="767" r:id="rId25"/>
    <p:sldId id="818" r:id="rId26"/>
    <p:sldId id="768" r:id="rId27"/>
    <p:sldId id="769" r:id="rId28"/>
    <p:sldId id="770" r:id="rId29"/>
    <p:sldId id="771" r:id="rId30"/>
    <p:sldId id="772" r:id="rId31"/>
    <p:sldId id="773" r:id="rId32"/>
    <p:sldId id="774" r:id="rId33"/>
    <p:sldId id="821" r:id="rId34"/>
  </p:sldIdLst>
  <p:sldSz cx="9144000" cy="6858000" type="screen4x3"/>
  <p:notesSz cx="6858000" cy="9144000"/>
  <p:defaultTextStyle>
    <a:defPPr>
      <a:defRPr lang="zh-CN"/>
    </a:defPPr>
    <a:lvl1pPr algn="ctr" rtl="0" fontAlgn="base">
      <a:spcBef>
        <a:spcPct val="20000"/>
      </a:spcBef>
      <a:spcAft>
        <a:spcPct val="0"/>
      </a:spcAft>
      <a:defRPr sz="2400" kern="1200">
        <a:solidFill>
          <a:schemeClr val="tx1"/>
        </a:solidFill>
        <a:latin typeface="Arial" charset="0"/>
        <a:ea typeface="楷体_GB2312" pitchFamily="49" charset="-122"/>
        <a:cs typeface="+mn-cs"/>
      </a:defRPr>
    </a:lvl1pPr>
    <a:lvl2pPr marL="457200" algn="ctr" rtl="0" fontAlgn="base">
      <a:spcBef>
        <a:spcPct val="20000"/>
      </a:spcBef>
      <a:spcAft>
        <a:spcPct val="0"/>
      </a:spcAft>
      <a:defRPr sz="2400" kern="1200">
        <a:solidFill>
          <a:schemeClr val="tx1"/>
        </a:solidFill>
        <a:latin typeface="Arial" charset="0"/>
        <a:ea typeface="楷体_GB2312" pitchFamily="49" charset="-122"/>
        <a:cs typeface="+mn-cs"/>
      </a:defRPr>
    </a:lvl2pPr>
    <a:lvl3pPr marL="914400" algn="ctr" rtl="0" fontAlgn="base">
      <a:spcBef>
        <a:spcPct val="20000"/>
      </a:spcBef>
      <a:spcAft>
        <a:spcPct val="0"/>
      </a:spcAft>
      <a:defRPr sz="2400" kern="1200">
        <a:solidFill>
          <a:schemeClr val="tx1"/>
        </a:solidFill>
        <a:latin typeface="Arial" charset="0"/>
        <a:ea typeface="楷体_GB2312" pitchFamily="49" charset="-122"/>
        <a:cs typeface="+mn-cs"/>
      </a:defRPr>
    </a:lvl3pPr>
    <a:lvl4pPr marL="1371600" algn="ctr" rtl="0" fontAlgn="base">
      <a:spcBef>
        <a:spcPct val="20000"/>
      </a:spcBef>
      <a:spcAft>
        <a:spcPct val="0"/>
      </a:spcAft>
      <a:defRPr sz="2400" kern="1200">
        <a:solidFill>
          <a:schemeClr val="tx1"/>
        </a:solidFill>
        <a:latin typeface="Arial" charset="0"/>
        <a:ea typeface="楷体_GB2312" pitchFamily="49" charset="-122"/>
        <a:cs typeface="+mn-cs"/>
      </a:defRPr>
    </a:lvl4pPr>
    <a:lvl5pPr marL="1828800" algn="ctr" rtl="0" fontAlgn="base">
      <a:spcBef>
        <a:spcPct val="20000"/>
      </a:spcBef>
      <a:spcAft>
        <a:spcPct val="0"/>
      </a:spcAft>
      <a:defRPr sz="2400" kern="1200">
        <a:solidFill>
          <a:schemeClr val="tx1"/>
        </a:solidFill>
        <a:latin typeface="Arial" charset="0"/>
        <a:ea typeface="楷体_GB2312" pitchFamily="49" charset="-122"/>
        <a:cs typeface="+mn-cs"/>
      </a:defRPr>
    </a:lvl5pPr>
    <a:lvl6pPr marL="2286000" algn="l" defTabSz="914400" rtl="0" eaLnBrk="1" latinLnBrk="0" hangingPunct="1">
      <a:defRPr sz="2400" kern="1200">
        <a:solidFill>
          <a:schemeClr val="tx1"/>
        </a:solidFill>
        <a:latin typeface="Arial" charset="0"/>
        <a:ea typeface="楷体_GB2312" pitchFamily="49" charset="-122"/>
        <a:cs typeface="+mn-cs"/>
      </a:defRPr>
    </a:lvl6pPr>
    <a:lvl7pPr marL="2743200" algn="l" defTabSz="914400" rtl="0" eaLnBrk="1" latinLnBrk="0" hangingPunct="1">
      <a:defRPr sz="2400" kern="1200">
        <a:solidFill>
          <a:schemeClr val="tx1"/>
        </a:solidFill>
        <a:latin typeface="Arial" charset="0"/>
        <a:ea typeface="楷体_GB2312" pitchFamily="49" charset="-122"/>
        <a:cs typeface="+mn-cs"/>
      </a:defRPr>
    </a:lvl7pPr>
    <a:lvl8pPr marL="3200400" algn="l" defTabSz="914400" rtl="0" eaLnBrk="1" latinLnBrk="0" hangingPunct="1">
      <a:defRPr sz="2400" kern="1200">
        <a:solidFill>
          <a:schemeClr val="tx1"/>
        </a:solidFill>
        <a:latin typeface="Arial" charset="0"/>
        <a:ea typeface="楷体_GB2312" pitchFamily="49" charset="-122"/>
        <a:cs typeface="+mn-cs"/>
      </a:defRPr>
    </a:lvl8pPr>
    <a:lvl9pPr marL="3657600" algn="l" defTabSz="914400" rtl="0" eaLnBrk="1" latinLnBrk="0" hangingPunct="1">
      <a:defRPr sz="2400" kern="1200">
        <a:solidFill>
          <a:schemeClr val="tx1"/>
        </a:solidFill>
        <a:latin typeface="Arial"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FF7C80"/>
    <a:srgbClr val="066B94"/>
    <a:srgbClr val="E1E1E1"/>
    <a:srgbClr val="990000"/>
    <a:srgbClr val="D4D4D4"/>
    <a:srgbClr val="CC99FF"/>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48" autoAdjust="0"/>
    <p:restoredTop sz="94863" autoAdjust="0"/>
  </p:normalViewPr>
  <p:slideViewPr>
    <p:cSldViewPr>
      <p:cViewPr>
        <p:scale>
          <a:sx n="106" d="100"/>
          <a:sy n="106" d="100"/>
        </p:scale>
        <p:origin x="-1764" y="-174"/>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5" d="100"/>
          <a:sy n="75" d="100"/>
        </p:scale>
        <p:origin x="-91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emf"/><Relationship Id="rId7" Type="http://schemas.openxmlformats.org/officeDocument/2006/relationships/image" Target="../media/image8.emf"/><Relationship Id="rId2" Type="http://schemas.openxmlformats.org/officeDocument/2006/relationships/image" Target="../media/image3.emf"/><Relationship Id="rId1" Type="http://schemas.openxmlformats.org/officeDocument/2006/relationships/image" Target="../media/image2.emf"/><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image" Target="../media/image12.emf"/><Relationship Id="rId7" Type="http://schemas.openxmlformats.org/officeDocument/2006/relationships/image" Target="../media/image16.emf"/><Relationship Id="rId2" Type="http://schemas.openxmlformats.org/officeDocument/2006/relationships/image" Target="../media/image11.emf"/><Relationship Id="rId1" Type="http://schemas.openxmlformats.org/officeDocument/2006/relationships/image" Target="../media/image10.emf"/><Relationship Id="rId6" Type="http://schemas.openxmlformats.org/officeDocument/2006/relationships/image" Target="../media/image15.emf"/><Relationship Id="rId11" Type="http://schemas.openxmlformats.org/officeDocument/2006/relationships/image" Target="../media/image20.emf"/><Relationship Id="rId5" Type="http://schemas.openxmlformats.org/officeDocument/2006/relationships/image" Target="../media/image14.emf"/><Relationship Id="rId10" Type="http://schemas.openxmlformats.org/officeDocument/2006/relationships/image" Target="../media/image19.emf"/><Relationship Id="rId4" Type="http://schemas.openxmlformats.org/officeDocument/2006/relationships/image" Target="../media/image13.emf"/><Relationship Id="rId9" Type="http://schemas.openxmlformats.org/officeDocument/2006/relationships/image" Target="../media/image18.e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8.emf"/><Relationship Id="rId13" Type="http://schemas.openxmlformats.org/officeDocument/2006/relationships/image" Target="../media/image33.emf"/><Relationship Id="rId18" Type="http://schemas.openxmlformats.org/officeDocument/2006/relationships/image" Target="../media/image38.emf"/><Relationship Id="rId3" Type="http://schemas.openxmlformats.org/officeDocument/2006/relationships/image" Target="../media/image23.wmf"/><Relationship Id="rId7" Type="http://schemas.openxmlformats.org/officeDocument/2006/relationships/image" Target="../media/image27.emf"/><Relationship Id="rId12" Type="http://schemas.openxmlformats.org/officeDocument/2006/relationships/image" Target="../media/image32.emf"/><Relationship Id="rId17" Type="http://schemas.openxmlformats.org/officeDocument/2006/relationships/image" Target="../media/image37.emf"/><Relationship Id="rId2" Type="http://schemas.openxmlformats.org/officeDocument/2006/relationships/image" Target="../media/image22.wmf"/><Relationship Id="rId16" Type="http://schemas.openxmlformats.org/officeDocument/2006/relationships/image" Target="../media/image36.emf"/><Relationship Id="rId20" Type="http://schemas.openxmlformats.org/officeDocument/2006/relationships/image" Target="../media/image40.wmf"/><Relationship Id="rId1" Type="http://schemas.openxmlformats.org/officeDocument/2006/relationships/image" Target="../media/image21.emf"/><Relationship Id="rId6" Type="http://schemas.openxmlformats.org/officeDocument/2006/relationships/image" Target="../media/image26.emf"/><Relationship Id="rId11" Type="http://schemas.openxmlformats.org/officeDocument/2006/relationships/image" Target="../media/image31.emf"/><Relationship Id="rId5" Type="http://schemas.openxmlformats.org/officeDocument/2006/relationships/image" Target="../media/image25.emf"/><Relationship Id="rId15" Type="http://schemas.openxmlformats.org/officeDocument/2006/relationships/image" Target="../media/image35.emf"/><Relationship Id="rId10" Type="http://schemas.openxmlformats.org/officeDocument/2006/relationships/image" Target="../media/image30.emf"/><Relationship Id="rId19" Type="http://schemas.openxmlformats.org/officeDocument/2006/relationships/image" Target="../media/image39.emf"/><Relationship Id="rId4" Type="http://schemas.openxmlformats.org/officeDocument/2006/relationships/image" Target="../media/image24.emf"/><Relationship Id="rId9" Type="http://schemas.openxmlformats.org/officeDocument/2006/relationships/image" Target="../media/image29.emf"/><Relationship Id="rId14" Type="http://schemas.openxmlformats.org/officeDocument/2006/relationships/image" Target="../media/image34.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image" Target="../media/image41.emf"/><Relationship Id="rId4" Type="http://schemas.openxmlformats.org/officeDocument/2006/relationships/image" Target="../media/image44.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image" Target="../media/image48.emf"/><Relationship Id="rId7" Type="http://schemas.openxmlformats.org/officeDocument/2006/relationships/image" Target="../media/image52.wmf"/><Relationship Id="rId2" Type="http://schemas.openxmlformats.org/officeDocument/2006/relationships/image" Target="../media/image47.emf"/><Relationship Id="rId1" Type="http://schemas.openxmlformats.org/officeDocument/2006/relationships/image" Target="../media/image46.emf"/><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wmf"/><Relationship Id="rId9" Type="http://schemas.openxmlformats.org/officeDocument/2006/relationships/image" Target="../media/image5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emf"/><Relationship Id="rId1" Type="http://schemas.openxmlformats.org/officeDocument/2006/relationships/image" Target="../media/image54.wmf"/><Relationship Id="rId6" Type="http://schemas.openxmlformats.org/officeDocument/2006/relationships/image" Target="../media/image59.emf"/><Relationship Id="rId5" Type="http://schemas.openxmlformats.org/officeDocument/2006/relationships/image" Target="../media/image58.emf"/><Relationship Id="rId4" Type="http://schemas.openxmlformats.org/officeDocument/2006/relationships/image" Target="../media/image57.e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66.emf"/><Relationship Id="rId3" Type="http://schemas.openxmlformats.org/officeDocument/2006/relationships/image" Target="../media/image62.emf"/><Relationship Id="rId7" Type="http://schemas.openxmlformats.org/officeDocument/2006/relationships/image" Target="../media/image51.wmf"/><Relationship Id="rId2" Type="http://schemas.openxmlformats.org/officeDocument/2006/relationships/image" Target="../media/image61.emf"/><Relationship Id="rId1" Type="http://schemas.openxmlformats.org/officeDocument/2006/relationships/image" Target="../media/image60.emf"/><Relationship Id="rId6" Type="http://schemas.openxmlformats.org/officeDocument/2006/relationships/image" Target="../media/image65.emf"/><Relationship Id="rId11" Type="http://schemas.openxmlformats.org/officeDocument/2006/relationships/image" Target="../media/image69.wmf"/><Relationship Id="rId5" Type="http://schemas.openxmlformats.org/officeDocument/2006/relationships/image" Target="../media/image64.emf"/><Relationship Id="rId10" Type="http://schemas.openxmlformats.org/officeDocument/2006/relationships/image" Target="../media/image68.wmf"/><Relationship Id="rId4" Type="http://schemas.openxmlformats.org/officeDocument/2006/relationships/image" Target="../media/image63.emf"/><Relationship Id="rId9" Type="http://schemas.openxmlformats.org/officeDocument/2006/relationships/image" Target="../media/image6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70.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image" Target="../media/image71.emf"/><Relationship Id="rId5" Type="http://schemas.openxmlformats.org/officeDocument/2006/relationships/image" Target="../media/image75.emf"/><Relationship Id="rId4" Type="http://schemas.openxmlformats.org/officeDocument/2006/relationships/image" Target="../media/image74.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image" Target="../media/image77.emf"/><Relationship Id="rId1" Type="http://schemas.openxmlformats.org/officeDocument/2006/relationships/image" Target="../media/image76.e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86.emf"/><Relationship Id="rId3" Type="http://schemas.openxmlformats.org/officeDocument/2006/relationships/image" Target="../media/image81.emf"/><Relationship Id="rId7" Type="http://schemas.openxmlformats.org/officeDocument/2006/relationships/image" Target="../media/image85.emf"/><Relationship Id="rId2" Type="http://schemas.openxmlformats.org/officeDocument/2006/relationships/image" Target="../media/image80.emf"/><Relationship Id="rId1" Type="http://schemas.openxmlformats.org/officeDocument/2006/relationships/image" Target="../media/image79.emf"/><Relationship Id="rId6" Type="http://schemas.openxmlformats.org/officeDocument/2006/relationships/image" Target="../media/image84.emf"/><Relationship Id="rId5" Type="http://schemas.openxmlformats.org/officeDocument/2006/relationships/image" Target="../media/image83.emf"/><Relationship Id="rId4" Type="http://schemas.openxmlformats.org/officeDocument/2006/relationships/image" Target="../media/image82.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image" Target="../media/image88.emf"/><Relationship Id="rId1" Type="http://schemas.openxmlformats.org/officeDocument/2006/relationships/image" Target="../media/image87.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91.emf"/><Relationship Id="rId1" Type="http://schemas.openxmlformats.org/officeDocument/2006/relationships/image" Target="../media/image90.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image" Target="../media/image93.emf"/><Relationship Id="rId1" Type="http://schemas.openxmlformats.org/officeDocument/2006/relationships/image" Target="../media/image92.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95.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97.emf"/><Relationship Id="rId1" Type="http://schemas.openxmlformats.org/officeDocument/2006/relationships/image" Target="../media/image96.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image" Target="../media/image99.emf"/><Relationship Id="rId1" Type="http://schemas.openxmlformats.org/officeDocument/2006/relationships/image" Target="../media/image98.emf"/><Relationship Id="rId4" Type="http://schemas.openxmlformats.org/officeDocument/2006/relationships/image" Target="../media/image101.e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09.emf"/><Relationship Id="rId3" Type="http://schemas.openxmlformats.org/officeDocument/2006/relationships/image" Target="../media/image104.emf"/><Relationship Id="rId7" Type="http://schemas.openxmlformats.org/officeDocument/2006/relationships/image" Target="../media/image108.emf"/><Relationship Id="rId2" Type="http://schemas.openxmlformats.org/officeDocument/2006/relationships/image" Target="../media/image103.emf"/><Relationship Id="rId1" Type="http://schemas.openxmlformats.org/officeDocument/2006/relationships/image" Target="../media/image102.emf"/><Relationship Id="rId6" Type="http://schemas.openxmlformats.org/officeDocument/2006/relationships/image" Target="../media/image107.emf"/><Relationship Id="rId11" Type="http://schemas.openxmlformats.org/officeDocument/2006/relationships/image" Target="../media/image112.emf"/><Relationship Id="rId5" Type="http://schemas.openxmlformats.org/officeDocument/2006/relationships/image" Target="../media/image106.emf"/><Relationship Id="rId10" Type="http://schemas.openxmlformats.org/officeDocument/2006/relationships/image" Target="../media/image111.emf"/><Relationship Id="rId4" Type="http://schemas.openxmlformats.org/officeDocument/2006/relationships/image" Target="../media/image105.emf"/><Relationship Id="rId9" Type="http://schemas.openxmlformats.org/officeDocument/2006/relationships/image" Target="../media/image110.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14.emf"/><Relationship Id="rId1" Type="http://schemas.openxmlformats.org/officeDocument/2006/relationships/image" Target="../media/image113.e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22.emf"/><Relationship Id="rId3" Type="http://schemas.openxmlformats.org/officeDocument/2006/relationships/image" Target="../media/image117.emf"/><Relationship Id="rId7" Type="http://schemas.openxmlformats.org/officeDocument/2006/relationships/image" Target="../media/image121.emf"/><Relationship Id="rId2" Type="http://schemas.openxmlformats.org/officeDocument/2006/relationships/image" Target="../media/image116.emf"/><Relationship Id="rId1" Type="http://schemas.openxmlformats.org/officeDocument/2006/relationships/image" Target="../media/image115.emf"/><Relationship Id="rId6" Type="http://schemas.openxmlformats.org/officeDocument/2006/relationships/image" Target="../media/image120.emf"/><Relationship Id="rId5" Type="http://schemas.openxmlformats.org/officeDocument/2006/relationships/image" Target="../media/image119.emf"/><Relationship Id="rId4" Type="http://schemas.openxmlformats.org/officeDocument/2006/relationships/image" Target="../media/image118.e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30.emf"/><Relationship Id="rId3" Type="http://schemas.openxmlformats.org/officeDocument/2006/relationships/image" Target="../media/image125.emf"/><Relationship Id="rId7" Type="http://schemas.openxmlformats.org/officeDocument/2006/relationships/image" Target="../media/image129.emf"/><Relationship Id="rId2" Type="http://schemas.openxmlformats.org/officeDocument/2006/relationships/image" Target="../media/image124.emf"/><Relationship Id="rId1" Type="http://schemas.openxmlformats.org/officeDocument/2006/relationships/image" Target="../media/image123.emf"/><Relationship Id="rId6" Type="http://schemas.openxmlformats.org/officeDocument/2006/relationships/image" Target="../media/image128.emf"/><Relationship Id="rId5" Type="http://schemas.openxmlformats.org/officeDocument/2006/relationships/image" Target="../media/image127.emf"/><Relationship Id="rId10" Type="http://schemas.openxmlformats.org/officeDocument/2006/relationships/image" Target="../media/image132.emf"/><Relationship Id="rId4" Type="http://schemas.openxmlformats.org/officeDocument/2006/relationships/image" Target="../media/image126.emf"/><Relationship Id="rId9" Type="http://schemas.openxmlformats.org/officeDocument/2006/relationships/image" Target="../media/image131.e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40.emf"/><Relationship Id="rId3" Type="http://schemas.openxmlformats.org/officeDocument/2006/relationships/image" Target="../media/image135.emf"/><Relationship Id="rId7" Type="http://schemas.openxmlformats.org/officeDocument/2006/relationships/image" Target="../media/image139.emf"/><Relationship Id="rId2" Type="http://schemas.openxmlformats.org/officeDocument/2006/relationships/image" Target="../media/image134.emf"/><Relationship Id="rId1" Type="http://schemas.openxmlformats.org/officeDocument/2006/relationships/image" Target="../media/image133.emf"/><Relationship Id="rId6" Type="http://schemas.openxmlformats.org/officeDocument/2006/relationships/image" Target="../media/image138.emf"/><Relationship Id="rId5" Type="http://schemas.openxmlformats.org/officeDocument/2006/relationships/image" Target="../media/image137.emf"/><Relationship Id="rId4" Type="http://schemas.openxmlformats.org/officeDocument/2006/relationships/image" Target="../media/image136.emf"/><Relationship Id="rId9" Type="http://schemas.openxmlformats.org/officeDocument/2006/relationships/image" Target="../media/image141.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44.emf"/><Relationship Id="rId2" Type="http://schemas.openxmlformats.org/officeDocument/2006/relationships/image" Target="../media/image143.wmf"/><Relationship Id="rId1" Type="http://schemas.openxmlformats.org/officeDocument/2006/relationships/image" Target="../media/image142.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46.emf"/><Relationship Id="rId1" Type="http://schemas.openxmlformats.org/officeDocument/2006/relationships/image" Target="../media/image14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02"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spcBef>
                <a:spcPct val="0"/>
              </a:spcBef>
              <a:defRPr sz="1200">
                <a:ea typeface="宋体" pitchFamily="2" charset="-122"/>
              </a:defRPr>
            </a:lvl1pPr>
          </a:lstStyle>
          <a:p>
            <a:pPr>
              <a:defRPr/>
            </a:pPr>
            <a:r>
              <a:rPr lang="en-US" altLang="zh-CN"/>
              <a:t>第一课</a:t>
            </a:r>
          </a:p>
        </p:txBody>
      </p:sp>
      <p:sp>
        <p:nvSpPr>
          <p:cNvPr id="153603" name="Rectangle 3"/>
          <p:cNvSpPr>
            <a:spLocks noGrp="1" noChangeArrowheads="1"/>
          </p:cNvSpPr>
          <p:nvPr>
            <p:ph type="dt" sz="quarter"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spcBef>
                <a:spcPct val="0"/>
              </a:spcBef>
              <a:defRPr sz="1200">
                <a:ea typeface="宋体" pitchFamily="2" charset="-122"/>
              </a:defRPr>
            </a:lvl1pPr>
          </a:lstStyle>
          <a:p>
            <a:pPr>
              <a:defRPr/>
            </a:pPr>
            <a:fld id="{3C994403-4E17-47A5-8D93-364B7596E8EB}" type="datetime1">
              <a:rPr lang="zh-CN" altLang="en-US"/>
              <a:pPr>
                <a:defRPr/>
              </a:pPr>
              <a:t>2026/4/29</a:t>
            </a:fld>
            <a:endParaRPr lang="en-US" altLang="zh-CN"/>
          </a:p>
        </p:txBody>
      </p:sp>
      <p:sp>
        <p:nvSpPr>
          <p:cNvPr id="153604" name="Rectangle 4"/>
          <p:cNvSpPr>
            <a:spLocks noGrp="1" noChangeArrowheads="1"/>
          </p:cNvSpPr>
          <p:nvPr>
            <p:ph type="ftr" sz="quarter" idx="2"/>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spcBef>
                <a:spcPct val="0"/>
              </a:spcBef>
              <a:defRPr sz="1200">
                <a:ea typeface="宋体" pitchFamily="2" charset="-122"/>
              </a:defRPr>
            </a:lvl1pPr>
          </a:lstStyle>
          <a:p>
            <a:pPr>
              <a:defRPr/>
            </a:pPr>
            <a:r>
              <a:rPr lang="en-US" altLang="zh-CN"/>
              <a:t>第一课</a:t>
            </a:r>
          </a:p>
        </p:txBody>
      </p:sp>
      <p:sp>
        <p:nvSpPr>
          <p:cNvPr id="153605" name="Rectangle 5"/>
          <p:cNvSpPr>
            <a:spLocks noGrp="1" noChangeArrowheads="1"/>
          </p:cNvSpPr>
          <p:nvPr>
            <p:ph type="sldNum" sz="quarter" idx="3"/>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spcBef>
                <a:spcPct val="0"/>
              </a:spcBef>
              <a:defRPr sz="1200">
                <a:ea typeface="宋体" pitchFamily="2" charset="-122"/>
              </a:defRPr>
            </a:lvl1pPr>
          </a:lstStyle>
          <a:p>
            <a:pPr>
              <a:defRPr/>
            </a:pPr>
            <a:fld id="{46168E2F-D390-499B-A4B1-8008C00D8FB9}" type="slidenum">
              <a:rPr lang="en-US" altLang="zh-CN"/>
              <a:pPr>
                <a:defRPr/>
              </a:pPr>
              <a:t>‹#›</a:t>
            </a:fld>
            <a:endParaRPr lang="en-US" altLang="zh-CN"/>
          </a:p>
        </p:txBody>
      </p:sp>
    </p:spTree>
    <p:extLst>
      <p:ext uri="{BB962C8B-B14F-4D97-AF65-F5344CB8AC3E}">
        <p14:creationId xmlns:p14="http://schemas.microsoft.com/office/powerpoint/2010/main" val="2374999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5650"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spcBef>
                <a:spcPct val="0"/>
              </a:spcBef>
              <a:defRPr sz="1200">
                <a:ea typeface="宋体" pitchFamily="2" charset="-122"/>
              </a:defRPr>
            </a:lvl1pPr>
          </a:lstStyle>
          <a:p>
            <a:pPr>
              <a:defRPr/>
            </a:pPr>
            <a:r>
              <a:rPr lang="en-US" altLang="zh-CN"/>
              <a:t>第一课</a:t>
            </a:r>
          </a:p>
        </p:txBody>
      </p:sp>
      <p:sp>
        <p:nvSpPr>
          <p:cNvPr id="155651"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spcBef>
                <a:spcPct val="0"/>
              </a:spcBef>
              <a:defRPr sz="1200">
                <a:ea typeface="宋体" pitchFamily="2" charset="-122"/>
              </a:defRPr>
            </a:lvl1pPr>
          </a:lstStyle>
          <a:p>
            <a:pPr>
              <a:defRPr/>
            </a:pPr>
            <a:fld id="{DABDEEFB-5F19-4166-94F5-5C9F96F756F3}" type="datetime1">
              <a:rPr lang="zh-CN" altLang="en-US"/>
              <a:pPr>
                <a:defRPr/>
              </a:pPr>
              <a:t>2026/4/29</a:t>
            </a:fld>
            <a:endParaRPr lang="en-US" altLang="zh-CN"/>
          </a:p>
        </p:txBody>
      </p:sp>
      <p:sp>
        <p:nvSpPr>
          <p:cNvPr id="604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3"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55654"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spcBef>
                <a:spcPct val="0"/>
              </a:spcBef>
              <a:defRPr sz="1200">
                <a:ea typeface="宋体" pitchFamily="2" charset="-122"/>
              </a:defRPr>
            </a:lvl1pPr>
          </a:lstStyle>
          <a:p>
            <a:pPr>
              <a:defRPr/>
            </a:pPr>
            <a:r>
              <a:rPr lang="en-US" altLang="zh-CN"/>
              <a:t>第一课</a:t>
            </a:r>
          </a:p>
        </p:txBody>
      </p:sp>
      <p:sp>
        <p:nvSpPr>
          <p:cNvPr id="155655"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spcBef>
                <a:spcPct val="0"/>
              </a:spcBef>
              <a:defRPr sz="1200">
                <a:ea typeface="宋体" pitchFamily="2" charset="-122"/>
              </a:defRPr>
            </a:lvl1pPr>
          </a:lstStyle>
          <a:p>
            <a:pPr>
              <a:defRPr/>
            </a:pPr>
            <a:fld id="{C2E11527-A94F-44EC-8128-661D71624474}" type="slidenum">
              <a:rPr lang="en-US" altLang="zh-CN"/>
              <a:pPr>
                <a:defRPr/>
              </a:pPr>
              <a:t>‹#›</a:t>
            </a:fld>
            <a:endParaRPr lang="en-US" altLang="zh-CN"/>
          </a:p>
        </p:txBody>
      </p:sp>
    </p:spTree>
    <p:extLst>
      <p:ext uri="{BB962C8B-B14F-4D97-AF65-F5344CB8AC3E}">
        <p14:creationId xmlns:p14="http://schemas.microsoft.com/office/powerpoint/2010/main" val="3095292642"/>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11"/>
          <p:cNvSpPr>
            <a:spLocks noGrp="1" noChangeArrowheads="1"/>
          </p:cNvSpPr>
          <p:nvPr>
            <p:ph type="sldNum" sz="quarter" idx="10"/>
          </p:nvPr>
        </p:nvSpPr>
        <p:spPr>
          <a:ln/>
        </p:spPr>
        <p:txBody>
          <a:bodyPr/>
          <a:lstStyle>
            <a:lvl1pPr>
              <a:defRPr/>
            </a:lvl1pPr>
          </a:lstStyle>
          <a:p>
            <a:pPr>
              <a:defRPr/>
            </a:pPr>
            <a:fld id="{2C54383D-74E5-4A65-8DCE-F38A6A6A4FCD}" type="slidenum">
              <a:rPr lang="en-US" altLang="zh-CN"/>
              <a:pPr>
                <a:defRPr/>
              </a:pPr>
              <a:t>‹#›</a:t>
            </a:fld>
            <a:endParaRPr lang="en-US" altLang="zh-CN"/>
          </a:p>
        </p:txBody>
      </p:sp>
    </p:spTree>
    <p:extLst>
      <p:ext uri="{BB962C8B-B14F-4D97-AF65-F5344CB8AC3E}">
        <p14:creationId xmlns:p14="http://schemas.microsoft.com/office/powerpoint/2010/main" val="1475085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sldNum" sz="quarter" idx="10"/>
          </p:nvPr>
        </p:nvSpPr>
        <p:spPr>
          <a:ln/>
        </p:spPr>
        <p:txBody>
          <a:bodyPr/>
          <a:lstStyle>
            <a:lvl1pPr>
              <a:defRPr/>
            </a:lvl1pPr>
          </a:lstStyle>
          <a:p>
            <a:pPr>
              <a:defRPr/>
            </a:pPr>
            <a:fld id="{F01C734A-2C41-4DB9-8192-3F5A90C5E09F}" type="slidenum">
              <a:rPr lang="en-US" altLang="zh-CN"/>
              <a:pPr>
                <a:defRPr/>
              </a:pPr>
              <a:t>‹#›</a:t>
            </a:fld>
            <a:endParaRPr lang="en-US" altLang="zh-CN"/>
          </a:p>
        </p:txBody>
      </p:sp>
    </p:spTree>
    <p:extLst>
      <p:ext uri="{BB962C8B-B14F-4D97-AF65-F5344CB8AC3E}">
        <p14:creationId xmlns:p14="http://schemas.microsoft.com/office/powerpoint/2010/main" val="1305332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1"/>
          <p:cNvSpPr>
            <a:spLocks noGrp="1" noChangeArrowheads="1"/>
          </p:cNvSpPr>
          <p:nvPr>
            <p:ph type="sldNum" sz="quarter" idx="10"/>
          </p:nvPr>
        </p:nvSpPr>
        <p:spPr>
          <a:ln/>
        </p:spPr>
        <p:txBody>
          <a:bodyPr/>
          <a:lstStyle>
            <a:lvl1pPr>
              <a:defRPr/>
            </a:lvl1pPr>
          </a:lstStyle>
          <a:p>
            <a:pPr>
              <a:defRPr/>
            </a:pPr>
            <a:fld id="{D6D79F40-E753-4779-80AC-2C63337A8F81}" type="slidenum">
              <a:rPr lang="en-US" altLang="zh-CN"/>
              <a:pPr>
                <a:defRPr/>
              </a:pPr>
              <a:t>‹#›</a:t>
            </a:fld>
            <a:endParaRPr lang="en-US" altLang="zh-CN"/>
          </a:p>
        </p:txBody>
      </p:sp>
    </p:spTree>
    <p:extLst>
      <p:ext uri="{BB962C8B-B14F-4D97-AF65-F5344CB8AC3E}">
        <p14:creationId xmlns:p14="http://schemas.microsoft.com/office/powerpoint/2010/main" val="665180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1"/>
          <p:cNvSpPr>
            <a:spLocks noGrp="1" noChangeArrowheads="1"/>
          </p:cNvSpPr>
          <p:nvPr>
            <p:ph type="sldNum" sz="quarter" idx="10"/>
          </p:nvPr>
        </p:nvSpPr>
        <p:spPr>
          <a:ln/>
        </p:spPr>
        <p:txBody>
          <a:bodyPr/>
          <a:lstStyle>
            <a:lvl1pPr>
              <a:defRPr/>
            </a:lvl1pPr>
          </a:lstStyle>
          <a:p>
            <a:pPr>
              <a:defRPr/>
            </a:pPr>
            <a:fld id="{40C62D22-B57E-4632-AE62-3EC803277FFF}" type="slidenum">
              <a:rPr lang="en-US" altLang="zh-CN"/>
              <a:pPr>
                <a:defRPr/>
              </a:pPr>
              <a:t>‹#›</a:t>
            </a:fld>
            <a:endParaRPr lang="en-US" altLang="zh-CN"/>
          </a:p>
        </p:txBody>
      </p:sp>
    </p:spTree>
    <p:extLst>
      <p:ext uri="{BB962C8B-B14F-4D97-AF65-F5344CB8AC3E}">
        <p14:creationId xmlns:p14="http://schemas.microsoft.com/office/powerpoint/2010/main" val="3344243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1"/>
          <p:cNvSpPr>
            <a:spLocks noGrp="1" noChangeArrowheads="1"/>
          </p:cNvSpPr>
          <p:nvPr>
            <p:ph type="sldNum" sz="quarter" idx="10"/>
          </p:nvPr>
        </p:nvSpPr>
        <p:spPr>
          <a:ln/>
        </p:spPr>
        <p:txBody>
          <a:bodyPr/>
          <a:lstStyle>
            <a:lvl1pPr>
              <a:defRPr/>
            </a:lvl1pPr>
          </a:lstStyle>
          <a:p>
            <a:pPr>
              <a:defRPr/>
            </a:pPr>
            <a:fld id="{EC54BD3D-4997-489E-B039-58D8A0C323AD}" type="slidenum">
              <a:rPr lang="en-US" altLang="zh-CN"/>
              <a:pPr>
                <a:defRPr/>
              </a:pPr>
              <a:t>‹#›</a:t>
            </a:fld>
            <a:endParaRPr lang="en-US" altLang="zh-CN"/>
          </a:p>
        </p:txBody>
      </p:sp>
    </p:spTree>
    <p:extLst>
      <p:ext uri="{BB962C8B-B14F-4D97-AF65-F5344CB8AC3E}">
        <p14:creationId xmlns:p14="http://schemas.microsoft.com/office/powerpoint/2010/main" val="343016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Rectangle 11"/>
          <p:cNvSpPr>
            <a:spLocks noGrp="1" noChangeArrowheads="1"/>
          </p:cNvSpPr>
          <p:nvPr>
            <p:ph type="sldNum" sz="quarter" idx="10"/>
          </p:nvPr>
        </p:nvSpPr>
        <p:spPr>
          <a:ln/>
        </p:spPr>
        <p:txBody>
          <a:bodyPr/>
          <a:lstStyle>
            <a:lvl1pPr>
              <a:defRPr/>
            </a:lvl1pPr>
          </a:lstStyle>
          <a:p>
            <a:pPr>
              <a:defRPr/>
            </a:pPr>
            <a:fld id="{021CF16C-4A6A-4B5E-9692-5CF169A2652F}" type="slidenum">
              <a:rPr lang="en-US" altLang="zh-CN"/>
              <a:pPr>
                <a:defRPr/>
              </a:pPr>
              <a:t>‹#›</a:t>
            </a:fld>
            <a:endParaRPr lang="en-US" altLang="zh-CN"/>
          </a:p>
        </p:txBody>
      </p:sp>
    </p:spTree>
    <p:extLst>
      <p:ext uri="{BB962C8B-B14F-4D97-AF65-F5344CB8AC3E}">
        <p14:creationId xmlns:p14="http://schemas.microsoft.com/office/powerpoint/2010/main" val="2281690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sldNum" sz="quarter" idx="10"/>
          </p:nvPr>
        </p:nvSpPr>
        <p:spPr>
          <a:ln/>
        </p:spPr>
        <p:txBody>
          <a:bodyPr/>
          <a:lstStyle>
            <a:lvl1pPr>
              <a:defRPr/>
            </a:lvl1pPr>
          </a:lstStyle>
          <a:p>
            <a:pPr>
              <a:defRPr/>
            </a:pPr>
            <a:fld id="{AB23EAF3-3A64-4784-BA0C-AA382B99245F}" type="slidenum">
              <a:rPr lang="en-US" altLang="zh-CN"/>
              <a:pPr>
                <a:defRPr/>
              </a:pPr>
              <a:t>‹#›</a:t>
            </a:fld>
            <a:endParaRPr lang="en-US" altLang="zh-CN"/>
          </a:p>
        </p:txBody>
      </p:sp>
    </p:spTree>
    <p:extLst>
      <p:ext uri="{BB962C8B-B14F-4D97-AF65-F5344CB8AC3E}">
        <p14:creationId xmlns:p14="http://schemas.microsoft.com/office/powerpoint/2010/main" val="670514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sldNum" sz="quarter" idx="10"/>
          </p:nvPr>
        </p:nvSpPr>
        <p:spPr>
          <a:ln/>
        </p:spPr>
        <p:txBody>
          <a:bodyPr/>
          <a:lstStyle>
            <a:lvl1pPr>
              <a:defRPr/>
            </a:lvl1pPr>
          </a:lstStyle>
          <a:p>
            <a:pPr>
              <a:defRPr/>
            </a:pPr>
            <a:fld id="{12507A0B-8D51-4259-BCEB-681129E73387}" type="slidenum">
              <a:rPr lang="en-US" altLang="zh-CN"/>
              <a:pPr>
                <a:defRPr/>
              </a:pPr>
              <a:t>‹#›</a:t>
            </a:fld>
            <a:endParaRPr lang="en-US" altLang="zh-CN"/>
          </a:p>
        </p:txBody>
      </p:sp>
    </p:spTree>
    <p:extLst>
      <p:ext uri="{BB962C8B-B14F-4D97-AF65-F5344CB8AC3E}">
        <p14:creationId xmlns:p14="http://schemas.microsoft.com/office/powerpoint/2010/main" val="1184373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1"/>
          <p:cNvSpPr>
            <a:spLocks noGrp="1" noChangeArrowheads="1"/>
          </p:cNvSpPr>
          <p:nvPr>
            <p:ph type="sldNum" sz="quarter" idx="10"/>
          </p:nvPr>
        </p:nvSpPr>
        <p:spPr>
          <a:ln/>
        </p:spPr>
        <p:txBody>
          <a:bodyPr/>
          <a:lstStyle>
            <a:lvl1pPr>
              <a:defRPr/>
            </a:lvl1pPr>
          </a:lstStyle>
          <a:p>
            <a:pPr>
              <a:defRPr/>
            </a:pPr>
            <a:fld id="{B6D6FFEC-0AF8-4BE4-B944-9A14D45C0BB2}" type="slidenum">
              <a:rPr lang="en-US" altLang="zh-CN"/>
              <a:pPr>
                <a:defRPr/>
              </a:pPr>
              <a:t>‹#›</a:t>
            </a:fld>
            <a:endParaRPr lang="en-US" altLang="zh-CN"/>
          </a:p>
        </p:txBody>
      </p:sp>
    </p:spTree>
    <p:extLst>
      <p:ext uri="{BB962C8B-B14F-4D97-AF65-F5344CB8AC3E}">
        <p14:creationId xmlns:p14="http://schemas.microsoft.com/office/powerpoint/2010/main" val="2243674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sldNum" sz="quarter" idx="10"/>
          </p:nvPr>
        </p:nvSpPr>
        <p:spPr>
          <a:ln/>
        </p:spPr>
        <p:txBody>
          <a:bodyPr/>
          <a:lstStyle>
            <a:lvl1pPr>
              <a:defRPr/>
            </a:lvl1pPr>
          </a:lstStyle>
          <a:p>
            <a:pPr>
              <a:defRPr/>
            </a:pPr>
            <a:fld id="{01EF0ED2-3346-4F03-97E6-4B246BF033D4}" type="slidenum">
              <a:rPr lang="en-US" altLang="zh-CN"/>
              <a:pPr>
                <a:defRPr/>
              </a:pPr>
              <a:t>‹#›</a:t>
            </a:fld>
            <a:endParaRPr lang="en-US" altLang="zh-CN"/>
          </a:p>
        </p:txBody>
      </p:sp>
    </p:spTree>
    <p:extLst>
      <p:ext uri="{BB962C8B-B14F-4D97-AF65-F5344CB8AC3E}">
        <p14:creationId xmlns:p14="http://schemas.microsoft.com/office/powerpoint/2010/main" val="4156360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1"/>
          <p:cNvSpPr>
            <a:spLocks noGrp="1" noChangeArrowheads="1"/>
          </p:cNvSpPr>
          <p:nvPr>
            <p:ph type="sldNum" sz="quarter" idx="10"/>
          </p:nvPr>
        </p:nvSpPr>
        <p:spPr>
          <a:ln/>
        </p:spPr>
        <p:txBody>
          <a:bodyPr/>
          <a:lstStyle>
            <a:lvl1pPr>
              <a:defRPr/>
            </a:lvl1pPr>
          </a:lstStyle>
          <a:p>
            <a:pPr>
              <a:defRPr/>
            </a:pPr>
            <a:fld id="{CCB952C3-38D3-4596-BAAF-B71053BEA80E}" type="slidenum">
              <a:rPr lang="en-US" altLang="zh-CN"/>
              <a:pPr>
                <a:defRPr/>
              </a:pPr>
              <a:t>‹#›</a:t>
            </a:fld>
            <a:endParaRPr lang="en-US" altLang="zh-CN"/>
          </a:p>
        </p:txBody>
      </p:sp>
    </p:spTree>
    <p:extLst>
      <p:ext uri="{BB962C8B-B14F-4D97-AF65-F5344CB8AC3E}">
        <p14:creationId xmlns:p14="http://schemas.microsoft.com/office/powerpoint/2010/main" val="7388657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11"/>
          <p:cNvSpPr>
            <a:spLocks noGrp="1" noChangeArrowheads="1"/>
          </p:cNvSpPr>
          <p:nvPr>
            <p:ph type="sldNum" sz="quarter" idx="10"/>
          </p:nvPr>
        </p:nvSpPr>
        <p:spPr>
          <a:ln/>
        </p:spPr>
        <p:txBody>
          <a:bodyPr/>
          <a:lstStyle>
            <a:lvl1pPr>
              <a:defRPr/>
            </a:lvl1pPr>
          </a:lstStyle>
          <a:p>
            <a:pPr>
              <a:defRPr/>
            </a:pPr>
            <a:fld id="{50E891F8-3CFB-4565-A676-7498BCB75D1A}" type="slidenum">
              <a:rPr lang="en-US" altLang="zh-CN"/>
              <a:pPr>
                <a:defRPr/>
              </a:pPr>
              <a:t>‹#›</a:t>
            </a:fld>
            <a:endParaRPr lang="en-US" altLang="zh-CN"/>
          </a:p>
        </p:txBody>
      </p:sp>
    </p:spTree>
    <p:extLst>
      <p:ext uri="{BB962C8B-B14F-4D97-AF65-F5344CB8AC3E}">
        <p14:creationId xmlns:p14="http://schemas.microsoft.com/office/powerpoint/2010/main" val="39966720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1"/>
          <p:cNvSpPr>
            <a:spLocks noGrp="1" noChangeArrowheads="1"/>
          </p:cNvSpPr>
          <p:nvPr>
            <p:ph type="sldNum" sz="quarter" idx="10"/>
          </p:nvPr>
        </p:nvSpPr>
        <p:spPr>
          <a:ln/>
        </p:spPr>
        <p:txBody>
          <a:bodyPr/>
          <a:lstStyle>
            <a:lvl1pPr>
              <a:defRPr/>
            </a:lvl1pPr>
          </a:lstStyle>
          <a:p>
            <a:pPr>
              <a:defRPr/>
            </a:pPr>
            <a:fld id="{E84C7235-36E9-4008-A25B-074E475329E5}" type="slidenum">
              <a:rPr lang="en-US" altLang="zh-CN"/>
              <a:pPr>
                <a:defRPr/>
              </a:pPr>
              <a:t>‹#›</a:t>
            </a:fld>
            <a:endParaRPr lang="en-US" altLang="zh-CN"/>
          </a:p>
        </p:txBody>
      </p:sp>
    </p:spTree>
    <p:extLst>
      <p:ext uri="{BB962C8B-B14F-4D97-AF65-F5344CB8AC3E}">
        <p14:creationId xmlns:p14="http://schemas.microsoft.com/office/powerpoint/2010/main" val="6793155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11"/>
          <p:cNvSpPr>
            <a:spLocks noGrp="1" noChangeArrowheads="1"/>
          </p:cNvSpPr>
          <p:nvPr>
            <p:ph type="sldNum" sz="quarter" idx="10"/>
          </p:nvPr>
        </p:nvSpPr>
        <p:spPr>
          <a:ln/>
        </p:spPr>
        <p:txBody>
          <a:bodyPr/>
          <a:lstStyle>
            <a:lvl1pPr>
              <a:defRPr/>
            </a:lvl1pPr>
          </a:lstStyle>
          <a:p>
            <a:pPr>
              <a:defRPr/>
            </a:pPr>
            <a:fld id="{1BD38F37-3261-4858-8C41-F157113F1452}" type="slidenum">
              <a:rPr lang="en-US" altLang="zh-CN"/>
              <a:pPr>
                <a:defRPr/>
              </a:pPr>
              <a:t>‹#›</a:t>
            </a:fld>
            <a:endParaRPr lang="en-US" altLang="zh-CN"/>
          </a:p>
        </p:txBody>
      </p:sp>
    </p:spTree>
    <p:extLst>
      <p:ext uri="{BB962C8B-B14F-4D97-AF65-F5344CB8AC3E}">
        <p14:creationId xmlns:p14="http://schemas.microsoft.com/office/powerpoint/2010/main" val="4096032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srcRect/>
          <a:tile tx="0" ty="0" sx="100000" sy="100000" flip="none" algn="tl"/>
        </a:blipFill>
        <a:effectLst/>
      </p:bgPr>
    </p:bg>
    <p:spTree>
      <p:nvGrpSpPr>
        <p:cNvPr id="1" name=""/>
        <p:cNvGrpSpPr/>
        <p:nvPr/>
      </p:nvGrpSpPr>
      <p:grpSpPr>
        <a:xfrm>
          <a:off x="0" y="0"/>
          <a:ext cx="0" cy="0"/>
          <a:chOff x="0" y="0"/>
          <a:chExt cx="0" cy="0"/>
        </a:xfrm>
      </p:grpSpPr>
      <p:sp>
        <p:nvSpPr>
          <p:cNvPr id="574467" name="Rectangle 3"/>
          <p:cNvSpPr>
            <a:spLocks noChangeArrowheads="1"/>
          </p:cNvSpPr>
          <p:nvPr userDrawn="1"/>
        </p:nvSpPr>
        <p:spPr bwMode="auto">
          <a:xfrm>
            <a:off x="0" y="404813"/>
            <a:ext cx="9144000" cy="6119812"/>
          </a:xfrm>
          <a:prstGeom prst="rect">
            <a:avLst/>
          </a:prstGeom>
          <a:gradFill rotWithShape="0">
            <a:gsLst>
              <a:gs pos="0">
                <a:srgbClr val="0000E8"/>
              </a:gs>
              <a:gs pos="100000">
                <a:srgbClr val="0000E8">
                  <a:gamma/>
                  <a:shade val="70196"/>
                  <a:invGamma/>
                </a:srgbClr>
              </a:gs>
            </a:gsLst>
            <a:lin ang="0" scaled="1"/>
          </a:gradFill>
          <a:ln>
            <a:noFill/>
          </a:ln>
          <a:effectLst/>
          <a:extLst/>
        </p:spPr>
        <p:txBody>
          <a:bodyPr wrap="none" anchor="ctr"/>
          <a:lstStyle>
            <a:lvl1pPr marL="342900" indent="-342900" algn="l">
              <a:spcBef>
                <a:spcPct val="0"/>
              </a:spcBef>
              <a:defRPr>
                <a:solidFill>
                  <a:schemeClr val="tx1"/>
                </a:solidFill>
                <a:latin typeface="Arial" charset="0"/>
                <a:ea typeface="宋体" pitchFamily="2" charset="-122"/>
              </a:defRPr>
            </a:lvl1pPr>
            <a:lvl2pPr algn="l">
              <a:spcBef>
                <a:spcPct val="0"/>
              </a:spcBef>
              <a:defRPr>
                <a:solidFill>
                  <a:schemeClr val="tx1"/>
                </a:solidFill>
                <a:latin typeface="Arial" charset="0"/>
                <a:ea typeface="宋体" pitchFamily="2" charset="-122"/>
              </a:defRPr>
            </a:lvl2pPr>
            <a:lvl3pPr algn="l">
              <a:spcBef>
                <a:spcPct val="0"/>
              </a:spcBef>
              <a:defRPr>
                <a:solidFill>
                  <a:schemeClr val="tx1"/>
                </a:solidFill>
                <a:latin typeface="Arial" charset="0"/>
                <a:ea typeface="宋体" pitchFamily="2" charset="-122"/>
              </a:defRPr>
            </a:lvl3pPr>
            <a:lvl4pPr algn="l">
              <a:spcBef>
                <a:spcPct val="0"/>
              </a:spcBef>
              <a:defRPr>
                <a:solidFill>
                  <a:schemeClr val="tx1"/>
                </a:solidFill>
                <a:latin typeface="Arial" charset="0"/>
                <a:ea typeface="宋体" pitchFamily="2" charset="-122"/>
              </a:defRPr>
            </a:lvl4pPr>
            <a:lvl5pPr algn="l">
              <a:spcBef>
                <a:spcPct val="0"/>
              </a:spcBef>
              <a:defRPr>
                <a:solidFill>
                  <a:schemeClr val="tx1"/>
                </a:solidFill>
                <a:latin typeface="Arial" charset="0"/>
                <a:ea typeface="宋体" pitchFamily="2" charset="-122"/>
              </a:defRPr>
            </a:lvl5pPr>
            <a:lvl6pPr fontAlgn="base">
              <a:spcBef>
                <a:spcPct val="0"/>
              </a:spcBef>
              <a:spcAft>
                <a:spcPct val="0"/>
              </a:spcAft>
              <a:defRPr>
                <a:solidFill>
                  <a:schemeClr val="tx1"/>
                </a:solidFill>
                <a:latin typeface="Arial" charset="0"/>
                <a:ea typeface="宋体" pitchFamily="2" charset="-122"/>
              </a:defRPr>
            </a:lvl6pPr>
            <a:lvl7pPr fontAlgn="base">
              <a:spcBef>
                <a:spcPct val="0"/>
              </a:spcBef>
              <a:spcAft>
                <a:spcPct val="0"/>
              </a:spcAft>
              <a:defRPr>
                <a:solidFill>
                  <a:schemeClr val="tx1"/>
                </a:solidFill>
                <a:latin typeface="Arial" charset="0"/>
                <a:ea typeface="宋体" pitchFamily="2" charset="-122"/>
              </a:defRPr>
            </a:lvl7pPr>
            <a:lvl8pPr fontAlgn="base">
              <a:spcBef>
                <a:spcPct val="0"/>
              </a:spcBef>
              <a:spcAft>
                <a:spcPct val="0"/>
              </a:spcAft>
              <a:defRPr>
                <a:solidFill>
                  <a:schemeClr val="tx1"/>
                </a:solidFill>
                <a:latin typeface="Arial" charset="0"/>
                <a:ea typeface="宋体" pitchFamily="2" charset="-122"/>
              </a:defRPr>
            </a:lvl8pPr>
            <a:lvl9pPr fontAlgn="base">
              <a:spcBef>
                <a:spcPct val="0"/>
              </a:spcBef>
              <a:spcAft>
                <a:spcPct val="0"/>
              </a:spcAft>
              <a:defRPr>
                <a:solidFill>
                  <a:schemeClr val="tx1"/>
                </a:solidFill>
                <a:latin typeface="Arial" charset="0"/>
                <a:ea typeface="宋体" pitchFamily="2" charset="-122"/>
              </a:defRPr>
            </a:lvl9pPr>
          </a:lstStyle>
          <a:p>
            <a:pPr algn="ctr">
              <a:spcBef>
                <a:spcPct val="20000"/>
              </a:spcBef>
              <a:defRPr/>
            </a:pPr>
            <a:endParaRPr lang="zh-CN" altLang="zh-CN" sz="2800" smtClean="0">
              <a:solidFill>
                <a:schemeClr val="bg1"/>
              </a:solidFill>
              <a:effectLst>
                <a:outerShdw blurRad="38100" dist="38100" dir="2700000" algn="tl">
                  <a:srgbClr val="000000"/>
                </a:outerShdw>
              </a:effectLst>
            </a:endParaRPr>
          </a:p>
        </p:txBody>
      </p:sp>
      <p:sp>
        <p:nvSpPr>
          <p:cNvPr id="574469" name="Rectangle 5"/>
          <p:cNvSpPr>
            <a:spLocks noChangeArrowheads="1"/>
          </p:cNvSpPr>
          <p:nvPr/>
        </p:nvSpPr>
        <p:spPr bwMode="auto">
          <a:xfrm>
            <a:off x="2124075" y="44450"/>
            <a:ext cx="5903913" cy="350838"/>
          </a:xfrm>
          <a:prstGeom prst="rect">
            <a:avLst/>
          </a:prstGeom>
          <a:noFill/>
          <a:ln>
            <a:noFill/>
          </a:ln>
          <a:effectLst/>
          <a:extLst/>
        </p:spPr>
        <p:txBody>
          <a:bodyPr/>
          <a:lstStyle/>
          <a:p>
            <a:pPr>
              <a:lnSpc>
                <a:spcPct val="60000"/>
              </a:lnSpc>
              <a:spcBef>
                <a:spcPct val="0"/>
              </a:spcBef>
              <a:defRPr/>
            </a:pPr>
            <a:r>
              <a:rPr lang="zh-CN" altLang="en-US">
                <a:solidFill>
                  <a:schemeClr val="bg1"/>
                </a:solidFill>
                <a:latin typeface="隶书" pitchFamily="49" charset="-122"/>
                <a:ea typeface="隶书" pitchFamily="49" charset="-122"/>
              </a:rPr>
              <a:t>第</a:t>
            </a:r>
            <a:r>
              <a:rPr lang="en-US" altLang="zh-CN">
                <a:solidFill>
                  <a:schemeClr val="bg1"/>
                </a:solidFill>
                <a:latin typeface="隶书" pitchFamily="49" charset="-122"/>
                <a:ea typeface="隶书" pitchFamily="49" charset="-122"/>
              </a:rPr>
              <a:t>3</a:t>
            </a:r>
            <a:r>
              <a:rPr lang="zh-CN" altLang="en-US">
                <a:solidFill>
                  <a:schemeClr val="bg1"/>
                </a:solidFill>
                <a:latin typeface="隶书" pitchFamily="49" charset="-122"/>
                <a:ea typeface="隶书" pitchFamily="49" charset="-122"/>
              </a:rPr>
              <a:t>章 </a:t>
            </a:r>
            <a:r>
              <a:rPr lang="zh-CN" altLang="en-US">
                <a:solidFill>
                  <a:schemeClr val="bg1"/>
                </a:solidFill>
                <a:effectLst>
                  <a:outerShdw blurRad="38100" dist="38100" dir="2700000" algn="tl">
                    <a:srgbClr val="000000"/>
                  </a:outerShdw>
                </a:effectLst>
                <a:latin typeface="隶书" pitchFamily="49" charset="-122"/>
                <a:ea typeface="隶书" pitchFamily="49" charset="-122"/>
              </a:rPr>
              <a:t>静态电磁场及其边值问题的解</a:t>
            </a:r>
          </a:p>
        </p:txBody>
      </p:sp>
      <p:sp>
        <p:nvSpPr>
          <p:cNvPr id="1028" name="Rectangle 6"/>
          <p:cNvSpPr>
            <a:spLocks noChangeArrowheads="1"/>
          </p:cNvSpPr>
          <p:nvPr userDrawn="1"/>
        </p:nvSpPr>
        <p:spPr bwMode="auto">
          <a:xfrm>
            <a:off x="107950" y="44450"/>
            <a:ext cx="2089150" cy="360363"/>
          </a:xfrm>
          <a:prstGeom prst="rect">
            <a:avLst/>
          </a:prstGeom>
          <a:noFill/>
          <a:ln>
            <a:noFill/>
          </a:ln>
          <a:effectLst/>
          <a:extLst/>
        </p:spPr>
        <p:txBody>
          <a:bodyPr tIns="10800"/>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0"/>
              </a:spcBef>
              <a:defRPr/>
            </a:pPr>
            <a:r>
              <a:rPr lang="zh-CN" altLang="en-US" sz="2000" b="1" smtClean="0">
                <a:solidFill>
                  <a:srgbClr val="573CFC"/>
                </a:solidFill>
                <a:ea typeface="华文行楷" pitchFamily="2" charset="-122"/>
              </a:rPr>
              <a:t>电磁场与电磁波</a:t>
            </a:r>
          </a:p>
        </p:txBody>
      </p:sp>
      <p:sp>
        <p:nvSpPr>
          <p:cNvPr id="1029" name="Rectangle 10" descr="深色横线"/>
          <p:cNvSpPr>
            <a:spLocks noChangeArrowheads="1"/>
          </p:cNvSpPr>
          <p:nvPr userDrawn="1"/>
        </p:nvSpPr>
        <p:spPr bwMode="auto">
          <a:xfrm>
            <a:off x="0" y="333375"/>
            <a:ext cx="9144000" cy="71438"/>
          </a:xfrm>
          <a:prstGeom prst="rect">
            <a:avLst/>
          </a:prstGeom>
          <a:pattFill prst="dkHorz">
            <a:fgClr>
              <a:srgbClr val="CC3300"/>
            </a:fgClr>
            <a:bgClr>
              <a:srgbClr val="9A9A9A"/>
            </a:bgClr>
          </a:pattFill>
          <a:ln>
            <a:noFill/>
          </a:ln>
          <a:effectLs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defRPr/>
            </a:pPr>
            <a:endParaRPr lang="zh-CN" altLang="en-US" smtClean="0"/>
          </a:p>
        </p:txBody>
      </p:sp>
      <p:sp>
        <p:nvSpPr>
          <p:cNvPr id="574475" name="Rectangle 11"/>
          <p:cNvSpPr>
            <a:spLocks noGrp="1" noChangeArrowheads="1"/>
          </p:cNvSpPr>
          <p:nvPr>
            <p:ph type="sldNum" sz="quarter" idx="4"/>
          </p:nvPr>
        </p:nvSpPr>
        <p:spPr bwMode="auto">
          <a:xfrm>
            <a:off x="7667625" y="0"/>
            <a:ext cx="1343025" cy="333375"/>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spcBef>
                <a:spcPct val="0"/>
              </a:spcBef>
              <a:defRPr sz="1400">
                <a:ea typeface="+mn-ea"/>
              </a:defRPr>
            </a:lvl1pPr>
          </a:lstStyle>
          <a:p>
            <a:pPr>
              <a:defRPr/>
            </a:pPr>
            <a:fld id="{2062A761-621D-456B-8012-4A9A696CB514}" type="slidenum">
              <a:rPr lang="en-US" altLang="zh-CN"/>
              <a:pPr>
                <a:defRPr/>
              </a:pPr>
              <a:t>‹#›</a:t>
            </a:fld>
            <a:endParaRPr lang="en-US" altLang="zh-CN"/>
          </a:p>
        </p:txBody>
      </p:sp>
      <p:sp>
        <p:nvSpPr>
          <p:cNvPr id="1031" name="Rectangle 17" descr="栎木"/>
          <p:cNvSpPr>
            <a:spLocks noChangeArrowheads="1"/>
          </p:cNvSpPr>
          <p:nvPr userDrawn="1"/>
        </p:nvSpPr>
        <p:spPr bwMode="auto">
          <a:xfrm>
            <a:off x="0" y="6562725"/>
            <a:ext cx="9144000" cy="333375"/>
          </a:xfrm>
          <a:prstGeom prst="rect">
            <a:avLst/>
          </a:prstGeom>
          <a:blipFill dpi="0" rotWithShape="0">
            <a:blip r:embed="rId16"/>
            <a:srcRect/>
            <a:tile tx="0" ty="0" sx="100000" sy="100000" flip="none" algn="tl"/>
          </a:blipFill>
          <a:ln>
            <a:noFill/>
          </a:ln>
          <a:effectLs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defRPr/>
            </a:pPr>
            <a:endParaRPr lang="zh-CN" altLang="en-US" smtClean="0"/>
          </a:p>
        </p:txBody>
      </p:sp>
      <p:sp>
        <p:nvSpPr>
          <p:cNvPr id="1033" name="Rectangle 19" descr="深色横线"/>
          <p:cNvSpPr>
            <a:spLocks noChangeArrowheads="1"/>
          </p:cNvSpPr>
          <p:nvPr userDrawn="1"/>
        </p:nvSpPr>
        <p:spPr bwMode="auto">
          <a:xfrm>
            <a:off x="0" y="6526213"/>
            <a:ext cx="9144000" cy="71437"/>
          </a:xfrm>
          <a:prstGeom prst="rect">
            <a:avLst/>
          </a:prstGeom>
          <a:pattFill prst="dkHorz">
            <a:fgClr>
              <a:srgbClr val="CC3300"/>
            </a:fgClr>
            <a:bgClr>
              <a:srgbClr val="9A9A9A"/>
            </a:bgClr>
          </a:pattFill>
          <a:ln>
            <a:noFill/>
          </a:ln>
          <a:effectLs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defRPr/>
            </a:pPr>
            <a:endParaRPr lang="zh-CN" altLang="en-US" smtClean="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timing>
    <p:tnLst>
      <p:par>
        <p:cTn id="1" dur="indefinite" restart="never" nodeType="tmRoot"/>
      </p:par>
    </p:tnLst>
  </p:timing>
  <p:hf hdr="0" ftr="0" dt="0"/>
  <p:txStyles>
    <p:titleStyle>
      <a:lvl1pPr algn="l" rtl="0" eaLnBrk="0" fontAlgn="base" hangingPunct="0">
        <a:spcBef>
          <a:spcPct val="0"/>
        </a:spcBef>
        <a:spcAft>
          <a:spcPct val="0"/>
        </a:spcAft>
        <a:defRPr sz="2000">
          <a:solidFill>
            <a:schemeClr val="accent1"/>
          </a:solidFill>
          <a:latin typeface="+mj-lt"/>
          <a:ea typeface="+mj-ea"/>
          <a:cs typeface="+mj-cs"/>
        </a:defRPr>
      </a:lvl1pPr>
      <a:lvl2pPr algn="l" rtl="0" eaLnBrk="0" fontAlgn="base" hangingPunct="0">
        <a:spcBef>
          <a:spcPct val="0"/>
        </a:spcBef>
        <a:spcAft>
          <a:spcPct val="0"/>
        </a:spcAft>
        <a:defRPr sz="2000">
          <a:solidFill>
            <a:schemeClr val="accent1"/>
          </a:solidFill>
          <a:latin typeface="Arial" charset="0"/>
          <a:ea typeface="宋体" pitchFamily="2" charset="-122"/>
          <a:cs typeface="Arial" charset="0"/>
        </a:defRPr>
      </a:lvl2pPr>
      <a:lvl3pPr algn="l" rtl="0" eaLnBrk="0" fontAlgn="base" hangingPunct="0">
        <a:spcBef>
          <a:spcPct val="0"/>
        </a:spcBef>
        <a:spcAft>
          <a:spcPct val="0"/>
        </a:spcAft>
        <a:defRPr sz="2000">
          <a:solidFill>
            <a:schemeClr val="accent1"/>
          </a:solidFill>
          <a:latin typeface="Arial" charset="0"/>
          <a:ea typeface="宋体" pitchFamily="2" charset="-122"/>
          <a:cs typeface="Arial" charset="0"/>
        </a:defRPr>
      </a:lvl3pPr>
      <a:lvl4pPr algn="l" rtl="0" eaLnBrk="0" fontAlgn="base" hangingPunct="0">
        <a:spcBef>
          <a:spcPct val="0"/>
        </a:spcBef>
        <a:spcAft>
          <a:spcPct val="0"/>
        </a:spcAft>
        <a:defRPr sz="2000">
          <a:solidFill>
            <a:schemeClr val="accent1"/>
          </a:solidFill>
          <a:latin typeface="Arial" charset="0"/>
          <a:ea typeface="宋体" pitchFamily="2" charset="-122"/>
          <a:cs typeface="Arial" charset="0"/>
        </a:defRPr>
      </a:lvl4pPr>
      <a:lvl5pPr algn="l" rtl="0" eaLnBrk="0" fontAlgn="base" hangingPunct="0">
        <a:spcBef>
          <a:spcPct val="0"/>
        </a:spcBef>
        <a:spcAft>
          <a:spcPct val="0"/>
        </a:spcAft>
        <a:defRPr sz="2000">
          <a:solidFill>
            <a:schemeClr val="accent1"/>
          </a:solidFill>
          <a:latin typeface="Arial" charset="0"/>
          <a:ea typeface="宋体" pitchFamily="2" charset="-122"/>
          <a:cs typeface="Arial" charset="0"/>
        </a:defRPr>
      </a:lvl5pPr>
      <a:lvl6pPr marL="457200" algn="l" rtl="0" fontAlgn="base">
        <a:spcBef>
          <a:spcPct val="0"/>
        </a:spcBef>
        <a:spcAft>
          <a:spcPct val="0"/>
        </a:spcAft>
        <a:defRPr sz="2000">
          <a:solidFill>
            <a:schemeClr val="accent1"/>
          </a:solidFill>
          <a:latin typeface="Arial" charset="0"/>
          <a:ea typeface="宋体" pitchFamily="2" charset="-122"/>
          <a:cs typeface="Arial" charset="0"/>
        </a:defRPr>
      </a:lvl6pPr>
      <a:lvl7pPr marL="914400" algn="l" rtl="0" fontAlgn="base">
        <a:spcBef>
          <a:spcPct val="0"/>
        </a:spcBef>
        <a:spcAft>
          <a:spcPct val="0"/>
        </a:spcAft>
        <a:defRPr sz="2000">
          <a:solidFill>
            <a:schemeClr val="accent1"/>
          </a:solidFill>
          <a:latin typeface="Arial" charset="0"/>
          <a:ea typeface="宋体" pitchFamily="2" charset="-122"/>
          <a:cs typeface="Arial" charset="0"/>
        </a:defRPr>
      </a:lvl7pPr>
      <a:lvl8pPr marL="1371600" algn="l" rtl="0" fontAlgn="base">
        <a:spcBef>
          <a:spcPct val="0"/>
        </a:spcBef>
        <a:spcAft>
          <a:spcPct val="0"/>
        </a:spcAft>
        <a:defRPr sz="2000">
          <a:solidFill>
            <a:schemeClr val="accent1"/>
          </a:solidFill>
          <a:latin typeface="Arial" charset="0"/>
          <a:ea typeface="宋体" pitchFamily="2" charset="-122"/>
          <a:cs typeface="Arial" charset="0"/>
        </a:defRPr>
      </a:lvl8pPr>
      <a:lvl9pPr marL="1828800" algn="l" rtl="0" fontAlgn="base">
        <a:spcBef>
          <a:spcPct val="0"/>
        </a:spcBef>
        <a:spcAft>
          <a:spcPct val="0"/>
        </a:spcAft>
        <a:defRPr sz="2000">
          <a:solidFill>
            <a:schemeClr val="accent1"/>
          </a:solidFill>
          <a:latin typeface="Arial" charset="0"/>
          <a:ea typeface="宋体" pitchFamily="2" charset="-122"/>
          <a:cs typeface="Arial" charset="0"/>
        </a:defRPr>
      </a:lvl9pPr>
    </p:titleStyle>
    <p:bodyStyle>
      <a:lvl1pPr marL="342900" indent="-342900" algn="l" rtl="0" eaLnBrk="0" fontAlgn="base" hangingPunct="0">
        <a:spcBef>
          <a:spcPct val="20000"/>
        </a:spcBef>
        <a:spcAft>
          <a:spcPct val="0"/>
        </a:spcAft>
        <a:defRPr sz="2800">
          <a:solidFill>
            <a:schemeClr val="tx1"/>
          </a:solidFill>
          <a:effectLst>
            <a:outerShdw blurRad="38100" dist="38100" dir="2700000" algn="tl">
              <a:srgbClr val="FFFFFF"/>
            </a:outerShdw>
          </a:effectLst>
          <a:latin typeface="+mn-lt"/>
          <a:ea typeface="+mn-ea"/>
          <a:cs typeface="+mn-cs"/>
        </a:defRPr>
      </a:lvl1pPr>
      <a:lvl2pPr marL="742950" indent="-285750" algn="l" rtl="0" eaLnBrk="0" fontAlgn="base" hangingPunct="0">
        <a:spcBef>
          <a:spcPct val="20000"/>
        </a:spcBef>
        <a:spcAft>
          <a:spcPct val="0"/>
        </a:spcAft>
        <a:defRPr sz="2800">
          <a:solidFill>
            <a:schemeClr val="tx1"/>
          </a:solidFill>
          <a:latin typeface="+mn-lt"/>
          <a:ea typeface="+mn-ea"/>
        </a:defRPr>
      </a:lvl2pPr>
      <a:lvl3pPr marL="1143000" indent="-228600" algn="l" rtl="0" eaLnBrk="0" fontAlgn="base" hangingPunct="0">
        <a:spcBef>
          <a:spcPct val="20000"/>
        </a:spcBef>
        <a:spcAft>
          <a:spcPct val="0"/>
        </a:spcAft>
        <a:defRPr sz="2400">
          <a:solidFill>
            <a:schemeClr val="tx1"/>
          </a:solidFill>
          <a:latin typeface="+mn-lt"/>
          <a:ea typeface="+mn-ea"/>
        </a:defRPr>
      </a:lvl3pPr>
      <a:lvl4pPr marL="1600200" indent="-228600" algn="l" rtl="0" eaLnBrk="0" fontAlgn="base" hangingPunct="0">
        <a:spcBef>
          <a:spcPct val="20000"/>
        </a:spcBef>
        <a:spcAft>
          <a:spcPct val="0"/>
        </a:spcAft>
        <a:defRPr sz="2000">
          <a:solidFill>
            <a:schemeClr val="tx1"/>
          </a:solidFill>
          <a:latin typeface="+mn-lt"/>
          <a:ea typeface="+mn-ea"/>
        </a:defRPr>
      </a:lvl4pPr>
      <a:lvl5pPr marL="2057400" indent="-228600" algn="l" rtl="0" eaLnBrk="0" fontAlgn="base" hangingPunct="0">
        <a:spcBef>
          <a:spcPct val="20000"/>
        </a:spcBef>
        <a:spcAft>
          <a:spcPct val="0"/>
        </a:spcAft>
        <a:defRPr sz="2000">
          <a:solidFill>
            <a:schemeClr val="tx1"/>
          </a:solidFill>
          <a:latin typeface="+mn-lt"/>
          <a:ea typeface="+mn-ea"/>
        </a:defRPr>
      </a:lvl5pPr>
      <a:lvl6pPr marL="2514600" indent="-228600" algn="l" rtl="0" fontAlgn="base">
        <a:spcBef>
          <a:spcPct val="20000"/>
        </a:spcBef>
        <a:spcAft>
          <a:spcPct val="0"/>
        </a:spcAft>
        <a:defRPr sz="2000">
          <a:solidFill>
            <a:schemeClr val="tx1"/>
          </a:solidFill>
          <a:latin typeface="+mn-lt"/>
          <a:ea typeface="+mn-ea"/>
        </a:defRPr>
      </a:lvl6pPr>
      <a:lvl7pPr marL="2971800" indent="-228600" algn="l" rtl="0" fontAlgn="base">
        <a:spcBef>
          <a:spcPct val="20000"/>
        </a:spcBef>
        <a:spcAft>
          <a:spcPct val="0"/>
        </a:spcAft>
        <a:defRPr sz="2000">
          <a:solidFill>
            <a:schemeClr val="tx1"/>
          </a:solidFill>
          <a:latin typeface="+mn-lt"/>
          <a:ea typeface="+mn-ea"/>
        </a:defRPr>
      </a:lvl7pPr>
      <a:lvl8pPr marL="3429000" indent="-228600" algn="l" rtl="0" fontAlgn="base">
        <a:spcBef>
          <a:spcPct val="20000"/>
        </a:spcBef>
        <a:spcAft>
          <a:spcPct val="0"/>
        </a:spcAft>
        <a:defRPr sz="2000">
          <a:solidFill>
            <a:schemeClr val="tx1"/>
          </a:solidFill>
          <a:latin typeface="+mn-lt"/>
          <a:ea typeface="+mn-ea"/>
        </a:defRPr>
      </a:lvl8pPr>
      <a:lvl9pPr marL="3886200" indent="-228600" algn="l" rtl="0" fontAlgn="base">
        <a:spcBef>
          <a:spcPct val="20000"/>
        </a:spcBef>
        <a:spcAft>
          <a:spcPct val="0"/>
        </a:spcAft>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4.emf"/><Relationship Id="rId13" Type="http://schemas.openxmlformats.org/officeDocument/2006/relationships/image" Target="../media/image6.emf"/><Relationship Id="rId18" Type="http://schemas.openxmlformats.org/officeDocument/2006/relationships/image" Target="../media/image8.e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oleObject" Target="../embeddings/oleObject5.bin"/><Relationship Id="rId17" Type="http://schemas.openxmlformats.org/officeDocument/2006/relationships/oleObject" Target="../embeddings/oleObject7.bin"/><Relationship Id="rId2" Type="http://schemas.openxmlformats.org/officeDocument/2006/relationships/slideLayout" Target="../slideLayouts/slideLayout13.xml"/><Relationship Id="rId16" Type="http://schemas.openxmlformats.org/officeDocument/2006/relationships/slide" Target="slide1.xml"/><Relationship Id="rId1" Type="http://schemas.openxmlformats.org/officeDocument/2006/relationships/vmlDrawing" Target="../drawings/vmlDrawing1.vml"/><Relationship Id="rId6" Type="http://schemas.openxmlformats.org/officeDocument/2006/relationships/image" Target="../media/image3.emf"/><Relationship Id="rId11" Type="http://schemas.openxmlformats.org/officeDocument/2006/relationships/image" Target="../media/image9.png"/><Relationship Id="rId5" Type="http://schemas.openxmlformats.org/officeDocument/2006/relationships/oleObject" Target="../embeddings/oleObject2.bin"/><Relationship Id="rId15" Type="http://schemas.openxmlformats.org/officeDocument/2006/relationships/image" Target="../media/image7.emf"/><Relationship Id="rId10" Type="http://schemas.openxmlformats.org/officeDocument/2006/relationships/image" Target="../media/image5.emf"/><Relationship Id="rId4" Type="http://schemas.openxmlformats.org/officeDocument/2006/relationships/image" Target="../media/image2.emf"/><Relationship Id="rId9" Type="http://schemas.openxmlformats.org/officeDocument/2006/relationships/oleObject" Target="../embeddings/oleObject4.bin"/><Relationship Id="rId14" Type="http://schemas.openxmlformats.org/officeDocument/2006/relationships/oleObject" Target="../embeddings/oleObject6.bin"/></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14.emf"/><Relationship Id="rId18" Type="http://schemas.openxmlformats.org/officeDocument/2006/relationships/oleObject" Target="../embeddings/oleObject15.bin"/><Relationship Id="rId26" Type="http://schemas.openxmlformats.org/officeDocument/2006/relationships/slide" Target="slide1.xml"/><Relationship Id="rId3" Type="http://schemas.openxmlformats.org/officeDocument/2006/relationships/oleObject" Target="../embeddings/oleObject8.bin"/><Relationship Id="rId21" Type="http://schemas.openxmlformats.org/officeDocument/2006/relationships/image" Target="../media/image18.emf"/><Relationship Id="rId7" Type="http://schemas.openxmlformats.org/officeDocument/2006/relationships/image" Target="../media/image11.emf"/><Relationship Id="rId12" Type="http://schemas.openxmlformats.org/officeDocument/2006/relationships/oleObject" Target="../embeddings/oleObject12.bin"/><Relationship Id="rId17" Type="http://schemas.openxmlformats.org/officeDocument/2006/relationships/image" Target="../media/image16.emf"/><Relationship Id="rId25" Type="http://schemas.openxmlformats.org/officeDocument/2006/relationships/image" Target="../media/image20.emf"/><Relationship Id="rId2" Type="http://schemas.openxmlformats.org/officeDocument/2006/relationships/slideLayout" Target="../slideLayouts/slideLayout6.xml"/><Relationship Id="rId16" Type="http://schemas.openxmlformats.org/officeDocument/2006/relationships/oleObject" Target="../embeddings/oleObject14.bin"/><Relationship Id="rId20" Type="http://schemas.openxmlformats.org/officeDocument/2006/relationships/oleObject" Target="../embeddings/oleObject16.bin"/><Relationship Id="rId1" Type="http://schemas.openxmlformats.org/officeDocument/2006/relationships/vmlDrawing" Target="../drawings/vmlDrawing2.vml"/><Relationship Id="rId6" Type="http://schemas.openxmlformats.org/officeDocument/2006/relationships/oleObject" Target="../embeddings/oleObject9.bin"/><Relationship Id="rId11" Type="http://schemas.openxmlformats.org/officeDocument/2006/relationships/image" Target="../media/image13.emf"/><Relationship Id="rId24" Type="http://schemas.openxmlformats.org/officeDocument/2006/relationships/oleObject" Target="../embeddings/oleObject18.bin"/><Relationship Id="rId5" Type="http://schemas.openxmlformats.org/officeDocument/2006/relationships/image" Target="../media/image9.png"/><Relationship Id="rId15" Type="http://schemas.openxmlformats.org/officeDocument/2006/relationships/image" Target="../media/image15.emf"/><Relationship Id="rId23" Type="http://schemas.openxmlformats.org/officeDocument/2006/relationships/image" Target="../media/image19.emf"/><Relationship Id="rId10" Type="http://schemas.openxmlformats.org/officeDocument/2006/relationships/oleObject" Target="../embeddings/oleObject11.bin"/><Relationship Id="rId19" Type="http://schemas.openxmlformats.org/officeDocument/2006/relationships/image" Target="../media/image17.emf"/><Relationship Id="rId4" Type="http://schemas.openxmlformats.org/officeDocument/2006/relationships/image" Target="../media/image10.emf"/><Relationship Id="rId9" Type="http://schemas.openxmlformats.org/officeDocument/2006/relationships/image" Target="../media/image12.emf"/><Relationship Id="rId14" Type="http://schemas.openxmlformats.org/officeDocument/2006/relationships/oleObject" Target="../embeddings/oleObject13.bin"/><Relationship Id="rId22" Type="http://schemas.openxmlformats.org/officeDocument/2006/relationships/oleObject" Target="../embeddings/oleObject17.bin"/></Relationships>
</file>

<file path=ppt/slides/_rels/slide4.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24.bin"/><Relationship Id="rId18" Type="http://schemas.openxmlformats.org/officeDocument/2006/relationships/image" Target="../media/image28.emf"/><Relationship Id="rId26" Type="http://schemas.openxmlformats.org/officeDocument/2006/relationships/image" Target="../media/image32.emf"/><Relationship Id="rId39" Type="http://schemas.openxmlformats.org/officeDocument/2006/relationships/oleObject" Target="../embeddings/oleObject37.bin"/><Relationship Id="rId3" Type="http://schemas.openxmlformats.org/officeDocument/2006/relationships/oleObject" Target="../embeddings/oleObject19.bin"/><Relationship Id="rId21" Type="http://schemas.openxmlformats.org/officeDocument/2006/relationships/oleObject" Target="../embeddings/oleObject28.bin"/><Relationship Id="rId34" Type="http://schemas.openxmlformats.org/officeDocument/2006/relationships/image" Target="../media/image36.emf"/><Relationship Id="rId42" Type="http://schemas.openxmlformats.org/officeDocument/2006/relationships/image" Target="../media/image40.wmf"/><Relationship Id="rId7" Type="http://schemas.openxmlformats.org/officeDocument/2006/relationships/oleObject" Target="../embeddings/oleObject21.bin"/><Relationship Id="rId12" Type="http://schemas.openxmlformats.org/officeDocument/2006/relationships/image" Target="../media/image25.emf"/><Relationship Id="rId17" Type="http://schemas.openxmlformats.org/officeDocument/2006/relationships/oleObject" Target="../embeddings/oleObject26.bin"/><Relationship Id="rId25" Type="http://schemas.openxmlformats.org/officeDocument/2006/relationships/oleObject" Target="../embeddings/oleObject30.bin"/><Relationship Id="rId33" Type="http://schemas.openxmlformats.org/officeDocument/2006/relationships/oleObject" Target="../embeddings/oleObject34.bin"/><Relationship Id="rId38" Type="http://schemas.openxmlformats.org/officeDocument/2006/relationships/image" Target="../media/image38.emf"/><Relationship Id="rId2" Type="http://schemas.openxmlformats.org/officeDocument/2006/relationships/slideLayout" Target="../slideLayouts/slideLayout6.xml"/><Relationship Id="rId16" Type="http://schemas.openxmlformats.org/officeDocument/2006/relationships/image" Target="../media/image27.emf"/><Relationship Id="rId20" Type="http://schemas.openxmlformats.org/officeDocument/2006/relationships/image" Target="../media/image29.emf"/><Relationship Id="rId29" Type="http://schemas.openxmlformats.org/officeDocument/2006/relationships/oleObject" Target="../embeddings/oleObject32.bin"/><Relationship Id="rId41" Type="http://schemas.openxmlformats.org/officeDocument/2006/relationships/oleObject" Target="../embeddings/oleObject38.bin"/><Relationship Id="rId1" Type="http://schemas.openxmlformats.org/officeDocument/2006/relationships/vmlDrawing" Target="../drawings/vmlDrawing3.vml"/><Relationship Id="rId6" Type="http://schemas.openxmlformats.org/officeDocument/2006/relationships/image" Target="../media/image22.wmf"/><Relationship Id="rId11" Type="http://schemas.openxmlformats.org/officeDocument/2006/relationships/oleObject" Target="../embeddings/oleObject23.bin"/><Relationship Id="rId24" Type="http://schemas.openxmlformats.org/officeDocument/2006/relationships/image" Target="../media/image31.emf"/><Relationship Id="rId32" Type="http://schemas.openxmlformats.org/officeDocument/2006/relationships/image" Target="../media/image35.emf"/><Relationship Id="rId37" Type="http://schemas.openxmlformats.org/officeDocument/2006/relationships/oleObject" Target="../embeddings/oleObject36.bin"/><Relationship Id="rId40" Type="http://schemas.openxmlformats.org/officeDocument/2006/relationships/image" Target="../media/image39.emf"/><Relationship Id="rId5" Type="http://schemas.openxmlformats.org/officeDocument/2006/relationships/oleObject" Target="../embeddings/oleObject20.bin"/><Relationship Id="rId15" Type="http://schemas.openxmlformats.org/officeDocument/2006/relationships/oleObject" Target="../embeddings/oleObject25.bin"/><Relationship Id="rId23" Type="http://schemas.openxmlformats.org/officeDocument/2006/relationships/oleObject" Target="../embeddings/oleObject29.bin"/><Relationship Id="rId28" Type="http://schemas.openxmlformats.org/officeDocument/2006/relationships/image" Target="../media/image33.emf"/><Relationship Id="rId36" Type="http://schemas.openxmlformats.org/officeDocument/2006/relationships/image" Target="../media/image37.emf"/><Relationship Id="rId10" Type="http://schemas.openxmlformats.org/officeDocument/2006/relationships/image" Target="../media/image24.emf"/><Relationship Id="rId19" Type="http://schemas.openxmlformats.org/officeDocument/2006/relationships/oleObject" Target="../embeddings/oleObject27.bin"/><Relationship Id="rId31" Type="http://schemas.openxmlformats.org/officeDocument/2006/relationships/oleObject" Target="../embeddings/oleObject33.bin"/><Relationship Id="rId4" Type="http://schemas.openxmlformats.org/officeDocument/2006/relationships/image" Target="../media/image21.emf"/><Relationship Id="rId9" Type="http://schemas.openxmlformats.org/officeDocument/2006/relationships/oleObject" Target="../embeddings/oleObject22.bin"/><Relationship Id="rId14" Type="http://schemas.openxmlformats.org/officeDocument/2006/relationships/image" Target="../media/image26.emf"/><Relationship Id="rId22" Type="http://schemas.openxmlformats.org/officeDocument/2006/relationships/image" Target="../media/image30.emf"/><Relationship Id="rId27" Type="http://schemas.openxmlformats.org/officeDocument/2006/relationships/oleObject" Target="../embeddings/oleObject31.bin"/><Relationship Id="rId30" Type="http://schemas.openxmlformats.org/officeDocument/2006/relationships/image" Target="../media/image34.emf"/><Relationship Id="rId35" Type="http://schemas.openxmlformats.org/officeDocument/2006/relationships/oleObject" Target="../embeddings/oleObject35.bin"/><Relationship Id="rId43" Type="http://schemas.openxmlformats.org/officeDocument/2006/relationships/slide" Target="slide1.xml"/></Relationships>
</file>

<file path=ppt/slides/_rels/slide5.xml.rels><?xml version="1.0" encoding="UTF-8" standalone="yes"?>
<Relationships xmlns="http://schemas.openxmlformats.org/package/2006/relationships"><Relationship Id="rId8" Type="http://schemas.openxmlformats.org/officeDocument/2006/relationships/image" Target="../media/image43.emf"/><Relationship Id="rId13" Type="http://schemas.openxmlformats.org/officeDocument/2006/relationships/slide" Target="slide1.xml"/><Relationship Id="rId3" Type="http://schemas.openxmlformats.org/officeDocument/2006/relationships/oleObject" Target="../embeddings/oleObject39.bin"/><Relationship Id="rId7" Type="http://schemas.openxmlformats.org/officeDocument/2006/relationships/oleObject" Target="../embeddings/oleObject41.bin"/><Relationship Id="rId12" Type="http://schemas.openxmlformats.org/officeDocument/2006/relationships/image" Target="../media/image9.png"/><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image" Target="../media/image42.emf"/><Relationship Id="rId11" Type="http://schemas.openxmlformats.org/officeDocument/2006/relationships/image" Target="../media/image45.png"/><Relationship Id="rId5" Type="http://schemas.openxmlformats.org/officeDocument/2006/relationships/oleObject" Target="../embeddings/oleObject40.bin"/><Relationship Id="rId10" Type="http://schemas.openxmlformats.org/officeDocument/2006/relationships/image" Target="../media/image44.emf"/><Relationship Id="rId4" Type="http://schemas.openxmlformats.org/officeDocument/2006/relationships/image" Target="../media/image41.emf"/><Relationship Id="rId9" Type="http://schemas.openxmlformats.org/officeDocument/2006/relationships/oleObject" Target="../embeddings/oleObject4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slide" Target="slide12.xml"/><Relationship Id="rId1" Type="http://schemas.openxmlformats.org/officeDocument/2006/relationships/slideLayout" Target="../slideLayouts/slideLayout7.xml"/><Relationship Id="rId6" Type="http://schemas.openxmlformats.org/officeDocument/2006/relationships/slide" Target="slide2.xml"/><Relationship Id="rId5" Type="http://schemas.openxmlformats.org/officeDocument/2006/relationships/slide" Target="slide29.xml"/><Relationship Id="rId4" Type="http://schemas.openxmlformats.org/officeDocument/2006/relationships/slide" Target="slide24.xml"/></Relationships>
</file>

<file path=ppt/slides/_rels/slide8.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8.emf"/><Relationship Id="rId13" Type="http://schemas.openxmlformats.org/officeDocument/2006/relationships/oleObject" Target="../embeddings/oleObject48.bin"/><Relationship Id="rId18" Type="http://schemas.openxmlformats.org/officeDocument/2006/relationships/image" Target="../media/image53.wmf"/><Relationship Id="rId3" Type="http://schemas.openxmlformats.org/officeDocument/2006/relationships/oleObject" Target="../embeddings/oleObject43.bin"/><Relationship Id="rId21" Type="http://schemas.openxmlformats.org/officeDocument/2006/relationships/slide" Target="slide7.xml"/><Relationship Id="rId7" Type="http://schemas.openxmlformats.org/officeDocument/2006/relationships/oleObject" Target="../embeddings/oleObject45.bin"/><Relationship Id="rId12" Type="http://schemas.openxmlformats.org/officeDocument/2006/relationships/image" Target="../media/image50.wmf"/><Relationship Id="rId17" Type="http://schemas.openxmlformats.org/officeDocument/2006/relationships/oleObject" Target="../embeddings/oleObject50.bin"/><Relationship Id="rId2" Type="http://schemas.openxmlformats.org/officeDocument/2006/relationships/slideLayout" Target="../slideLayouts/slideLayout14.xml"/><Relationship Id="rId16" Type="http://schemas.openxmlformats.org/officeDocument/2006/relationships/image" Target="../media/image52.wmf"/><Relationship Id="rId20" Type="http://schemas.openxmlformats.org/officeDocument/2006/relationships/image" Target="../media/image54.wmf"/><Relationship Id="rId1" Type="http://schemas.openxmlformats.org/officeDocument/2006/relationships/vmlDrawing" Target="../drawings/vmlDrawing5.vml"/><Relationship Id="rId6" Type="http://schemas.openxmlformats.org/officeDocument/2006/relationships/image" Target="../media/image47.emf"/><Relationship Id="rId11" Type="http://schemas.openxmlformats.org/officeDocument/2006/relationships/oleObject" Target="../embeddings/oleObject47.bin"/><Relationship Id="rId5" Type="http://schemas.openxmlformats.org/officeDocument/2006/relationships/oleObject" Target="../embeddings/oleObject44.bin"/><Relationship Id="rId15" Type="http://schemas.openxmlformats.org/officeDocument/2006/relationships/oleObject" Target="../embeddings/oleObject49.bin"/><Relationship Id="rId10" Type="http://schemas.openxmlformats.org/officeDocument/2006/relationships/image" Target="../media/image49.wmf"/><Relationship Id="rId19" Type="http://schemas.openxmlformats.org/officeDocument/2006/relationships/oleObject" Target="../embeddings/oleObject51.bin"/><Relationship Id="rId4" Type="http://schemas.openxmlformats.org/officeDocument/2006/relationships/image" Target="../media/image46.emf"/><Relationship Id="rId9" Type="http://schemas.openxmlformats.org/officeDocument/2006/relationships/oleObject" Target="../embeddings/oleObject46.bin"/><Relationship Id="rId14" Type="http://schemas.openxmlformats.org/officeDocument/2006/relationships/image" Target="../media/image51.wmf"/></Relationships>
</file>

<file path=ppt/slides/_rels/slide13.xml.rels><?xml version="1.0" encoding="UTF-8" standalone="yes"?>
<Relationships xmlns="http://schemas.openxmlformats.org/package/2006/relationships"><Relationship Id="rId8" Type="http://schemas.openxmlformats.org/officeDocument/2006/relationships/image" Target="../media/image56.emf"/><Relationship Id="rId13" Type="http://schemas.openxmlformats.org/officeDocument/2006/relationships/oleObject" Target="../embeddings/oleObject57.bin"/><Relationship Id="rId3" Type="http://schemas.openxmlformats.org/officeDocument/2006/relationships/oleObject" Target="../embeddings/oleObject52.bin"/><Relationship Id="rId7" Type="http://schemas.openxmlformats.org/officeDocument/2006/relationships/oleObject" Target="../embeddings/oleObject54.bin"/><Relationship Id="rId12" Type="http://schemas.openxmlformats.org/officeDocument/2006/relationships/image" Target="../media/image58.emf"/><Relationship Id="rId2" Type="http://schemas.openxmlformats.org/officeDocument/2006/relationships/slideLayout" Target="../slideLayouts/slideLayout14.xml"/><Relationship Id="rId1" Type="http://schemas.openxmlformats.org/officeDocument/2006/relationships/vmlDrawing" Target="../drawings/vmlDrawing6.vml"/><Relationship Id="rId6" Type="http://schemas.openxmlformats.org/officeDocument/2006/relationships/image" Target="../media/image55.emf"/><Relationship Id="rId11" Type="http://schemas.openxmlformats.org/officeDocument/2006/relationships/oleObject" Target="../embeddings/oleObject56.bin"/><Relationship Id="rId5" Type="http://schemas.openxmlformats.org/officeDocument/2006/relationships/oleObject" Target="../embeddings/oleObject53.bin"/><Relationship Id="rId15" Type="http://schemas.openxmlformats.org/officeDocument/2006/relationships/slide" Target="slide7.xml"/><Relationship Id="rId10" Type="http://schemas.openxmlformats.org/officeDocument/2006/relationships/image" Target="../media/image57.emf"/><Relationship Id="rId4" Type="http://schemas.openxmlformats.org/officeDocument/2006/relationships/image" Target="../media/image54.wmf"/><Relationship Id="rId9" Type="http://schemas.openxmlformats.org/officeDocument/2006/relationships/oleObject" Target="../embeddings/oleObject55.bin"/><Relationship Id="rId14" Type="http://schemas.openxmlformats.org/officeDocument/2006/relationships/image" Target="../media/image59.emf"/></Relationships>
</file>

<file path=ppt/slides/_rels/slide14.xml.rels><?xml version="1.0" encoding="UTF-8" standalone="yes"?>
<Relationships xmlns="http://schemas.openxmlformats.org/package/2006/relationships"><Relationship Id="rId8" Type="http://schemas.openxmlformats.org/officeDocument/2006/relationships/image" Target="../media/image62.emf"/><Relationship Id="rId13" Type="http://schemas.openxmlformats.org/officeDocument/2006/relationships/oleObject" Target="../embeddings/oleObject63.bin"/><Relationship Id="rId18" Type="http://schemas.openxmlformats.org/officeDocument/2006/relationships/image" Target="../media/image66.emf"/><Relationship Id="rId3" Type="http://schemas.openxmlformats.org/officeDocument/2006/relationships/oleObject" Target="../embeddings/oleObject58.bin"/><Relationship Id="rId21" Type="http://schemas.openxmlformats.org/officeDocument/2006/relationships/oleObject" Target="../embeddings/oleObject67.bin"/><Relationship Id="rId7" Type="http://schemas.openxmlformats.org/officeDocument/2006/relationships/oleObject" Target="../embeddings/oleObject60.bin"/><Relationship Id="rId12" Type="http://schemas.openxmlformats.org/officeDocument/2006/relationships/image" Target="../media/image64.emf"/><Relationship Id="rId17" Type="http://schemas.openxmlformats.org/officeDocument/2006/relationships/oleObject" Target="../embeddings/oleObject65.bin"/><Relationship Id="rId25" Type="http://schemas.openxmlformats.org/officeDocument/2006/relationships/slide" Target="slide7.xml"/><Relationship Id="rId2" Type="http://schemas.openxmlformats.org/officeDocument/2006/relationships/slideLayout" Target="../slideLayouts/slideLayout7.xml"/><Relationship Id="rId16" Type="http://schemas.openxmlformats.org/officeDocument/2006/relationships/image" Target="../media/image51.wmf"/><Relationship Id="rId20" Type="http://schemas.openxmlformats.org/officeDocument/2006/relationships/image" Target="../media/image67.wmf"/><Relationship Id="rId1" Type="http://schemas.openxmlformats.org/officeDocument/2006/relationships/vmlDrawing" Target="../drawings/vmlDrawing7.vml"/><Relationship Id="rId6" Type="http://schemas.openxmlformats.org/officeDocument/2006/relationships/image" Target="../media/image61.emf"/><Relationship Id="rId11" Type="http://schemas.openxmlformats.org/officeDocument/2006/relationships/oleObject" Target="../embeddings/oleObject62.bin"/><Relationship Id="rId24" Type="http://schemas.openxmlformats.org/officeDocument/2006/relationships/image" Target="../media/image69.wmf"/><Relationship Id="rId5" Type="http://schemas.openxmlformats.org/officeDocument/2006/relationships/oleObject" Target="../embeddings/oleObject59.bin"/><Relationship Id="rId15" Type="http://schemas.openxmlformats.org/officeDocument/2006/relationships/oleObject" Target="../embeddings/oleObject64.bin"/><Relationship Id="rId23" Type="http://schemas.openxmlformats.org/officeDocument/2006/relationships/oleObject" Target="../embeddings/oleObject68.bin"/><Relationship Id="rId10" Type="http://schemas.openxmlformats.org/officeDocument/2006/relationships/image" Target="../media/image63.emf"/><Relationship Id="rId19" Type="http://schemas.openxmlformats.org/officeDocument/2006/relationships/oleObject" Target="../embeddings/oleObject66.bin"/><Relationship Id="rId4" Type="http://schemas.openxmlformats.org/officeDocument/2006/relationships/image" Target="../media/image60.emf"/><Relationship Id="rId9" Type="http://schemas.openxmlformats.org/officeDocument/2006/relationships/oleObject" Target="../embeddings/oleObject61.bin"/><Relationship Id="rId14" Type="http://schemas.openxmlformats.org/officeDocument/2006/relationships/image" Target="../media/image65.emf"/><Relationship Id="rId22" Type="http://schemas.openxmlformats.org/officeDocument/2006/relationships/image" Target="../media/image68.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slide" Target="slide7.xml"/><Relationship Id="rId4" Type="http://schemas.openxmlformats.org/officeDocument/2006/relationships/image" Target="../media/image70.emf"/></Relationships>
</file>

<file path=ppt/slides/_rels/slide16.xml.rels><?xml version="1.0" encoding="UTF-8" standalone="yes"?>
<Relationships xmlns="http://schemas.openxmlformats.org/package/2006/relationships"><Relationship Id="rId8" Type="http://schemas.openxmlformats.org/officeDocument/2006/relationships/image" Target="../media/image73.emf"/><Relationship Id="rId13" Type="http://schemas.openxmlformats.org/officeDocument/2006/relationships/slide" Target="slide7.xml"/><Relationship Id="rId3" Type="http://schemas.openxmlformats.org/officeDocument/2006/relationships/oleObject" Target="../embeddings/oleObject70.bin"/><Relationship Id="rId7" Type="http://schemas.openxmlformats.org/officeDocument/2006/relationships/oleObject" Target="../embeddings/oleObject72.bin"/><Relationship Id="rId12" Type="http://schemas.openxmlformats.org/officeDocument/2006/relationships/image" Target="../media/image75.e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72.emf"/><Relationship Id="rId11" Type="http://schemas.openxmlformats.org/officeDocument/2006/relationships/oleObject" Target="../embeddings/oleObject74.bin"/><Relationship Id="rId5" Type="http://schemas.openxmlformats.org/officeDocument/2006/relationships/oleObject" Target="../embeddings/oleObject71.bin"/><Relationship Id="rId10" Type="http://schemas.openxmlformats.org/officeDocument/2006/relationships/image" Target="../media/image74.emf"/><Relationship Id="rId4" Type="http://schemas.openxmlformats.org/officeDocument/2006/relationships/image" Target="../media/image71.emf"/><Relationship Id="rId9" Type="http://schemas.openxmlformats.org/officeDocument/2006/relationships/oleObject" Target="../embeddings/oleObject73.bin"/></Relationships>
</file>

<file path=ppt/slides/_rels/slide17.xml.rels><?xml version="1.0" encoding="UTF-8" standalone="yes"?>
<Relationships xmlns="http://schemas.openxmlformats.org/package/2006/relationships"><Relationship Id="rId8" Type="http://schemas.openxmlformats.org/officeDocument/2006/relationships/image" Target="../media/image78.emf"/><Relationship Id="rId3" Type="http://schemas.openxmlformats.org/officeDocument/2006/relationships/oleObject" Target="../embeddings/oleObject75.bin"/><Relationship Id="rId7" Type="http://schemas.openxmlformats.org/officeDocument/2006/relationships/oleObject" Target="../embeddings/oleObject77.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77.emf"/><Relationship Id="rId5" Type="http://schemas.openxmlformats.org/officeDocument/2006/relationships/oleObject" Target="../embeddings/oleObject76.bin"/><Relationship Id="rId10" Type="http://schemas.openxmlformats.org/officeDocument/2006/relationships/slide" Target="slide7.xml"/><Relationship Id="rId4" Type="http://schemas.openxmlformats.org/officeDocument/2006/relationships/image" Target="../media/image76.emf"/><Relationship Id="rId9" Type="http://schemas.openxmlformats.org/officeDocument/2006/relationships/image" Target="../media/image9.png"/></Relationships>
</file>

<file path=ppt/slides/_rels/slide18.xml.rels><?xml version="1.0" encoding="UTF-8" standalone="yes"?>
<Relationships xmlns="http://schemas.openxmlformats.org/package/2006/relationships"><Relationship Id="rId8" Type="http://schemas.openxmlformats.org/officeDocument/2006/relationships/image" Target="../media/image81.emf"/><Relationship Id="rId13" Type="http://schemas.openxmlformats.org/officeDocument/2006/relationships/oleObject" Target="../embeddings/oleObject83.bin"/><Relationship Id="rId18" Type="http://schemas.openxmlformats.org/officeDocument/2006/relationships/image" Target="../media/image86.emf"/><Relationship Id="rId3" Type="http://schemas.openxmlformats.org/officeDocument/2006/relationships/oleObject" Target="../embeddings/oleObject78.bin"/><Relationship Id="rId7" Type="http://schemas.openxmlformats.org/officeDocument/2006/relationships/oleObject" Target="../embeddings/oleObject80.bin"/><Relationship Id="rId12" Type="http://schemas.openxmlformats.org/officeDocument/2006/relationships/image" Target="../media/image83.emf"/><Relationship Id="rId17" Type="http://schemas.openxmlformats.org/officeDocument/2006/relationships/oleObject" Target="../embeddings/oleObject85.bin"/><Relationship Id="rId2" Type="http://schemas.openxmlformats.org/officeDocument/2006/relationships/slideLayout" Target="../slideLayouts/slideLayout7.xml"/><Relationship Id="rId16" Type="http://schemas.openxmlformats.org/officeDocument/2006/relationships/image" Target="../media/image85.emf"/><Relationship Id="rId1" Type="http://schemas.openxmlformats.org/officeDocument/2006/relationships/vmlDrawing" Target="../drawings/vmlDrawing11.vml"/><Relationship Id="rId6" Type="http://schemas.openxmlformats.org/officeDocument/2006/relationships/image" Target="../media/image80.emf"/><Relationship Id="rId11" Type="http://schemas.openxmlformats.org/officeDocument/2006/relationships/oleObject" Target="../embeddings/oleObject82.bin"/><Relationship Id="rId5" Type="http://schemas.openxmlformats.org/officeDocument/2006/relationships/oleObject" Target="../embeddings/oleObject79.bin"/><Relationship Id="rId15" Type="http://schemas.openxmlformats.org/officeDocument/2006/relationships/oleObject" Target="../embeddings/oleObject84.bin"/><Relationship Id="rId10" Type="http://schemas.openxmlformats.org/officeDocument/2006/relationships/image" Target="../media/image82.emf"/><Relationship Id="rId19" Type="http://schemas.openxmlformats.org/officeDocument/2006/relationships/slide" Target="slide7.xml"/><Relationship Id="rId4" Type="http://schemas.openxmlformats.org/officeDocument/2006/relationships/image" Target="../media/image79.emf"/><Relationship Id="rId9" Type="http://schemas.openxmlformats.org/officeDocument/2006/relationships/oleObject" Target="../embeddings/oleObject81.bin"/><Relationship Id="rId14" Type="http://schemas.openxmlformats.org/officeDocument/2006/relationships/image" Target="../media/image84.emf"/></Relationships>
</file>

<file path=ppt/slides/_rels/slide19.xml.rels><?xml version="1.0" encoding="UTF-8" standalone="yes"?>
<Relationships xmlns="http://schemas.openxmlformats.org/package/2006/relationships"><Relationship Id="rId8" Type="http://schemas.openxmlformats.org/officeDocument/2006/relationships/image" Target="../media/image89.emf"/><Relationship Id="rId3" Type="http://schemas.openxmlformats.org/officeDocument/2006/relationships/oleObject" Target="../embeddings/oleObject86.bin"/><Relationship Id="rId7" Type="http://schemas.openxmlformats.org/officeDocument/2006/relationships/oleObject" Target="../embeddings/oleObject88.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88.emf"/><Relationship Id="rId5" Type="http://schemas.openxmlformats.org/officeDocument/2006/relationships/oleObject" Target="../embeddings/oleObject87.bin"/><Relationship Id="rId4" Type="http://schemas.openxmlformats.org/officeDocument/2006/relationships/image" Target="../media/image87.emf"/><Relationship Id="rId9" Type="http://schemas.openxmlformats.org/officeDocument/2006/relationships/slide" Target="slide7.xml"/></Relationships>
</file>

<file path=ppt/slides/_rels/slide2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5.png"/><Relationship Id="rId7" Type="http://schemas.openxmlformats.org/officeDocument/2006/relationships/image" Target="../media/image91.e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90.bin"/><Relationship Id="rId5" Type="http://schemas.openxmlformats.org/officeDocument/2006/relationships/image" Target="../media/image90.emf"/><Relationship Id="rId4" Type="http://schemas.openxmlformats.org/officeDocument/2006/relationships/oleObject" Target="../embeddings/oleObject89.bin"/><Relationship Id="rId9" Type="http://schemas.openxmlformats.org/officeDocument/2006/relationships/slide" Target="slide7.xml"/></Relationships>
</file>

<file path=ppt/slides/_rels/slide21.xml.rels><?xml version="1.0" encoding="UTF-8" standalone="yes"?>
<Relationships xmlns="http://schemas.openxmlformats.org/package/2006/relationships"><Relationship Id="rId8" Type="http://schemas.openxmlformats.org/officeDocument/2006/relationships/image" Target="../media/image94.emf"/><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93.emf"/><Relationship Id="rId5" Type="http://schemas.openxmlformats.org/officeDocument/2006/relationships/oleObject" Target="../embeddings/oleObject92.bin"/><Relationship Id="rId4" Type="http://schemas.openxmlformats.org/officeDocument/2006/relationships/image" Target="../media/image92.emf"/><Relationship Id="rId9" Type="http://schemas.openxmlformats.org/officeDocument/2006/relationships/slide" Target="slide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slide" Target="slide7.xml"/><Relationship Id="rId5" Type="http://schemas.openxmlformats.org/officeDocument/2006/relationships/image" Target="../media/image45.png"/><Relationship Id="rId4" Type="http://schemas.openxmlformats.org/officeDocument/2006/relationships/image" Target="../media/image95.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95.bin"/><Relationship Id="rId7" Type="http://schemas.openxmlformats.org/officeDocument/2006/relationships/slide" Target="slide7.xml"/><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97.emf"/><Relationship Id="rId5" Type="http://schemas.openxmlformats.org/officeDocument/2006/relationships/oleObject" Target="../embeddings/oleObject96.bin"/><Relationship Id="rId4" Type="http://schemas.openxmlformats.org/officeDocument/2006/relationships/image" Target="../media/image96.emf"/></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26.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8" Type="http://schemas.openxmlformats.org/officeDocument/2006/relationships/image" Target="../media/image100.emf"/><Relationship Id="rId3" Type="http://schemas.openxmlformats.org/officeDocument/2006/relationships/oleObject" Target="../embeddings/oleObject97.bin"/><Relationship Id="rId7" Type="http://schemas.openxmlformats.org/officeDocument/2006/relationships/oleObject" Target="../embeddings/oleObject99.bin"/><Relationship Id="rId2" Type="http://schemas.openxmlformats.org/officeDocument/2006/relationships/slideLayout" Target="../slideLayouts/slideLayout6.xml"/><Relationship Id="rId1" Type="http://schemas.openxmlformats.org/officeDocument/2006/relationships/vmlDrawing" Target="../drawings/vmlDrawing17.vml"/><Relationship Id="rId6" Type="http://schemas.openxmlformats.org/officeDocument/2006/relationships/image" Target="../media/image99.emf"/><Relationship Id="rId11" Type="http://schemas.openxmlformats.org/officeDocument/2006/relationships/slide" Target="slide24.xml"/><Relationship Id="rId5" Type="http://schemas.openxmlformats.org/officeDocument/2006/relationships/oleObject" Target="../embeddings/oleObject98.bin"/><Relationship Id="rId10" Type="http://schemas.openxmlformats.org/officeDocument/2006/relationships/image" Target="../media/image101.emf"/><Relationship Id="rId4" Type="http://schemas.openxmlformats.org/officeDocument/2006/relationships/image" Target="../media/image98.emf"/><Relationship Id="rId9" Type="http://schemas.openxmlformats.org/officeDocument/2006/relationships/oleObject" Target="../embeddings/oleObject100.bin"/></Relationships>
</file>

<file path=ppt/slides/_rels/slide27.xml.rels><?xml version="1.0" encoding="UTF-8" standalone="yes"?>
<Relationships xmlns="http://schemas.openxmlformats.org/package/2006/relationships"><Relationship Id="rId8" Type="http://schemas.openxmlformats.org/officeDocument/2006/relationships/image" Target="../media/image104.emf"/><Relationship Id="rId13" Type="http://schemas.openxmlformats.org/officeDocument/2006/relationships/oleObject" Target="../embeddings/oleObject106.bin"/><Relationship Id="rId18" Type="http://schemas.openxmlformats.org/officeDocument/2006/relationships/image" Target="../media/image109.emf"/><Relationship Id="rId3" Type="http://schemas.openxmlformats.org/officeDocument/2006/relationships/oleObject" Target="../embeddings/oleObject101.bin"/><Relationship Id="rId21" Type="http://schemas.openxmlformats.org/officeDocument/2006/relationships/oleObject" Target="../embeddings/oleObject110.bin"/><Relationship Id="rId7" Type="http://schemas.openxmlformats.org/officeDocument/2006/relationships/oleObject" Target="../embeddings/oleObject103.bin"/><Relationship Id="rId12" Type="http://schemas.openxmlformats.org/officeDocument/2006/relationships/image" Target="../media/image106.emf"/><Relationship Id="rId17" Type="http://schemas.openxmlformats.org/officeDocument/2006/relationships/oleObject" Target="../embeddings/oleObject108.bin"/><Relationship Id="rId25" Type="http://schemas.openxmlformats.org/officeDocument/2006/relationships/slide" Target="slide24.xml"/><Relationship Id="rId2" Type="http://schemas.openxmlformats.org/officeDocument/2006/relationships/slideLayout" Target="../slideLayouts/slideLayout6.xml"/><Relationship Id="rId16" Type="http://schemas.openxmlformats.org/officeDocument/2006/relationships/image" Target="../media/image108.emf"/><Relationship Id="rId20" Type="http://schemas.openxmlformats.org/officeDocument/2006/relationships/image" Target="../media/image110.emf"/><Relationship Id="rId1" Type="http://schemas.openxmlformats.org/officeDocument/2006/relationships/vmlDrawing" Target="../drawings/vmlDrawing18.vml"/><Relationship Id="rId6" Type="http://schemas.openxmlformats.org/officeDocument/2006/relationships/image" Target="../media/image103.emf"/><Relationship Id="rId11" Type="http://schemas.openxmlformats.org/officeDocument/2006/relationships/oleObject" Target="../embeddings/oleObject105.bin"/><Relationship Id="rId24" Type="http://schemas.openxmlformats.org/officeDocument/2006/relationships/image" Target="../media/image112.emf"/><Relationship Id="rId5" Type="http://schemas.openxmlformats.org/officeDocument/2006/relationships/oleObject" Target="../embeddings/oleObject102.bin"/><Relationship Id="rId15" Type="http://schemas.openxmlformats.org/officeDocument/2006/relationships/oleObject" Target="../embeddings/oleObject107.bin"/><Relationship Id="rId23" Type="http://schemas.openxmlformats.org/officeDocument/2006/relationships/oleObject" Target="../embeddings/oleObject111.bin"/><Relationship Id="rId10" Type="http://schemas.openxmlformats.org/officeDocument/2006/relationships/image" Target="../media/image105.emf"/><Relationship Id="rId19" Type="http://schemas.openxmlformats.org/officeDocument/2006/relationships/oleObject" Target="../embeddings/oleObject109.bin"/><Relationship Id="rId4" Type="http://schemas.openxmlformats.org/officeDocument/2006/relationships/image" Target="../media/image102.emf"/><Relationship Id="rId9" Type="http://schemas.openxmlformats.org/officeDocument/2006/relationships/oleObject" Target="../embeddings/oleObject104.bin"/><Relationship Id="rId14" Type="http://schemas.openxmlformats.org/officeDocument/2006/relationships/image" Target="../media/image107.emf"/><Relationship Id="rId22" Type="http://schemas.openxmlformats.org/officeDocument/2006/relationships/image" Target="../media/image111.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12.bin"/><Relationship Id="rId7" Type="http://schemas.openxmlformats.org/officeDocument/2006/relationships/slide" Target="slide24.xml"/><Relationship Id="rId2" Type="http://schemas.openxmlformats.org/officeDocument/2006/relationships/slideLayout" Target="../slideLayouts/slideLayout6.xml"/><Relationship Id="rId1" Type="http://schemas.openxmlformats.org/officeDocument/2006/relationships/vmlDrawing" Target="../drawings/vmlDrawing19.vml"/><Relationship Id="rId6" Type="http://schemas.openxmlformats.org/officeDocument/2006/relationships/image" Target="../media/image114.emf"/><Relationship Id="rId5" Type="http://schemas.openxmlformats.org/officeDocument/2006/relationships/oleObject" Target="../embeddings/oleObject113.bin"/><Relationship Id="rId4" Type="http://schemas.openxmlformats.org/officeDocument/2006/relationships/image" Target="../media/image113.emf"/></Relationships>
</file>

<file path=ppt/slides/_rels/slide29.xml.rels><?xml version="1.0" encoding="UTF-8" standalone="yes"?>
<Relationships xmlns="http://schemas.openxmlformats.org/package/2006/relationships"><Relationship Id="rId8" Type="http://schemas.openxmlformats.org/officeDocument/2006/relationships/image" Target="../media/image117.emf"/><Relationship Id="rId13" Type="http://schemas.openxmlformats.org/officeDocument/2006/relationships/oleObject" Target="../embeddings/oleObject119.bin"/><Relationship Id="rId18" Type="http://schemas.openxmlformats.org/officeDocument/2006/relationships/image" Target="../media/image122.emf"/><Relationship Id="rId3" Type="http://schemas.openxmlformats.org/officeDocument/2006/relationships/oleObject" Target="../embeddings/oleObject114.bin"/><Relationship Id="rId7" Type="http://schemas.openxmlformats.org/officeDocument/2006/relationships/oleObject" Target="../embeddings/oleObject116.bin"/><Relationship Id="rId12" Type="http://schemas.openxmlformats.org/officeDocument/2006/relationships/image" Target="../media/image119.emf"/><Relationship Id="rId17" Type="http://schemas.openxmlformats.org/officeDocument/2006/relationships/oleObject" Target="../embeddings/oleObject121.bin"/><Relationship Id="rId2" Type="http://schemas.openxmlformats.org/officeDocument/2006/relationships/slideLayout" Target="../slideLayouts/slideLayout6.xml"/><Relationship Id="rId16" Type="http://schemas.openxmlformats.org/officeDocument/2006/relationships/image" Target="../media/image121.emf"/><Relationship Id="rId1" Type="http://schemas.openxmlformats.org/officeDocument/2006/relationships/vmlDrawing" Target="../drawings/vmlDrawing20.vml"/><Relationship Id="rId6" Type="http://schemas.openxmlformats.org/officeDocument/2006/relationships/image" Target="../media/image116.emf"/><Relationship Id="rId11" Type="http://schemas.openxmlformats.org/officeDocument/2006/relationships/oleObject" Target="../embeddings/oleObject118.bin"/><Relationship Id="rId5" Type="http://schemas.openxmlformats.org/officeDocument/2006/relationships/oleObject" Target="../embeddings/oleObject115.bin"/><Relationship Id="rId15" Type="http://schemas.openxmlformats.org/officeDocument/2006/relationships/oleObject" Target="../embeddings/oleObject120.bin"/><Relationship Id="rId10" Type="http://schemas.openxmlformats.org/officeDocument/2006/relationships/image" Target="../media/image118.emf"/><Relationship Id="rId19" Type="http://schemas.openxmlformats.org/officeDocument/2006/relationships/slide" Target="slide24.xml"/><Relationship Id="rId4" Type="http://schemas.openxmlformats.org/officeDocument/2006/relationships/image" Target="../media/image115.emf"/><Relationship Id="rId9" Type="http://schemas.openxmlformats.org/officeDocument/2006/relationships/oleObject" Target="../embeddings/oleObject117.bin"/><Relationship Id="rId14" Type="http://schemas.openxmlformats.org/officeDocument/2006/relationships/image" Target="../media/image120.emf"/></Relationships>
</file>

<file path=ppt/slides/_rels/slide30.xml.rels><?xml version="1.0" encoding="UTF-8" standalone="yes"?>
<Relationships xmlns="http://schemas.openxmlformats.org/package/2006/relationships"><Relationship Id="rId8" Type="http://schemas.openxmlformats.org/officeDocument/2006/relationships/image" Target="../media/image125.emf"/><Relationship Id="rId13" Type="http://schemas.openxmlformats.org/officeDocument/2006/relationships/oleObject" Target="../embeddings/oleObject127.bin"/><Relationship Id="rId18" Type="http://schemas.openxmlformats.org/officeDocument/2006/relationships/image" Target="../media/image130.emf"/><Relationship Id="rId3" Type="http://schemas.openxmlformats.org/officeDocument/2006/relationships/oleObject" Target="../embeddings/oleObject122.bin"/><Relationship Id="rId21" Type="http://schemas.openxmlformats.org/officeDocument/2006/relationships/oleObject" Target="../embeddings/oleObject131.bin"/><Relationship Id="rId7" Type="http://schemas.openxmlformats.org/officeDocument/2006/relationships/oleObject" Target="../embeddings/oleObject124.bin"/><Relationship Id="rId12" Type="http://schemas.openxmlformats.org/officeDocument/2006/relationships/image" Target="../media/image127.emf"/><Relationship Id="rId17" Type="http://schemas.openxmlformats.org/officeDocument/2006/relationships/oleObject" Target="../embeddings/oleObject129.bin"/><Relationship Id="rId2" Type="http://schemas.openxmlformats.org/officeDocument/2006/relationships/slideLayout" Target="../slideLayouts/slideLayout6.xml"/><Relationship Id="rId16" Type="http://schemas.openxmlformats.org/officeDocument/2006/relationships/image" Target="../media/image129.emf"/><Relationship Id="rId20" Type="http://schemas.openxmlformats.org/officeDocument/2006/relationships/image" Target="../media/image131.emf"/><Relationship Id="rId1" Type="http://schemas.openxmlformats.org/officeDocument/2006/relationships/vmlDrawing" Target="../drawings/vmlDrawing21.vml"/><Relationship Id="rId6" Type="http://schemas.openxmlformats.org/officeDocument/2006/relationships/image" Target="../media/image124.emf"/><Relationship Id="rId11" Type="http://schemas.openxmlformats.org/officeDocument/2006/relationships/oleObject" Target="../embeddings/oleObject126.bin"/><Relationship Id="rId5" Type="http://schemas.openxmlformats.org/officeDocument/2006/relationships/oleObject" Target="../embeddings/oleObject123.bin"/><Relationship Id="rId15" Type="http://schemas.openxmlformats.org/officeDocument/2006/relationships/oleObject" Target="../embeddings/oleObject128.bin"/><Relationship Id="rId23" Type="http://schemas.openxmlformats.org/officeDocument/2006/relationships/slide" Target="slide24.xml"/><Relationship Id="rId10" Type="http://schemas.openxmlformats.org/officeDocument/2006/relationships/image" Target="../media/image126.emf"/><Relationship Id="rId19" Type="http://schemas.openxmlformats.org/officeDocument/2006/relationships/oleObject" Target="../embeddings/oleObject130.bin"/><Relationship Id="rId4" Type="http://schemas.openxmlformats.org/officeDocument/2006/relationships/image" Target="../media/image123.emf"/><Relationship Id="rId9" Type="http://schemas.openxmlformats.org/officeDocument/2006/relationships/oleObject" Target="../embeddings/oleObject125.bin"/><Relationship Id="rId14" Type="http://schemas.openxmlformats.org/officeDocument/2006/relationships/image" Target="../media/image128.emf"/><Relationship Id="rId22" Type="http://schemas.openxmlformats.org/officeDocument/2006/relationships/image" Target="../media/image132.emf"/></Relationships>
</file>

<file path=ppt/slides/_rels/slide31.xml.rels><?xml version="1.0" encoding="UTF-8" standalone="yes"?>
<Relationships xmlns="http://schemas.openxmlformats.org/package/2006/relationships"><Relationship Id="rId8" Type="http://schemas.openxmlformats.org/officeDocument/2006/relationships/image" Target="../media/image135.emf"/><Relationship Id="rId13" Type="http://schemas.openxmlformats.org/officeDocument/2006/relationships/oleObject" Target="../embeddings/oleObject137.bin"/><Relationship Id="rId18" Type="http://schemas.openxmlformats.org/officeDocument/2006/relationships/image" Target="../media/image140.emf"/><Relationship Id="rId3" Type="http://schemas.openxmlformats.org/officeDocument/2006/relationships/oleObject" Target="../embeddings/oleObject132.bin"/><Relationship Id="rId21" Type="http://schemas.openxmlformats.org/officeDocument/2006/relationships/slide" Target="slide24.xml"/><Relationship Id="rId7" Type="http://schemas.openxmlformats.org/officeDocument/2006/relationships/oleObject" Target="../embeddings/oleObject134.bin"/><Relationship Id="rId12" Type="http://schemas.openxmlformats.org/officeDocument/2006/relationships/image" Target="../media/image137.emf"/><Relationship Id="rId17" Type="http://schemas.openxmlformats.org/officeDocument/2006/relationships/oleObject" Target="../embeddings/oleObject139.bin"/><Relationship Id="rId2" Type="http://schemas.openxmlformats.org/officeDocument/2006/relationships/slideLayout" Target="../slideLayouts/slideLayout6.xml"/><Relationship Id="rId16" Type="http://schemas.openxmlformats.org/officeDocument/2006/relationships/image" Target="../media/image139.emf"/><Relationship Id="rId20" Type="http://schemas.openxmlformats.org/officeDocument/2006/relationships/image" Target="../media/image141.emf"/><Relationship Id="rId1" Type="http://schemas.openxmlformats.org/officeDocument/2006/relationships/vmlDrawing" Target="../drawings/vmlDrawing22.vml"/><Relationship Id="rId6" Type="http://schemas.openxmlformats.org/officeDocument/2006/relationships/image" Target="../media/image134.emf"/><Relationship Id="rId11" Type="http://schemas.openxmlformats.org/officeDocument/2006/relationships/oleObject" Target="../embeddings/oleObject136.bin"/><Relationship Id="rId5" Type="http://schemas.openxmlformats.org/officeDocument/2006/relationships/oleObject" Target="../embeddings/oleObject133.bin"/><Relationship Id="rId15" Type="http://schemas.openxmlformats.org/officeDocument/2006/relationships/oleObject" Target="../embeddings/oleObject138.bin"/><Relationship Id="rId10" Type="http://schemas.openxmlformats.org/officeDocument/2006/relationships/image" Target="../media/image136.emf"/><Relationship Id="rId19" Type="http://schemas.openxmlformats.org/officeDocument/2006/relationships/oleObject" Target="../embeddings/oleObject140.bin"/><Relationship Id="rId4" Type="http://schemas.openxmlformats.org/officeDocument/2006/relationships/image" Target="../media/image133.emf"/><Relationship Id="rId9" Type="http://schemas.openxmlformats.org/officeDocument/2006/relationships/oleObject" Target="../embeddings/oleObject135.bin"/><Relationship Id="rId14" Type="http://schemas.openxmlformats.org/officeDocument/2006/relationships/image" Target="../media/image138.emf"/></Relationships>
</file>

<file path=ppt/slides/_rels/slide32.xml.rels><?xml version="1.0" encoding="UTF-8" standalone="yes"?>
<Relationships xmlns="http://schemas.openxmlformats.org/package/2006/relationships"><Relationship Id="rId8" Type="http://schemas.openxmlformats.org/officeDocument/2006/relationships/image" Target="../media/image144.emf"/><Relationship Id="rId3" Type="http://schemas.openxmlformats.org/officeDocument/2006/relationships/oleObject" Target="../embeddings/oleObject141.bin"/><Relationship Id="rId7" Type="http://schemas.openxmlformats.org/officeDocument/2006/relationships/oleObject" Target="../embeddings/oleObject143.bin"/><Relationship Id="rId2" Type="http://schemas.openxmlformats.org/officeDocument/2006/relationships/slideLayout" Target="../slideLayouts/slideLayout6.xml"/><Relationship Id="rId1" Type="http://schemas.openxmlformats.org/officeDocument/2006/relationships/vmlDrawing" Target="../drawings/vmlDrawing23.vml"/><Relationship Id="rId6" Type="http://schemas.openxmlformats.org/officeDocument/2006/relationships/image" Target="../media/image143.wmf"/><Relationship Id="rId5" Type="http://schemas.openxmlformats.org/officeDocument/2006/relationships/oleObject" Target="../embeddings/oleObject142.bin"/><Relationship Id="rId4" Type="http://schemas.openxmlformats.org/officeDocument/2006/relationships/image" Target="../media/image142.emf"/><Relationship Id="rId9" Type="http://schemas.openxmlformats.org/officeDocument/2006/relationships/slide" Target="slide24.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44.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146.emf"/><Relationship Id="rId5" Type="http://schemas.openxmlformats.org/officeDocument/2006/relationships/oleObject" Target="../embeddings/oleObject145.bin"/><Relationship Id="rId4" Type="http://schemas.openxmlformats.org/officeDocument/2006/relationships/image" Target="../media/image14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0"/>
          </p:nvPr>
        </p:nvSpPr>
        <p:spPr/>
        <p:txBody>
          <a:bodyPr/>
          <a:lstStyle/>
          <a:p>
            <a:pPr>
              <a:defRPr/>
            </a:pPr>
            <a:fld id="{4020FD4A-70F8-49E3-9945-D88BD468E596}" type="slidenum">
              <a:rPr lang="en-US" altLang="zh-CN"/>
              <a:pPr>
                <a:defRPr/>
              </a:pPr>
              <a:t>1</a:t>
            </a:fld>
            <a:endParaRPr lang="en-US" altLang="zh-CN"/>
          </a:p>
        </p:txBody>
      </p:sp>
      <p:sp>
        <p:nvSpPr>
          <p:cNvPr id="2051" name="Rectangle 2"/>
          <p:cNvSpPr>
            <a:spLocks noGrp="1" noChangeArrowheads="1"/>
          </p:cNvSpPr>
          <p:nvPr>
            <p:ph type="title"/>
          </p:nvPr>
        </p:nvSpPr>
        <p:spPr bwMode="auto">
          <a:xfrm>
            <a:off x="87313" y="706438"/>
            <a:ext cx="8805862" cy="4905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US" altLang="zh-CN" sz="2800" b="1" smtClean="0">
                <a:solidFill>
                  <a:schemeClr val="bg1"/>
                </a:solidFill>
                <a:latin typeface="Times New Roman" pitchFamily="18" charset="0"/>
                <a:ea typeface="幼圆" pitchFamily="49" charset="-122"/>
              </a:rPr>
              <a:t>3.4    </a:t>
            </a:r>
            <a:r>
              <a:rPr lang="zh-CN" altLang="en-US" sz="2800" b="1" smtClean="0">
                <a:solidFill>
                  <a:schemeClr val="bg1"/>
                </a:solidFill>
                <a:latin typeface="幼圆" pitchFamily="49" charset="-122"/>
                <a:ea typeface="幼圆" pitchFamily="49" charset="-122"/>
              </a:rPr>
              <a:t>静态场的边值问题及解的唯一性定理</a:t>
            </a:r>
          </a:p>
        </p:txBody>
      </p:sp>
      <p:sp>
        <p:nvSpPr>
          <p:cNvPr id="2052" name="Rectangle 3"/>
          <p:cNvSpPr>
            <a:spLocks noGrp="1" noChangeArrowheads="1"/>
          </p:cNvSpPr>
          <p:nvPr>
            <p:ph type="body" idx="1"/>
          </p:nvPr>
        </p:nvSpPr>
        <p:spPr bwMode="auto">
          <a:xfrm>
            <a:off x="2268538" y="3068638"/>
            <a:ext cx="4751387" cy="2089150"/>
          </a:xfrm>
          <a:solidFill>
            <a:srgbClr val="CCFFFF"/>
          </a:solidFill>
          <a:ln w="15875">
            <a:solidFill>
              <a:srgbClr val="FF0000"/>
            </a:solidFill>
            <a:miter lim="800000"/>
            <a:headEnd/>
            <a:tailEnd/>
          </a:ln>
        </p:spPr>
        <p:txBody>
          <a:bodyPr vert="horz" wrap="square" lIns="91440" tIns="45720" rIns="91440" bIns="45720" numCol="1" anchor="t" anchorCtr="0" compatLnSpc="1">
            <a:prstTxWarp prst="textNoShape">
              <a:avLst/>
            </a:prstTxWarp>
          </a:bodyPr>
          <a:lstStyle/>
          <a:p>
            <a:pPr eaLnBrk="1" hangingPunct="1">
              <a:lnSpc>
                <a:spcPct val="140000"/>
              </a:lnSpc>
            </a:pPr>
            <a:r>
              <a:rPr kumimoji="1" lang="en-US" altLang="zh-CN" b="1" dirty="0" smtClean="0">
                <a:solidFill>
                  <a:schemeClr val="bg1"/>
                </a:solidFill>
                <a:effectLst/>
                <a:latin typeface="Times New Roman" pitchFamily="18" charset="0"/>
                <a:ea typeface="幼圆" pitchFamily="49" charset="-122"/>
              </a:rPr>
              <a:t>                 </a:t>
            </a:r>
            <a:r>
              <a:rPr kumimoji="1" lang="zh-CN" altLang="en-US" b="1" dirty="0" smtClean="0">
                <a:solidFill>
                  <a:srgbClr val="990000"/>
                </a:solidFill>
                <a:effectLst/>
                <a:latin typeface="Times New Roman" pitchFamily="18" charset="0"/>
                <a:ea typeface="隶书" pitchFamily="49" charset="-122"/>
              </a:rPr>
              <a:t>本节内容</a:t>
            </a:r>
            <a:endParaRPr kumimoji="1" lang="zh-CN" altLang="en-US" b="1" dirty="0" smtClean="0">
              <a:effectLst/>
              <a:latin typeface="Times New Roman" pitchFamily="18" charset="0"/>
              <a:ea typeface="隶书" pitchFamily="49" charset="-122"/>
            </a:endParaRPr>
          </a:p>
          <a:p>
            <a:pPr eaLnBrk="1" hangingPunct="1"/>
            <a:r>
              <a:rPr kumimoji="1" lang="en-US" altLang="zh-CN" sz="2400" b="1" dirty="0" smtClean="0">
                <a:effectLst/>
                <a:latin typeface="Times New Roman" pitchFamily="18" charset="0"/>
                <a:ea typeface="幼圆" pitchFamily="49" charset="-122"/>
              </a:rPr>
              <a:t>3.4.1   </a:t>
            </a:r>
            <a:r>
              <a:rPr kumimoji="1" lang="zh-CN" altLang="en-US" sz="2400" b="1" dirty="0" smtClean="0">
                <a:effectLst/>
                <a:latin typeface="Times New Roman" pitchFamily="18" charset="0"/>
                <a:hlinkClick r:id="rId2" action="ppaction://hlinksldjump"/>
              </a:rPr>
              <a:t>边值问题的类型</a:t>
            </a:r>
            <a:endParaRPr kumimoji="1" lang="zh-CN" altLang="en-US" sz="2400" b="1" dirty="0" smtClean="0">
              <a:effectLst/>
              <a:latin typeface="Times New Roman" pitchFamily="18" charset="0"/>
            </a:endParaRPr>
          </a:p>
          <a:p>
            <a:pPr eaLnBrk="1" hangingPunct="1">
              <a:lnSpc>
                <a:spcPct val="150000"/>
              </a:lnSpc>
              <a:spcBef>
                <a:spcPct val="0"/>
              </a:spcBef>
            </a:pPr>
            <a:r>
              <a:rPr kumimoji="1" lang="en-US" altLang="zh-CN" sz="2400" b="1" dirty="0" smtClean="0">
                <a:effectLst/>
                <a:latin typeface="Times New Roman" pitchFamily="18" charset="0"/>
                <a:ea typeface="幼圆" pitchFamily="49" charset="-122"/>
              </a:rPr>
              <a:t>3.4.2   </a:t>
            </a:r>
            <a:r>
              <a:rPr kumimoji="1" lang="zh-CN" altLang="en-US" sz="2400" b="1" dirty="0" smtClean="0">
                <a:effectLst/>
                <a:latin typeface="Times New Roman" pitchFamily="18" charset="0"/>
                <a:hlinkClick r:id="rId3" action="ppaction://hlinksldjump"/>
              </a:rPr>
              <a:t>静电场的唯一性定理</a:t>
            </a:r>
            <a:r>
              <a:rPr kumimoji="1" lang="zh-CN" altLang="en-US" b="1" dirty="0" smtClean="0">
                <a:effectLst/>
                <a:latin typeface="Times New Roman" pitchFamily="18" charset="0"/>
                <a:ea typeface="幼圆" pitchFamily="49" charset="-122"/>
              </a:rPr>
              <a:t>	</a:t>
            </a:r>
          </a:p>
        </p:txBody>
      </p:sp>
      <p:sp>
        <p:nvSpPr>
          <p:cNvPr id="2053" name="Text Box 9"/>
          <p:cNvSpPr txBox="1">
            <a:spLocks noChangeArrowheads="1"/>
          </p:cNvSpPr>
          <p:nvPr/>
        </p:nvSpPr>
        <p:spPr bwMode="auto">
          <a:xfrm>
            <a:off x="120650" y="1450975"/>
            <a:ext cx="8843963"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zh-CN" altLang="en-US" b="1">
                <a:solidFill>
                  <a:schemeClr val="bg1"/>
                </a:solidFill>
                <a:sym typeface="Symbol" pitchFamily="18" charset="2"/>
              </a:rPr>
              <a:t>      </a:t>
            </a:r>
            <a:r>
              <a:rPr kumimoji="1" lang="zh-CN" altLang="en-US" b="1">
                <a:solidFill>
                  <a:schemeClr val="bg1"/>
                </a:solidFill>
                <a:ea typeface="宋体" pitchFamily="2" charset="-122"/>
              </a:rPr>
              <a:t>边值问题</a:t>
            </a:r>
            <a:r>
              <a:rPr kumimoji="1" lang="zh-CN" altLang="en-US" b="1">
                <a:solidFill>
                  <a:schemeClr val="bg1"/>
                </a:solidFill>
              </a:rPr>
              <a:t>：在给定的边界条件下，求解位函数的泊松方程或 </a:t>
            </a:r>
          </a:p>
          <a:p>
            <a:pPr algn="just" eaLnBrk="1" hangingPunct="1">
              <a:lnSpc>
                <a:spcPct val="130000"/>
              </a:lnSpc>
              <a:spcBef>
                <a:spcPct val="0"/>
              </a:spcBef>
            </a:pPr>
            <a:r>
              <a:rPr kumimoji="1" lang="zh-CN" altLang="en-US" b="1">
                <a:solidFill>
                  <a:schemeClr val="bg1"/>
                </a:solidFill>
              </a:rPr>
              <a:t>                         拉普拉斯方程。</a:t>
            </a:r>
            <a:endParaRPr lang="zh-CN" altLang="en-US" b="1">
              <a:solidFill>
                <a:schemeClr val="bg1"/>
              </a:solidFill>
            </a:endParaRPr>
          </a:p>
        </p:txBody>
      </p:sp>
      <p:sp>
        <p:nvSpPr>
          <p:cNvPr id="2054" name="AutoShape 20">
            <a:hlinkClick r:id="rId2"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055" name="AutoShape 21">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056" name="AutoShape 22">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057" name="AutoShape 23">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灯片编号占位符 4"/>
          <p:cNvSpPr>
            <a:spLocks noGrp="1"/>
          </p:cNvSpPr>
          <p:nvPr>
            <p:ph type="sldNum" sz="quarter" idx="10"/>
          </p:nvPr>
        </p:nvSpPr>
        <p:spPr/>
        <p:txBody>
          <a:bodyPr/>
          <a:lstStyle/>
          <a:p>
            <a:pPr>
              <a:defRPr/>
            </a:pPr>
            <a:fld id="{C6F2AFBF-3EEE-4570-ADA7-62AAE7A208D4}" type="slidenum">
              <a:rPr lang="en-US" altLang="zh-CN"/>
              <a:pPr>
                <a:defRPr/>
              </a:pPr>
              <a:t>2</a:t>
            </a:fld>
            <a:endParaRPr lang="en-US" altLang="zh-CN"/>
          </a:p>
        </p:txBody>
      </p:sp>
      <p:sp>
        <p:nvSpPr>
          <p:cNvPr id="910339" name="Rectangle 3"/>
          <p:cNvSpPr>
            <a:spLocks noGrp="1" noChangeArrowheads="1"/>
          </p:cNvSpPr>
          <p:nvPr>
            <p:ph type="body" sz="half" idx="1"/>
          </p:nvPr>
        </p:nvSpPr>
        <p:spPr bwMode="auto">
          <a:xfrm>
            <a:off x="250825" y="692150"/>
            <a:ext cx="4038600" cy="7191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r>
              <a:rPr kumimoji="1" lang="en-US" altLang="zh-CN" b="1" smtClean="0">
                <a:solidFill>
                  <a:schemeClr val="bg1"/>
                </a:solidFill>
                <a:effectLst/>
                <a:latin typeface="Times New Roman" pitchFamily="18" charset="0"/>
                <a:ea typeface="幼圆" pitchFamily="49" charset="-122"/>
              </a:rPr>
              <a:t>3.4.1  </a:t>
            </a:r>
            <a:r>
              <a:rPr kumimoji="1" lang="zh-CN" altLang="en-US" b="1" smtClean="0">
                <a:solidFill>
                  <a:schemeClr val="bg1"/>
                </a:solidFill>
                <a:effectLst/>
                <a:latin typeface="Times New Roman" pitchFamily="18" charset="0"/>
                <a:ea typeface="幼圆" pitchFamily="49" charset="-122"/>
              </a:rPr>
              <a:t>边值问题的类型</a:t>
            </a:r>
            <a:r>
              <a:rPr kumimoji="1" lang="zh-CN" altLang="en-US" sz="2000" b="1" smtClean="0">
                <a:solidFill>
                  <a:schemeClr val="bg1"/>
                </a:solidFill>
                <a:effectLst/>
                <a:latin typeface="幼圆" pitchFamily="49" charset="-122"/>
                <a:ea typeface="幼圆" pitchFamily="49" charset="-122"/>
              </a:rPr>
              <a:t>	</a:t>
            </a:r>
            <a:endParaRPr kumimoji="1" lang="zh-CN" altLang="en-US" sz="2000" b="1" smtClean="0">
              <a:solidFill>
                <a:schemeClr val="bg1"/>
              </a:solidFill>
              <a:effectLst/>
              <a:latin typeface="Times New Roman" pitchFamily="18" charset="0"/>
              <a:ea typeface="楷体_GB2312" pitchFamily="49" charset="-122"/>
            </a:endParaRPr>
          </a:p>
        </p:txBody>
      </p:sp>
      <p:graphicFrame>
        <p:nvGraphicFramePr>
          <p:cNvPr id="910340" name="Object 4"/>
          <p:cNvGraphicFramePr>
            <a:graphicFrameLocks noChangeAspect="1"/>
          </p:cNvGraphicFramePr>
          <p:nvPr/>
        </p:nvGraphicFramePr>
        <p:xfrm>
          <a:off x="1835150" y="2565400"/>
          <a:ext cx="1417638" cy="455613"/>
        </p:xfrm>
        <a:graphic>
          <a:graphicData uri="http://schemas.openxmlformats.org/presentationml/2006/ole">
            <mc:AlternateContent xmlns:mc="http://schemas.openxmlformats.org/markup-compatibility/2006">
              <mc:Choice xmlns:v="urn:schemas-microsoft-com:vml" Requires="v">
                <p:oleObj spid="_x0000_s3285" name="Equation" r:id="rId3" imgW="619085" imgH="133453" progId="Equation.DSMT4">
                  <p:embed/>
                </p:oleObj>
              </mc:Choice>
              <mc:Fallback>
                <p:oleObj name="Equation" r:id="rId3" imgW="619085" imgH="133453"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2565400"/>
                        <a:ext cx="1417638"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0341" name="Text Box 5"/>
          <p:cNvSpPr txBox="1">
            <a:spLocks noChangeArrowheads="1"/>
          </p:cNvSpPr>
          <p:nvPr/>
        </p:nvSpPr>
        <p:spPr bwMode="auto">
          <a:xfrm>
            <a:off x="611188" y="1844675"/>
            <a:ext cx="61722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kumimoji="1" lang="zh-CN" altLang="en-US" b="1">
                <a:solidFill>
                  <a:schemeClr val="bg1"/>
                </a:solidFill>
                <a:latin typeface="楷体_GB2312" pitchFamily="49" charset="-122"/>
              </a:rPr>
              <a:t>已知场域边界面</a:t>
            </a:r>
            <a:r>
              <a:rPr kumimoji="1" lang="en-US" altLang="zh-CN" b="1" i="1">
                <a:solidFill>
                  <a:schemeClr val="bg1"/>
                </a:solidFill>
                <a:latin typeface="Times New Roman" pitchFamily="18" charset="0"/>
              </a:rPr>
              <a:t>S </a:t>
            </a:r>
            <a:r>
              <a:rPr kumimoji="1" lang="zh-CN" altLang="en-US" b="1">
                <a:solidFill>
                  <a:schemeClr val="bg1"/>
                </a:solidFill>
                <a:latin typeface="楷体_GB2312" pitchFamily="49" charset="-122"/>
              </a:rPr>
              <a:t>上的位函数值，即</a:t>
            </a:r>
          </a:p>
        </p:txBody>
      </p:sp>
      <p:graphicFrame>
        <p:nvGraphicFramePr>
          <p:cNvPr id="910342" name="Object 6"/>
          <p:cNvGraphicFramePr>
            <a:graphicFrameLocks noChangeAspect="1"/>
          </p:cNvGraphicFramePr>
          <p:nvPr/>
        </p:nvGraphicFramePr>
        <p:xfrm>
          <a:off x="3851275" y="5734050"/>
          <a:ext cx="1824038" cy="785813"/>
        </p:xfrm>
        <a:graphic>
          <a:graphicData uri="http://schemas.openxmlformats.org/presentationml/2006/ole">
            <mc:AlternateContent xmlns:mc="http://schemas.openxmlformats.org/markup-compatibility/2006">
              <mc:Choice xmlns:v="urn:schemas-microsoft-com:vml" Requires="v">
                <p:oleObj spid="_x0000_s3286" name="Equation" r:id="rId5" imgW="819316" imgH="295404" progId="Equation.DSMT4">
                  <p:embed/>
                </p:oleObj>
              </mc:Choice>
              <mc:Fallback>
                <p:oleObj name="Equation" r:id="rId5" imgW="819316" imgH="295404"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1275" y="5734050"/>
                        <a:ext cx="1824038"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0343" name="Object 7"/>
          <p:cNvGraphicFramePr>
            <a:graphicFrameLocks noChangeAspect="1"/>
          </p:cNvGraphicFramePr>
          <p:nvPr/>
        </p:nvGraphicFramePr>
        <p:xfrm>
          <a:off x="1914525" y="5876925"/>
          <a:ext cx="1649413" cy="482600"/>
        </p:xfrm>
        <a:graphic>
          <a:graphicData uri="http://schemas.openxmlformats.org/presentationml/2006/ole">
            <mc:AlternateContent xmlns:mc="http://schemas.openxmlformats.org/markup-compatibility/2006">
              <mc:Choice xmlns:v="urn:schemas-microsoft-com:vml" Requires="v">
                <p:oleObj spid="_x0000_s3287" name="Equation" r:id="rId7" imgW="733255" imgH="142836" progId="Equation.DSMT4">
                  <p:embed/>
                </p:oleObj>
              </mc:Choice>
              <mc:Fallback>
                <p:oleObj name="Equation" r:id="rId7" imgW="733255" imgH="142836"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14525" y="5876925"/>
                        <a:ext cx="1649413"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0344" name="Object 8"/>
          <p:cNvGraphicFramePr>
            <a:graphicFrameLocks noChangeAspect="1"/>
          </p:cNvGraphicFramePr>
          <p:nvPr/>
        </p:nvGraphicFramePr>
        <p:xfrm>
          <a:off x="7121525" y="3573463"/>
          <a:ext cx="1670050" cy="784225"/>
        </p:xfrm>
        <a:graphic>
          <a:graphicData uri="http://schemas.openxmlformats.org/presentationml/2006/ole">
            <mc:AlternateContent xmlns:mc="http://schemas.openxmlformats.org/markup-compatibility/2006">
              <mc:Choice xmlns:v="urn:schemas-microsoft-com:vml" Requires="v">
                <p:oleObj spid="_x0000_s3288" name="Equation" r:id="rId9" imgW="742972" imgH="295404" progId="Equation.DSMT4">
                  <p:embed/>
                </p:oleObj>
              </mc:Choice>
              <mc:Fallback>
                <p:oleObj name="Equation" r:id="rId9" imgW="742972" imgH="295404"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21525" y="3573463"/>
                        <a:ext cx="1670050"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0346" name="Text Box 10"/>
          <p:cNvSpPr txBox="1">
            <a:spLocks noChangeArrowheads="1"/>
          </p:cNvSpPr>
          <p:nvPr/>
        </p:nvSpPr>
        <p:spPr bwMode="auto">
          <a:xfrm>
            <a:off x="168275" y="1341438"/>
            <a:ext cx="706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buFontTx/>
              <a:buBlip>
                <a:blip r:embed="rId11"/>
              </a:buBlip>
            </a:pPr>
            <a:r>
              <a:rPr kumimoji="1" lang="zh-CN" altLang="en-US" b="1">
                <a:solidFill>
                  <a:srgbClr val="FF0000"/>
                </a:solidFill>
                <a:latin typeface="楷体_GB2312" pitchFamily="49" charset="-122"/>
                <a:sym typeface="Symbol" pitchFamily="18" charset="2"/>
              </a:rPr>
              <a:t>　</a:t>
            </a:r>
            <a:r>
              <a:rPr kumimoji="1" lang="zh-CN" altLang="en-US" b="1">
                <a:solidFill>
                  <a:schemeClr val="bg1"/>
                </a:solidFill>
              </a:rPr>
              <a:t>第一类（</a:t>
            </a:r>
            <a:r>
              <a:rPr kumimoji="1" lang="zh-CN" altLang="en-US" b="1">
                <a:solidFill>
                  <a:srgbClr val="FF0000"/>
                </a:solidFill>
              </a:rPr>
              <a:t>狄里赫利</a:t>
            </a:r>
            <a:r>
              <a:rPr kumimoji="1" lang="zh-CN" altLang="en-US" b="1">
                <a:solidFill>
                  <a:schemeClr val="bg1"/>
                </a:solidFill>
              </a:rPr>
              <a:t>问题）</a:t>
            </a:r>
            <a:endParaRPr lang="zh-CN" altLang="en-US" b="1">
              <a:solidFill>
                <a:schemeClr val="bg1"/>
              </a:solidFill>
            </a:endParaRPr>
          </a:p>
        </p:txBody>
      </p:sp>
      <p:sp>
        <p:nvSpPr>
          <p:cNvPr id="910347" name="Text Box 11"/>
          <p:cNvSpPr txBox="1">
            <a:spLocks noChangeArrowheads="1"/>
          </p:cNvSpPr>
          <p:nvPr/>
        </p:nvSpPr>
        <p:spPr bwMode="auto">
          <a:xfrm>
            <a:off x="684213" y="3644900"/>
            <a:ext cx="734377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kumimoji="1" lang="zh-CN" altLang="en-US" b="1">
                <a:solidFill>
                  <a:schemeClr val="bg1"/>
                </a:solidFill>
                <a:latin typeface="楷体_GB2312" pitchFamily="49" charset="-122"/>
              </a:rPr>
              <a:t>已知场域边界面</a:t>
            </a:r>
            <a:r>
              <a:rPr kumimoji="1" lang="en-US" altLang="zh-CN" b="1" i="1">
                <a:solidFill>
                  <a:schemeClr val="bg1"/>
                </a:solidFill>
                <a:latin typeface="Times New Roman" pitchFamily="18" charset="0"/>
              </a:rPr>
              <a:t>S </a:t>
            </a:r>
            <a:r>
              <a:rPr kumimoji="1" lang="zh-CN" altLang="en-US" b="1">
                <a:solidFill>
                  <a:schemeClr val="bg1"/>
                </a:solidFill>
                <a:latin typeface="楷体_GB2312" pitchFamily="49" charset="-122"/>
              </a:rPr>
              <a:t>上的位函数的法向导数值，即</a:t>
            </a:r>
          </a:p>
        </p:txBody>
      </p:sp>
      <p:sp>
        <p:nvSpPr>
          <p:cNvPr id="910348" name="Text Box 12"/>
          <p:cNvSpPr txBox="1">
            <a:spLocks noChangeArrowheads="1"/>
          </p:cNvSpPr>
          <p:nvPr/>
        </p:nvSpPr>
        <p:spPr bwMode="auto">
          <a:xfrm>
            <a:off x="0" y="4797425"/>
            <a:ext cx="91440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kumimoji="1" lang="en-US" altLang="zh-CN" b="1">
                <a:solidFill>
                  <a:schemeClr val="bg1"/>
                </a:solidFill>
                <a:latin typeface="楷体_GB2312" pitchFamily="49" charset="-122"/>
              </a:rPr>
              <a:t>    </a:t>
            </a:r>
            <a:r>
              <a:rPr kumimoji="1" lang="zh-CN" altLang="en-US" b="1">
                <a:solidFill>
                  <a:schemeClr val="bg1"/>
                </a:solidFill>
                <a:latin typeface="楷体_GB2312" pitchFamily="49" charset="-122"/>
              </a:rPr>
              <a:t>已知场域一部分边界面</a:t>
            </a:r>
            <a:r>
              <a:rPr kumimoji="1" lang="en-US" altLang="zh-CN" b="1" i="1">
                <a:solidFill>
                  <a:schemeClr val="bg1"/>
                </a:solidFill>
                <a:latin typeface="Times New Roman" pitchFamily="18" charset="0"/>
              </a:rPr>
              <a:t>S</a:t>
            </a:r>
            <a:r>
              <a:rPr kumimoji="1" lang="en-US" altLang="zh-CN" b="1" baseline="-25000">
                <a:solidFill>
                  <a:schemeClr val="bg1"/>
                </a:solidFill>
                <a:latin typeface="Times New Roman" pitchFamily="18" charset="0"/>
              </a:rPr>
              <a:t>1 </a:t>
            </a:r>
            <a:r>
              <a:rPr kumimoji="1" lang="zh-CN" altLang="en-US" b="1">
                <a:solidFill>
                  <a:schemeClr val="bg1"/>
                </a:solidFill>
                <a:latin typeface="楷体_GB2312" pitchFamily="49" charset="-122"/>
              </a:rPr>
              <a:t>上的</a:t>
            </a:r>
            <a:r>
              <a:rPr kumimoji="1" lang="zh-CN" altLang="en-US" b="1">
                <a:solidFill>
                  <a:schemeClr val="bg1"/>
                </a:solidFill>
              </a:rPr>
              <a:t>位函数值，而另一部分边界面</a:t>
            </a:r>
            <a:r>
              <a:rPr kumimoji="1" lang="en-US" altLang="zh-CN" b="1" i="1">
                <a:solidFill>
                  <a:schemeClr val="bg1"/>
                </a:solidFill>
                <a:latin typeface="Times New Roman" pitchFamily="18" charset="0"/>
              </a:rPr>
              <a:t>S</a:t>
            </a:r>
            <a:r>
              <a:rPr kumimoji="1" lang="en-US" altLang="zh-CN" b="1" baseline="-25000">
                <a:solidFill>
                  <a:schemeClr val="bg1"/>
                </a:solidFill>
                <a:latin typeface="Times New Roman" pitchFamily="18" charset="0"/>
              </a:rPr>
              <a:t>2 </a:t>
            </a:r>
            <a:r>
              <a:rPr kumimoji="1" lang="zh-CN" altLang="en-US" b="1">
                <a:solidFill>
                  <a:schemeClr val="bg1"/>
                </a:solidFill>
              </a:rPr>
              <a:t>上则已知</a:t>
            </a:r>
            <a:r>
              <a:rPr kumimoji="1" lang="zh-CN" altLang="en-US" b="1">
                <a:solidFill>
                  <a:schemeClr val="bg1"/>
                </a:solidFill>
                <a:latin typeface="楷体_GB2312" pitchFamily="49" charset="-122"/>
              </a:rPr>
              <a:t>位函数的法向导数值，即</a:t>
            </a:r>
          </a:p>
        </p:txBody>
      </p:sp>
      <p:sp>
        <p:nvSpPr>
          <p:cNvPr id="910349" name="Text Box 13"/>
          <p:cNvSpPr txBox="1">
            <a:spLocks noChangeArrowheads="1"/>
          </p:cNvSpPr>
          <p:nvPr/>
        </p:nvSpPr>
        <p:spPr bwMode="auto">
          <a:xfrm>
            <a:off x="168275" y="4221163"/>
            <a:ext cx="706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buFontTx/>
              <a:buBlip>
                <a:blip r:embed="rId11"/>
              </a:buBlip>
            </a:pPr>
            <a:r>
              <a:rPr kumimoji="1" lang="zh-CN" altLang="en-US" b="1">
                <a:solidFill>
                  <a:schemeClr val="bg1"/>
                </a:solidFill>
                <a:latin typeface="楷体_GB2312" pitchFamily="49" charset="-122"/>
                <a:sym typeface="Symbol" pitchFamily="18" charset="2"/>
              </a:rPr>
              <a:t>　</a:t>
            </a:r>
            <a:r>
              <a:rPr kumimoji="1" lang="zh-CN" altLang="en-US" b="1">
                <a:solidFill>
                  <a:schemeClr val="bg1"/>
                </a:solidFill>
              </a:rPr>
              <a:t>第三类（混合边值问题）</a:t>
            </a:r>
          </a:p>
        </p:txBody>
      </p:sp>
      <p:sp>
        <p:nvSpPr>
          <p:cNvPr id="910350" name="Text Box 14"/>
          <p:cNvSpPr txBox="1">
            <a:spLocks noChangeArrowheads="1"/>
          </p:cNvSpPr>
          <p:nvPr/>
        </p:nvSpPr>
        <p:spPr bwMode="auto">
          <a:xfrm>
            <a:off x="168275" y="3068638"/>
            <a:ext cx="7067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buFontTx/>
              <a:buBlip>
                <a:blip r:embed="rId11"/>
              </a:buBlip>
            </a:pPr>
            <a:r>
              <a:rPr kumimoji="1" lang="zh-CN" altLang="en-US" b="1">
                <a:solidFill>
                  <a:schemeClr val="bg1"/>
                </a:solidFill>
                <a:latin typeface="楷体_GB2312" pitchFamily="49" charset="-122"/>
                <a:sym typeface="Symbol" pitchFamily="18" charset="2"/>
              </a:rPr>
              <a:t>　</a:t>
            </a:r>
            <a:r>
              <a:rPr kumimoji="1" lang="zh-CN" altLang="en-US" b="1">
                <a:solidFill>
                  <a:schemeClr val="bg1"/>
                </a:solidFill>
              </a:rPr>
              <a:t>第二类（</a:t>
            </a:r>
            <a:r>
              <a:rPr kumimoji="1" lang="zh-CN" altLang="en-US" b="1">
                <a:solidFill>
                  <a:srgbClr val="FF0000"/>
                </a:solidFill>
              </a:rPr>
              <a:t>纽曼</a:t>
            </a:r>
            <a:r>
              <a:rPr kumimoji="1" lang="zh-CN" altLang="en-US" b="1">
                <a:solidFill>
                  <a:schemeClr val="bg1"/>
                </a:solidFill>
              </a:rPr>
              <a:t>问题）</a:t>
            </a:r>
          </a:p>
        </p:txBody>
      </p:sp>
      <p:grpSp>
        <p:nvGrpSpPr>
          <p:cNvPr id="2" name="Group 15"/>
          <p:cNvGrpSpPr>
            <a:grpSpLocks/>
          </p:cNvGrpSpPr>
          <p:nvPr/>
        </p:nvGrpSpPr>
        <p:grpSpPr bwMode="auto">
          <a:xfrm>
            <a:off x="6264275" y="836613"/>
            <a:ext cx="2484438" cy="2592387"/>
            <a:chOff x="4195" y="300"/>
            <a:chExt cx="1565" cy="1633"/>
          </a:xfrm>
        </p:grpSpPr>
        <p:sp>
          <p:nvSpPr>
            <p:cNvPr id="3092" name="Rectangle 16"/>
            <p:cNvSpPr>
              <a:spLocks noChangeArrowheads="1"/>
            </p:cNvSpPr>
            <p:nvPr/>
          </p:nvSpPr>
          <p:spPr bwMode="auto">
            <a:xfrm>
              <a:off x="4195" y="300"/>
              <a:ext cx="1565" cy="1633"/>
            </a:xfrm>
            <a:prstGeom prst="rect">
              <a:avLst/>
            </a:prstGeom>
            <a:solidFill>
              <a:srgbClr val="CCFFFF"/>
            </a:solidFill>
            <a:ln w="9525">
              <a:solidFill>
                <a:srgbClr val="FF00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3093" name="Freeform 17"/>
            <p:cNvSpPr>
              <a:spLocks/>
            </p:cNvSpPr>
            <p:nvPr/>
          </p:nvSpPr>
          <p:spPr bwMode="auto">
            <a:xfrm>
              <a:off x="4263" y="346"/>
              <a:ext cx="1377" cy="1458"/>
            </a:xfrm>
            <a:custGeom>
              <a:avLst/>
              <a:gdLst>
                <a:gd name="T0" fmla="*/ 27 w 1377"/>
                <a:gd name="T1" fmla="*/ 769 h 1458"/>
                <a:gd name="T2" fmla="*/ 111 w 1377"/>
                <a:gd name="T3" fmla="*/ 297 h 1458"/>
                <a:gd name="T4" fmla="*/ 630 w 1377"/>
                <a:gd name="T5" fmla="*/ 3 h 1458"/>
                <a:gd name="T6" fmla="*/ 1224 w 1377"/>
                <a:gd name="T7" fmla="*/ 313 h 1458"/>
                <a:gd name="T8" fmla="*/ 1362 w 1377"/>
                <a:gd name="T9" fmla="*/ 788 h 1458"/>
                <a:gd name="T10" fmla="*/ 1317 w 1377"/>
                <a:gd name="T11" fmla="*/ 1148 h 1458"/>
                <a:gd name="T12" fmla="*/ 1006 w 1377"/>
                <a:gd name="T13" fmla="*/ 1414 h 1458"/>
                <a:gd name="T14" fmla="*/ 549 w 1377"/>
                <a:gd name="T15" fmla="*/ 1409 h 1458"/>
                <a:gd name="T16" fmla="*/ 146 w 1377"/>
                <a:gd name="T17" fmla="*/ 1130 h 1458"/>
                <a:gd name="T18" fmla="*/ 0 w 1377"/>
                <a:gd name="T19" fmla="*/ 724 h 1458"/>
                <a:gd name="T20" fmla="*/ 27 w 1377"/>
                <a:gd name="T21" fmla="*/ 769 h 14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77"/>
                <a:gd name="T34" fmla="*/ 0 h 1458"/>
                <a:gd name="T35" fmla="*/ 1377 w 1377"/>
                <a:gd name="T36" fmla="*/ 1458 h 14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77" h="1458">
                  <a:moveTo>
                    <a:pt x="27" y="769"/>
                  </a:moveTo>
                  <a:cubicBezTo>
                    <a:pt x="39" y="690"/>
                    <a:pt x="11" y="425"/>
                    <a:pt x="111" y="297"/>
                  </a:cubicBezTo>
                  <a:cubicBezTo>
                    <a:pt x="211" y="169"/>
                    <a:pt x="445" y="0"/>
                    <a:pt x="630" y="3"/>
                  </a:cubicBezTo>
                  <a:cubicBezTo>
                    <a:pt x="815" y="6"/>
                    <a:pt x="1102" y="182"/>
                    <a:pt x="1224" y="313"/>
                  </a:cubicBezTo>
                  <a:cubicBezTo>
                    <a:pt x="1346" y="444"/>
                    <a:pt x="1347" y="649"/>
                    <a:pt x="1362" y="788"/>
                  </a:cubicBezTo>
                  <a:cubicBezTo>
                    <a:pt x="1377" y="927"/>
                    <a:pt x="1376" y="1044"/>
                    <a:pt x="1317" y="1148"/>
                  </a:cubicBezTo>
                  <a:cubicBezTo>
                    <a:pt x="1258" y="1252"/>
                    <a:pt x="1134" y="1370"/>
                    <a:pt x="1006" y="1414"/>
                  </a:cubicBezTo>
                  <a:cubicBezTo>
                    <a:pt x="878" y="1458"/>
                    <a:pt x="692" y="1456"/>
                    <a:pt x="549" y="1409"/>
                  </a:cubicBezTo>
                  <a:cubicBezTo>
                    <a:pt x="406" y="1362"/>
                    <a:pt x="237" y="1244"/>
                    <a:pt x="146" y="1130"/>
                  </a:cubicBezTo>
                  <a:cubicBezTo>
                    <a:pt x="55" y="1016"/>
                    <a:pt x="30" y="809"/>
                    <a:pt x="0" y="724"/>
                  </a:cubicBezTo>
                  <a:cubicBezTo>
                    <a:pt x="0" y="724"/>
                    <a:pt x="27" y="769"/>
                    <a:pt x="27" y="769"/>
                  </a:cubicBezTo>
                  <a:close/>
                </a:path>
              </a:pathLst>
            </a:custGeom>
            <a:gradFill rotWithShape="1">
              <a:gsLst>
                <a:gs pos="0">
                  <a:srgbClr val="373737"/>
                </a:gs>
                <a:gs pos="100000">
                  <a:srgbClr val="777777"/>
                </a:gs>
              </a:gsLst>
              <a:lin ang="18900000" scaled="1"/>
            </a:gradFill>
            <a:ln w="9525">
              <a:round/>
              <a:headEnd/>
              <a:tailEnd/>
            </a:ln>
            <a:scene3d>
              <a:camera prst="legacyPerspectiveTopRight">
                <a:rot lat="20699976" lon="20399980" rev="0"/>
              </a:camera>
              <a:lightRig rig="legacyFlat3" dir="b"/>
            </a:scene3d>
            <a:sp3d extrusionH="430200" prstMaterial="legacyMatte">
              <a:bevelT w="13500" h="13500" prst="angle"/>
              <a:bevelB w="13500" h="13500" prst="angle"/>
              <a:extrusionClr>
                <a:srgbClr val="777777"/>
              </a:extrusionClr>
            </a:sp3d>
          </p:spPr>
          <p:txBody>
            <a:bodyPr>
              <a:flatTx/>
            </a:bodyPr>
            <a:lstStyle/>
            <a:p>
              <a:endParaRPr lang="zh-CN" altLang="en-US"/>
            </a:p>
          </p:txBody>
        </p:sp>
        <p:graphicFrame>
          <p:nvGraphicFramePr>
            <p:cNvPr id="3094" name="Object 18"/>
            <p:cNvGraphicFramePr>
              <a:graphicFrameLocks noChangeAspect="1"/>
            </p:cNvGraphicFramePr>
            <p:nvPr/>
          </p:nvGraphicFramePr>
          <p:xfrm>
            <a:off x="5465" y="1570"/>
            <a:ext cx="178" cy="226"/>
          </p:xfrm>
          <a:graphic>
            <a:graphicData uri="http://schemas.openxmlformats.org/presentationml/2006/ole">
              <mc:AlternateContent xmlns:mc="http://schemas.openxmlformats.org/markup-compatibility/2006">
                <mc:Choice xmlns:v="urn:schemas-microsoft-com:vml" Requires="v">
                  <p:oleObj spid="_x0000_s3289" name="Equation" r:id="rId12" imgW="47542" imgH="85841" progId="Equation.DSMT4">
                    <p:embed/>
                  </p:oleObj>
                </mc:Choice>
                <mc:Fallback>
                  <p:oleObj name="Equation" r:id="rId12" imgW="47542" imgH="85841" progId="Equation.DSMT4">
                    <p:embed/>
                    <p:pic>
                      <p:nvPicPr>
                        <p:cNvPr id="0"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65" y="1570"/>
                          <a:ext cx="178" cy="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95" name="Object 19"/>
            <p:cNvGraphicFramePr>
              <a:graphicFrameLocks noChangeAspect="1"/>
            </p:cNvGraphicFramePr>
            <p:nvPr/>
          </p:nvGraphicFramePr>
          <p:xfrm>
            <a:off x="5057" y="709"/>
            <a:ext cx="193" cy="225"/>
          </p:xfrm>
          <a:graphic>
            <a:graphicData uri="http://schemas.openxmlformats.org/presentationml/2006/ole">
              <mc:AlternateContent xmlns:mc="http://schemas.openxmlformats.org/markup-compatibility/2006">
                <mc:Choice xmlns:v="urn:schemas-microsoft-com:vml" Requires="v">
                  <p:oleObj spid="_x0000_s3290" name="Equation" r:id="rId14" imgW="57258" imgH="85841" progId="Equation.DSMT4">
                    <p:embed/>
                  </p:oleObj>
                </mc:Choice>
                <mc:Fallback>
                  <p:oleObj name="Equation" r:id="rId14" imgW="57258" imgH="85841" progId="Equation.DSMT4">
                    <p:embed/>
                    <p:pic>
                      <p:nvPicPr>
                        <p:cNvPr id="0"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57" y="709"/>
                          <a:ext cx="193"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087" name="AutoShape 21">
            <a:hlinkClick r:id="rId16"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3088" name="AutoShape 22">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3089" name="AutoShape 23">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3090" name="AutoShape 24">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aphicFrame>
        <p:nvGraphicFramePr>
          <p:cNvPr id="910361" name="Object 25"/>
          <p:cNvGraphicFramePr>
            <a:graphicFrameLocks noGrp="1" noChangeAspect="1"/>
          </p:cNvGraphicFramePr>
          <p:nvPr>
            <p:ph sz="half" idx="2"/>
          </p:nvPr>
        </p:nvGraphicFramePr>
        <p:xfrm>
          <a:off x="6084888" y="5876925"/>
          <a:ext cx="1417637" cy="473075"/>
        </p:xfrm>
        <a:graphic>
          <a:graphicData uri="http://schemas.openxmlformats.org/presentationml/2006/ole">
            <mc:AlternateContent xmlns:mc="http://schemas.openxmlformats.org/markup-compatibility/2006">
              <mc:Choice xmlns:v="urn:schemas-microsoft-com:vml" Requires="v">
                <p:oleObj spid="_x0000_s3291" name="Equation" r:id="rId17" imgW="590630" imgH="133453" progId="Equation.DSMT4">
                  <p:embed/>
                </p:oleObj>
              </mc:Choice>
              <mc:Fallback>
                <p:oleObj name="Equation" r:id="rId17" imgW="590630" imgH="133453" progId="Equation.DSMT4">
                  <p:embed/>
                  <p:pic>
                    <p:nvPicPr>
                      <p:cNvPr id="0" name="Object 25"/>
                      <p:cNvPicPr>
                        <a:picLocks noGrp="1"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84888" y="5876925"/>
                        <a:ext cx="1417637"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910339">
                                            <p:txEl>
                                              <p:pRg st="0" end="0"/>
                                            </p:txEl>
                                          </p:spTgt>
                                        </p:tgtEl>
                                        <p:attrNameLst>
                                          <p:attrName>style.visibility</p:attrName>
                                        </p:attrNameLst>
                                      </p:cBhvr>
                                      <p:to>
                                        <p:strVal val="visible"/>
                                      </p:to>
                                    </p:set>
                                    <p:animEffect transition="in" filter="wipe(up)">
                                      <p:cBhvr>
                                        <p:cTn id="7" dur="2000"/>
                                        <p:tgtEl>
                                          <p:spTgt spid="910339">
                                            <p:txEl>
                                              <p:pRg st="0" end="0"/>
                                            </p:txEl>
                                          </p:spTgt>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20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910346"/>
                                        </p:tgtEl>
                                        <p:attrNameLst>
                                          <p:attrName>style.visibility</p:attrName>
                                        </p:attrNameLst>
                                      </p:cBhvr>
                                      <p:to>
                                        <p:strVal val="visible"/>
                                      </p:to>
                                    </p:set>
                                    <p:animEffect transition="in" filter="wipe(up)">
                                      <p:cBhvr>
                                        <p:cTn id="16" dur="2000"/>
                                        <p:tgtEl>
                                          <p:spTgt spid="91034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910341"/>
                                        </p:tgtEl>
                                        <p:attrNameLst>
                                          <p:attrName>style.visibility</p:attrName>
                                        </p:attrNameLst>
                                      </p:cBhvr>
                                      <p:to>
                                        <p:strVal val="visible"/>
                                      </p:to>
                                    </p:set>
                                    <p:animEffect transition="in" filter="wipe(up)">
                                      <p:cBhvr>
                                        <p:cTn id="21" dur="2000"/>
                                        <p:tgtEl>
                                          <p:spTgt spid="910341"/>
                                        </p:tgtEl>
                                      </p:cBhvr>
                                    </p:animEffect>
                                  </p:childTnLst>
                                </p:cTn>
                              </p:par>
                            </p:childTnLst>
                          </p:cTn>
                        </p:par>
                        <p:par>
                          <p:cTn id="22" fill="hold" nodeType="afterGroup">
                            <p:stCondLst>
                              <p:cond delay="2000"/>
                            </p:stCondLst>
                            <p:childTnLst>
                              <p:par>
                                <p:cTn id="23" presetID="22" presetClass="entr" presetSubtype="1" fill="hold" nodeType="afterEffect">
                                  <p:stCondLst>
                                    <p:cond delay="0"/>
                                  </p:stCondLst>
                                  <p:childTnLst>
                                    <p:set>
                                      <p:cBhvr>
                                        <p:cTn id="24" dur="1" fill="hold">
                                          <p:stCondLst>
                                            <p:cond delay="0"/>
                                          </p:stCondLst>
                                        </p:cTn>
                                        <p:tgtEl>
                                          <p:spTgt spid="910340"/>
                                        </p:tgtEl>
                                        <p:attrNameLst>
                                          <p:attrName>style.visibility</p:attrName>
                                        </p:attrNameLst>
                                      </p:cBhvr>
                                      <p:to>
                                        <p:strVal val="visible"/>
                                      </p:to>
                                    </p:set>
                                    <p:animEffect transition="in" filter="wipe(up)">
                                      <p:cBhvr>
                                        <p:cTn id="25" dur="2000"/>
                                        <p:tgtEl>
                                          <p:spTgt spid="91034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910350"/>
                                        </p:tgtEl>
                                        <p:attrNameLst>
                                          <p:attrName>style.visibility</p:attrName>
                                        </p:attrNameLst>
                                      </p:cBhvr>
                                      <p:to>
                                        <p:strVal val="visible"/>
                                      </p:to>
                                    </p:set>
                                    <p:animEffect transition="in" filter="wipe(up)">
                                      <p:cBhvr>
                                        <p:cTn id="30" dur="2000"/>
                                        <p:tgtEl>
                                          <p:spTgt spid="91035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910347"/>
                                        </p:tgtEl>
                                        <p:attrNameLst>
                                          <p:attrName>style.visibility</p:attrName>
                                        </p:attrNameLst>
                                      </p:cBhvr>
                                      <p:to>
                                        <p:strVal val="visible"/>
                                      </p:to>
                                    </p:set>
                                    <p:animEffect transition="in" filter="wipe(up)">
                                      <p:cBhvr>
                                        <p:cTn id="35" dur="2000"/>
                                        <p:tgtEl>
                                          <p:spTgt spid="910347"/>
                                        </p:tgtEl>
                                      </p:cBhvr>
                                    </p:animEffect>
                                  </p:childTnLst>
                                </p:cTn>
                              </p:par>
                            </p:childTnLst>
                          </p:cTn>
                        </p:par>
                        <p:par>
                          <p:cTn id="36" fill="hold" nodeType="afterGroup">
                            <p:stCondLst>
                              <p:cond delay="2000"/>
                            </p:stCondLst>
                            <p:childTnLst>
                              <p:par>
                                <p:cTn id="37" presetID="22" presetClass="entr" presetSubtype="1" fill="hold" nodeType="afterEffect">
                                  <p:stCondLst>
                                    <p:cond delay="0"/>
                                  </p:stCondLst>
                                  <p:childTnLst>
                                    <p:set>
                                      <p:cBhvr>
                                        <p:cTn id="38" dur="1" fill="hold">
                                          <p:stCondLst>
                                            <p:cond delay="0"/>
                                          </p:stCondLst>
                                        </p:cTn>
                                        <p:tgtEl>
                                          <p:spTgt spid="910344"/>
                                        </p:tgtEl>
                                        <p:attrNameLst>
                                          <p:attrName>style.visibility</p:attrName>
                                        </p:attrNameLst>
                                      </p:cBhvr>
                                      <p:to>
                                        <p:strVal val="visible"/>
                                      </p:to>
                                    </p:set>
                                    <p:animEffect transition="in" filter="wipe(up)">
                                      <p:cBhvr>
                                        <p:cTn id="39" dur="2000"/>
                                        <p:tgtEl>
                                          <p:spTgt spid="91034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910349"/>
                                        </p:tgtEl>
                                        <p:attrNameLst>
                                          <p:attrName>style.visibility</p:attrName>
                                        </p:attrNameLst>
                                      </p:cBhvr>
                                      <p:to>
                                        <p:strVal val="visible"/>
                                      </p:to>
                                    </p:set>
                                    <p:animEffect transition="in" filter="wipe(up)">
                                      <p:cBhvr>
                                        <p:cTn id="44" dur="2000"/>
                                        <p:tgtEl>
                                          <p:spTgt spid="91034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1" fill="hold" grpId="0" nodeType="clickEffect">
                                  <p:stCondLst>
                                    <p:cond delay="0"/>
                                  </p:stCondLst>
                                  <p:childTnLst>
                                    <p:set>
                                      <p:cBhvr>
                                        <p:cTn id="48" dur="1" fill="hold">
                                          <p:stCondLst>
                                            <p:cond delay="0"/>
                                          </p:stCondLst>
                                        </p:cTn>
                                        <p:tgtEl>
                                          <p:spTgt spid="910348"/>
                                        </p:tgtEl>
                                        <p:attrNameLst>
                                          <p:attrName>style.visibility</p:attrName>
                                        </p:attrNameLst>
                                      </p:cBhvr>
                                      <p:to>
                                        <p:strVal val="visible"/>
                                      </p:to>
                                    </p:set>
                                    <p:animEffect transition="in" filter="wipe(up)">
                                      <p:cBhvr>
                                        <p:cTn id="49" dur="2000"/>
                                        <p:tgtEl>
                                          <p:spTgt spid="910348"/>
                                        </p:tgtEl>
                                      </p:cBhvr>
                                    </p:animEffect>
                                  </p:childTnLst>
                                </p:cTn>
                              </p:par>
                            </p:childTnLst>
                          </p:cTn>
                        </p:par>
                        <p:par>
                          <p:cTn id="50" fill="hold" nodeType="afterGroup">
                            <p:stCondLst>
                              <p:cond delay="2000"/>
                            </p:stCondLst>
                            <p:childTnLst>
                              <p:par>
                                <p:cTn id="51" presetID="22" presetClass="entr" presetSubtype="1" fill="hold" nodeType="afterEffect">
                                  <p:stCondLst>
                                    <p:cond delay="0"/>
                                  </p:stCondLst>
                                  <p:childTnLst>
                                    <p:set>
                                      <p:cBhvr>
                                        <p:cTn id="52" dur="1" fill="hold">
                                          <p:stCondLst>
                                            <p:cond delay="0"/>
                                          </p:stCondLst>
                                        </p:cTn>
                                        <p:tgtEl>
                                          <p:spTgt spid="910343"/>
                                        </p:tgtEl>
                                        <p:attrNameLst>
                                          <p:attrName>style.visibility</p:attrName>
                                        </p:attrNameLst>
                                      </p:cBhvr>
                                      <p:to>
                                        <p:strVal val="visible"/>
                                      </p:to>
                                    </p:set>
                                    <p:animEffect transition="in" filter="wipe(up)">
                                      <p:cBhvr>
                                        <p:cTn id="53" dur="2000"/>
                                        <p:tgtEl>
                                          <p:spTgt spid="910343"/>
                                        </p:tgtEl>
                                      </p:cBhvr>
                                    </p:animEffect>
                                  </p:childTnLst>
                                </p:cTn>
                              </p:par>
                            </p:childTnLst>
                          </p:cTn>
                        </p:par>
                        <p:par>
                          <p:cTn id="54" fill="hold" nodeType="afterGroup">
                            <p:stCondLst>
                              <p:cond delay="4000"/>
                            </p:stCondLst>
                            <p:childTnLst>
                              <p:par>
                                <p:cTn id="55" presetID="22" presetClass="entr" presetSubtype="1" fill="hold" nodeType="afterEffect">
                                  <p:stCondLst>
                                    <p:cond delay="0"/>
                                  </p:stCondLst>
                                  <p:childTnLst>
                                    <p:set>
                                      <p:cBhvr>
                                        <p:cTn id="56" dur="1" fill="hold">
                                          <p:stCondLst>
                                            <p:cond delay="0"/>
                                          </p:stCondLst>
                                        </p:cTn>
                                        <p:tgtEl>
                                          <p:spTgt spid="910342"/>
                                        </p:tgtEl>
                                        <p:attrNameLst>
                                          <p:attrName>style.visibility</p:attrName>
                                        </p:attrNameLst>
                                      </p:cBhvr>
                                      <p:to>
                                        <p:strVal val="visible"/>
                                      </p:to>
                                    </p:set>
                                    <p:animEffect transition="in" filter="wipe(up)">
                                      <p:cBhvr>
                                        <p:cTn id="57" dur="2000"/>
                                        <p:tgtEl>
                                          <p:spTgt spid="910342"/>
                                        </p:tgtEl>
                                      </p:cBhvr>
                                    </p:animEffect>
                                  </p:childTnLst>
                                </p:cTn>
                              </p:par>
                            </p:childTnLst>
                          </p:cTn>
                        </p:par>
                        <p:par>
                          <p:cTn id="58" fill="hold" nodeType="afterGroup">
                            <p:stCondLst>
                              <p:cond delay="6000"/>
                            </p:stCondLst>
                            <p:childTnLst>
                              <p:par>
                                <p:cTn id="59" presetID="22" presetClass="entr" presetSubtype="1" fill="hold" nodeType="afterEffect">
                                  <p:stCondLst>
                                    <p:cond delay="0"/>
                                  </p:stCondLst>
                                  <p:childTnLst>
                                    <p:set>
                                      <p:cBhvr>
                                        <p:cTn id="60" dur="1" fill="hold">
                                          <p:stCondLst>
                                            <p:cond delay="0"/>
                                          </p:stCondLst>
                                        </p:cTn>
                                        <p:tgtEl>
                                          <p:spTgt spid="910361"/>
                                        </p:tgtEl>
                                        <p:attrNameLst>
                                          <p:attrName>style.visibility</p:attrName>
                                        </p:attrNameLst>
                                      </p:cBhvr>
                                      <p:to>
                                        <p:strVal val="visible"/>
                                      </p:to>
                                    </p:set>
                                    <p:animEffect transition="in" filter="wipe(up)">
                                      <p:cBhvr>
                                        <p:cTn id="61" dur="2000"/>
                                        <p:tgtEl>
                                          <p:spTgt spid="910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0339" grpId="0" build="p"/>
      <p:bldP spid="910341" grpId="0"/>
      <p:bldP spid="910346" grpId="0"/>
      <p:bldP spid="910347" grpId="0"/>
      <p:bldP spid="910348" grpId="0"/>
      <p:bldP spid="910349" grpId="0"/>
      <p:bldP spid="91035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灯片编号占位符 2"/>
          <p:cNvSpPr>
            <a:spLocks noGrp="1"/>
          </p:cNvSpPr>
          <p:nvPr>
            <p:ph type="sldNum" sz="quarter" idx="10"/>
          </p:nvPr>
        </p:nvSpPr>
        <p:spPr/>
        <p:txBody>
          <a:bodyPr/>
          <a:lstStyle/>
          <a:p>
            <a:pPr>
              <a:defRPr/>
            </a:pPr>
            <a:fld id="{55240AEB-7A2B-4241-928E-8E5790E0396F}" type="slidenum">
              <a:rPr lang="en-US" altLang="zh-CN"/>
              <a:pPr>
                <a:defRPr/>
              </a:pPr>
              <a:t>3</a:t>
            </a:fld>
            <a:endParaRPr lang="en-US" altLang="zh-CN"/>
          </a:p>
        </p:txBody>
      </p:sp>
      <p:graphicFrame>
        <p:nvGraphicFramePr>
          <p:cNvPr id="837634" name="Object 2"/>
          <p:cNvGraphicFramePr>
            <a:graphicFrameLocks noChangeAspect="1"/>
          </p:cNvGraphicFramePr>
          <p:nvPr/>
        </p:nvGraphicFramePr>
        <p:xfrm>
          <a:off x="4143375" y="1214438"/>
          <a:ext cx="2084388" cy="558800"/>
        </p:xfrm>
        <a:graphic>
          <a:graphicData uri="http://schemas.openxmlformats.org/presentationml/2006/ole">
            <mc:AlternateContent xmlns:mc="http://schemas.openxmlformats.org/markup-compatibility/2006">
              <mc:Choice xmlns:v="urn:schemas-microsoft-com:vml" Requires="v">
                <p:oleObj spid="_x0000_s4431" name="Equation" r:id="rId3" imgW="942856" imgH="181065" progId="Equation.DSMT4">
                  <p:embed/>
                </p:oleObj>
              </mc:Choice>
              <mc:Fallback>
                <p:oleObj name="Equation" r:id="rId3" imgW="942856" imgH="181065"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3375" y="1214438"/>
                        <a:ext cx="2084388"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7638" name="Text Box 6"/>
          <p:cNvSpPr txBox="1">
            <a:spLocks noChangeArrowheads="1"/>
          </p:cNvSpPr>
          <p:nvPr/>
        </p:nvSpPr>
        <p:spPr bwMode="auto">
          <a:xfrm>
            <a:off x="3417888" y="558800"/>
            <a:ext cx="50419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buFontTx/>
              <a:buBlip>
                <a:blip r:embed="rId5"/>
              </a:buBlip>
            </a:pPr>
            <a:r>
              <a:rPr kumimoji="1" lang="en-US" altLang="zh-CN" b="1">
                <a:solidFill>
                  <a:schemeClr val="bg1"/>
                </a:solidFill>
              </a:rPr>
              <a:t>   </a:t>
            </a:r>
            <a:r>
              <a:rPr kumimoji="1" lang="zh-CN" altLang="en-US" b="1">
                <a:solidFill>
                  <a:schemeClr val="bg1"/>
                </a:solidFill>
              </a:rPr>
              <a:t>自然边界条件 （无界空间）</a:t>
            </a:r>
          </a:p>
        </p:txBody>
      </p:sp>
      <p:sp>
        <p:nvSpPr>
          <p:cNvPr id="837640" name="Text Box 8"/>
          <p:cNvSpPr txBox="1">
            <a:spLocks noChangeArrowheads="1"/>
          </p:cNvSpPr>
          <p:nvPr/>
        </p:nvSpPr>
        <p:spPr bwMode="auto">
          <a:xfrm>
            <a:off x="107950" y="549275"/>
            <a:ext cx="3887788"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buFontTx/>
              <a:buBlip>
                <a:blip r:embed="rId5"/>
              </a:buBlip>
            </a:pPr>
            <a:r>
              <a:rPr kumimoji="1" lang="en-US" altLang="zh-CN" b="1">
                <a:solidFill>
                  <a:schemeClr val="bg1"/>
                </a:solidFill>
              </a:rPr>
              <a:t>   </a:t>
            </a:r>
            <a:r>
              <a:rPr kumimoji="1" lang="zh-CN" altLang="en-US" b="1">
                <a:solidFill>
                  <a:schemeClr val="bg1"/>
                </a:solidFill>
              </a:rPr>
              <a:t>周期边界条件</a:t>
            </a:r>
          </a:p>
        </p:txBody>
      </p:sp>
      <p:graphicFrame>
        <p:nvGraphicFramePr>
          <p:cNvPr id="837641" name="Object 9"/>
          <p:cNvGraphicFramePr>
            <a:graphicFrameLocks noChangeAspect="1"/>
          </p:cNvGraphicFramePr>
          <p:nvPr/>
        </p:nvGraphicFramePr>
        <p:xfrm>
          <a:off x="985838" y="1198563"/>
          <a:ext cx="1916112" cy="628650"/>
        </p:xfrm>
        <a:graphic>
          <a:graphicData uri="http://schemas.openxmlformats.org/presentationml/2006/ole">
            <mc:AlternateContent xmlns:mc="http://schemas.openxmlformats.org/markup-compatibility/2006">
              <mc:Choice xmlns:v="urn:schemas-microsoft-com:vml" Requires="v">
                <p:oleObj spid="_x0000_s4432" name="Equation" r:id="rId6" imgW="752341" imgH="181065" progId="Equation.DSMT4">
                  <p:embed/>
                </p:oleObj>
              </mc:Choice>
              <mc:Fallback>
                <p:oleObj name="Equation" r:id="rId6" imgW="752341" imgH="181065"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5838" y="1198563"/>
                        <a:ext cx="1916112" cy="62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7642" name="Text Box 10"/>
          <p:cNvSpPr txBox="1">
            <a:spLocks noChangeArrowheads="1"/>
          </p:cNvSpPr>
          <p:nvPr/>
        </p:nvSpPr>
        <p:spPr bwMode="auto">
          <a:xfrm>
            <a:off x="179388" y="4365625"/>
            <a:ext cx="217805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buFontTx/>
              <a:buBlip>
                <a:blip r:embed="rId5"/>
              </a:buBlip>
            </a:pPr>
            <a:r>
              <a:rPr kumimoji="1" lang="en-US" altLang="zh-CN" b="1">
                <a:solidFill>
                  <a:schemeClr val="bg1"/>
                </a:solidFill>
              </a:rPr>
              <a:t>   </a:t>
            </a:r>
            <a:r>
              <a:rPr kumimoji="1" lang="zh-CN" altLang="en-US" b="1">
                <a:solidFill>
                  <a:schemeClr val="bg1"/>
                </a:solidFill>
              </a:rPr>
              <a:t>衔接条件</a:t>
            </a:r>
          </a:p>
        </p:txBody>
      </p:sp>
      <p:sp>
        <p:nvSpPr>
          <p:cNvPr id="837643" name="Text Box 11"/>
          <p:cNvSpPr txBox="1">
            <a:spLocks noChangeArrowheads="1"/>
          </p:cNvSpPr>
          <p:nvPr/>
        </p:nvSpPr>
        <p:spPr bwMode="auto">
          <a:xfrm>
            <a:off x="611188" y="4949825"/>
            <a:ext cx="4824412"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zh-CN" altLang="en-US" b="1">
                <a:solidFill>
                  <a:schemeClr val="bg1"/>
                </a:solidFill>
              </a:rPr>
              <a:t>不同媒质分界面上的边界条件。如</a:t>
            </a:r>
          </a:p>
        </p:txBody>
      </p:sp>
      <p:graphicFrame>
        <p:nvGraphicFramePr>
          <p:cNvPr id="837644" name="Object 12"/>
          <p:cNvGraphicFramePr>
            <a:graphicFrameLocks noChangeAspect="1"/>
          </p:cNvGraphicFramePr>
          <p:nvPr/>
        </p:nvGraphicFramePr>
        <p:xfrm>
          <a:off x="1209675" y="5522913"/>
          <a:ext cx="3433763" cy="885825"/>
        </p:xfrm>
        <a:graphic>
          <a:graphicData uri="http://schemas.openxmlformats.org/presentationml/2006/ole">
            <mc:AlternateContent xmlns:mc="http://schemas.openxmlformats.org/markup-compatibility/2006">
              <mc:Choice xmlns:v="urn:schemas-microsoft-com:vml" Requires="v">
                <p:oleObj spid="_x0000_s4433" name="Equation" r:id="rId8" imgW="1428685" imgH="295404" progId="Equation.DSMT4">
                  <p:embed/>
                </p:oleObj>
              </mc:Choice>
              <mc:Fallback>
                <p:oleObj name="Equation" r:id="rId8" imgW="1428685" imgH="295404" progId="Equation.DSMT4">
                  <p:embed/>
                  <p:pic>
                    <p:nvPicPr>
                      <p:cNvPr id="0" name="Object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09675" y="5522913"/>
                        <a:ext cx="3433763"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31"/>
          <p:cNvGrpSpPr>
            <a:grpSpLocks/>
          </p:cNvGrpSpPr>
          <p:nvPr/>
        </p:nvGrpSpPr>
        <p:grpSpPr bwMode="auto">
          <a:xfrm>
            <a:off x="6156325" y="4652963"/>
            <a:ext cx="2520950" cy="1828800"/>
            <a:chOff x="3877" y="2913"/>
            <a:chExt cx="1588" cy="1152"/>
          </a:xfrm>
        </p:grpSpPr>
        <p:grpSp>
          <p:nvGrpSpPr>
            <p:cNvPr id="4127" name="Group 3"/>
            <p:cNvGrpSpPr>
              <a:grpSpLocks/>
            </p:cNvGrpSpPr>
            <p:nvPr/>
          </p:nvGrpSpPr>
          <p:grpSpPr bwMode="auto">
            <a:xfrm>
              <a:off x="3877" y="2913"/>
              <a:ext cx="1588" cy="1152"/>
              <a:chOff x="2496" y="3017"/>
              <a:chExt cx="2544" cy="1152"/>
            </a:xfrm>
          </p:grpSpPr>
          <p:sp>
            <p:nvSpPr>
              <p:cNvPr id="4132" name="Rectangle 4"/>
              <p:cNvSpPr>
                <a:spLocks noChangeArrowheads="1"/>
              </p:cNvSpPr>
              <p:nvPr/>
            </p:nvSpPr>
            <p:spPr bwMode="auto">
              <a:xfrm>
                <a:off x="2496" y="3593"/>
                <a:ext cx="2544" cy="576"/>
              </a:xfrm>
              <a:prstGeom prst="rect">
                <a:avLst/>
              </a:prstGeom>
              <a:solidFill>
                <a:srgbClr val="00FF00"/>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133" name="Rectangle 5"/>
              <p:cNvSpPr>
                <a:spLocks noChangeArrowheads="1"/>
              </p:cNvSpPr>
              <p:nvPr/>
            </p:nvSpPr>
            <p:spPr bwMode="auto">
              <a:xfrm>
                <a:off x="2496" y="3017"/>
                <a:ext cx="2544" cy="576"/>
              </a:xfrm>
              <a:prstGeom prst="rect">
                <a:avLst/>
              </a:prstGeom>
              <a:solidFill>
                <a:srgbClr val="FFFF00"/>
              </a:solidFill>
              <a:ln w="9525">
                <a:solidFill>
                  <a:schemeClr val="tx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graphicFrame>
          <p:nvGraphicFramePr>
            <p:cNvPr id="4128" name="Object 13"/>
            <p:cNvGraphicFramePr>
              <a:graphicFrameLocks noChangeAspect="1"/>
            </p:cNvGraphicFramePr>
            <p:nvPr/>
          </p:nvGraphicFramePr>
          <p:xfrm>
            <a:off x="4014" y="3158"/>
            <a:ext cx="216" cy="324"/>
          </p:xfrm>
          <a:graphic>
            <a:graphicData uri="http://schemas.openxmlformats.org/presentationml/2006/ole">
              <mc:AlternateContent xmlns:mc="http://schemas.openxmlformats.org/markup-compatibility/2006">
                <mc:Choice xmlns:v="urn:schemas-microsoft-com:vml" Requires="v">
                  <p:oleObj spid="_x0000_s4434" name="Equation" r:id="rId10" imgW="57258" imgH="133453" progId="Equation.DSMT4">
                    <p:embed/>
                  </p:oleObj>
                </mc:Choice>
                <mc:Fallback>
                  <p:oleObj name="Equation" r:id="rId10" imgW="57258" imgH="133453" progId="Equation.DSMT4">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14" y="3158"/>
                          <a:ext cx="216"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29" name="Object 14"/>
            <p:cNvGraphicFramePr>
              <a:graphicFrameLocks noChangeAspect="1"/>
            </p:cNvGraphicFramePr>
            <p:nvPr/>
          </p:nvGraphicFramePr>
          <p:xfrm>
            <a:off x="4013" y="3502"/>
            <a:ext cx="234" cy="324"/>
          </p:xfrm>
          <a:graphic>
            <a:graphicData uri="http://schemas.openxmlformats.org/presentationml/2006/ole">
              <mc:AlternateContent xmlns:mc="http://schemas.openxmlformats.org/markup-compatibility/2006">
                <mc:Choice xmlns:v="urn:schemas-microsoft-com:vml" Requires="v">
                  <p:oleObj spid="_x0000_s4435" name="Equation" r:id="rId12" imgW="66628" imgH="133453" progId="Equation.DSMT4">
                    <p:embed/>
                  </p:oleObj>
                </mc:Choice>
                <mc:Fallback>
                  <p:oleObj name="Equation" r:id="rId12" imgW="66628" imgH="133453" progId="Equation.DSMT4">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13" y="3502"/>
                          <a:ext cx="234"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30" name="Object 15"/>
            <p:cNvGraphicFramePr>
              <a:graphicFrameLocks noChangeAspect="1"/>
            </p:cNvGraphicFramePr>
            <p:nvPr/>
          </p:nvGraphicFramePr>
          <p:xfrm>
            <a:off x="4603" y="3133"/>
            <a:ext cx="234" cy="324"/>
          </p:xfrm>
          <a:graphic>
            <a:graphicData uri="http://schemas.openxmlformats.org/presentationml/2006/ole">
              <mc:AlternateContent xmlns:mc="http://schemas.openxmlformats.org/markup-compatibility/2006">
                <mc:Choice xmlns:v="urn:schemas-microsoft-com:vml" Requires="v">
                  <p:oleObj spid="_x0000_s4436" name="Equation" r:id="rId14" imgW="66628" imgH="133453" progId="Equation.DSMT4">
                    <p:embed/>
                  </p:oleObj>
                </mc:Choice>
                <mc:Fallback>
                  <p:oleObj name="Equation" r:id="rId14" imgW="66628" imgH="133453" progId="Equation.DSMT4">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03" y="3133"/>
                          <a:ext cx="234"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31" name="Object 16"/>
            <p:cNvGraphicFramePr>
              <a:graphicFrameLocks noChangeAspect="1"/>
            </p:cNvGraphicFramePr>
            <p:nvPr/>
          </p:nvGraphicFramePr>
          <p:xfrm>
            <a:off x="4603" y="3502"/>
            <a:ext cx="252" cy="324"/>
          </p:xfrm>
          <a:graphic>
            <a:graphicData uri="http://schemas.openxmlformats.org/presentationml/2006/ole">
              <mc:AlternateContent xmlns:mc="http://schemas.openxmlformats.org/markup-compatibility/2006">
                <mc:Choice xmlns:v="urn:schemas-microsoft-com:vml" Requires="v">
                  <p:oleObj spid="_x0000_s4437" name="Equation" r:id="rId16" imgW="85714" imgH="133453" progId="Equation.DSMT4">
                    <p:embed/>
                  </p:oleObj>
                </mc:Choice>
                <mc:Fallback>
                  <p:oleObj name="Equation" r:id="rId16" imgW="85714" imgH="133453" progId="Equation.DSMT4">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603" y="3502"/>
                          <a:ext cx="252"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32"/>
          <p:cNvGrpSpPr>
            <a:grpSpLocks/>
          </p:cNvGrpSpPr>
          <p:nvPr/>
        </p:nvGrpSpPr>
        <p:grpSpPr bwMode="auto">
          <a:xfrm>
            <a:off x="5940425" y="1258888"/>
            <a:ext cx="2952750" cy="2962275"/>
            <a:chOff x="3742" y="793"/>
            <a:chExt cx="1860" cy="1866"/>
          </a:xfrm>
        </p:grpSpPr>
        <p:sp>
          <p:nvSpPr>
            <p:cNvPr id="4122" name="Oval 7"/>
            <p:cNvSpPr>
              <a:spLocks noChangeArrowheads="1"/>
            </p:cNvSpPr>
            <p:nvPr/>
          </p:nvSpPr>
          <p:spPr bwMode="auto">
            <a:xfrm>
              <a:off x="3742" y="793"/>
              <a:ext cx="1859" cy="1860"/>
            </a:xfrm>
            <a:prstGeom prst="ellipse">
              <a:avLst/>
            </a:prstGeom>
            <a:solidFill>
              <a:srgbClr val="C3C3C3"/>
            </a:solidFill>
            <a:ln w="22225">
              <a:solidFill>
                <a:srgbClr val="FF0000"/>
              </a:solidFill>
              <a:prstDash val="dash"/>
              <a:round/>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123" name="Oval 17"/>
            <p:cNvSpPr>
              <a:spLocks noChangeArrowheads="1"/>
            </p:cNvSpPr>
            <p:nvPr/>
          </p:nvSpPr>
          <p:spPr bwMode="auto">
            <a:xfrm>
              <a:off x="4332" y="1356"/>
              <a:ext cx="725" cy="725"/>
            </a:xfrm>
            <a:prstGeom prst="ellipse">
              <a:avLst/>
            </a:prstGeom>
            <a:gradFill rotWithShape="1">
              <a:gsLst>
                <a:gs pos="0">
                  <a:srgbClr val="787878"/>
                </a:gs>
                <a:gs pos="100000">
                  <a:srgbClr val="5B5B5B"/>
                </a:gs>
              </a:gsLst>
              <a:path path="shape">
                <a:fillToRect l="50000" t="50000" r="50000" b="50000"/>
              </a:path>
            </a:gradFill>
            <a:ln w="22225">
              <a:solidFill>
                <a:srgbClr val="000000"/>
              </a:solidFill>
              <a:round/>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124" name="Line 18"/>
            <p:cNvSpPr>
              <a:spLocks noChangeShapeType="1"/>
            </p:cNvSpPr>
            <p:nvPr/>
          </p:nvSpPr>
          <p:spPr bwMode="auto">
            <a:xfrm>
              <a:off x="4675" y="1718"/>
              <a:ext cx="927" cy="0"/>
            </a:xfrm>
            <a:prstGeom prst="line">
              <a:avLst/>
            </a:prstGeom>
            <a:noFill/>
            <a:ln w="158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125" name="Object 19"/>
            <p:cNvGraphicFramePr>
              <a:graphicFrameLocks noChangeAspect="1"/>
            </p:cNvGraphicFramePr>
            <p:nvPr/>
          </p:nvGraphicFramePr>
          <p:xfrm>
            <a:off x="5239" y="1536"/>
            <a:ext cx="162" cy="180"/>
          </p:xfrm>
          <a:graphic>
            <a:graphicData uri="http://schemas.openxmlformats.org/presentationml/2006/ole">
              <mc:AlternateContent xmlns:mc="http://schemas.openxmlformats.org/markup-compatibility/2006">
                <mc:Choice xmlns:v="urn:schemas-microsoft-com:vml" Requires="v">
                  <p:oleObj spid="_x0000_s4438" name="Equation" r:id="rId18" imgW="19086" imgH="28498" progId="Equation.DSMT4">
                    <p:embed/>
                  </p:oleObj>
                </mc:Choice>
                <mc:Fallback>
                  <p:oleObj name="Equation" r:id="rId18" imgW="19086" imgH="28498" progId="Equation.DSMT4">
                    <p:embed/>
                    <p:pic>
                      <p:nvPicPr>
                        <p:cNvPr id="0" name="Object 1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239" y="1536"/>
                          <a:ext cx="162"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26" name="Object 20"/>
            <p:cNvGraphicFramePr>
              <a:graphicFrameLocks noChangeAspect="1"/>
            </p:cNvGraphicFramePr>
            <p:nvPr/>
          </p:nvGraphicFramePr>
          <p:xfrm>
            <a:off x="5284" y="2335"/>
            <a:ext cx="288" cy="324"/>
          </p:xfrm>
          <a:graphic>
            <a:graphicData uri="http://schemas.openxmlformats.org/presentationml/2006/ole">
              <mc:AlternateContent xmlns:mc="http://schemas.openxmlformats.org/markup-compatibility/2006">
                <mc:Choice xmlns:v="urn:schemas-microsoft-com:vml" Requires="v">
                  <p:oleObj spid="_x0000_s4439" name="Equation" r:id="rId20" imgW="104800" imgH="133453" progId="Equation.DSMT4">
                    <p:embed/>
                  </p:oleObj>
                </mc:Choice>
                <mc:Fallback>
                  <p:oleObj name="Equation" r:id="rId20" imgW="104800" imgH="133453" progId="Equation.DSMT4">
                    <p:embed/>
                    <p:pic>
                      <p:nvPicPr>
                        <p:cNvPr id="0" name="Object 2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284" y="2335"/>
                          <a:ext cx="288"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30"/>
          <p:cNvGrpSpPr>
            <a:grpSpLocks/>
          </p:cNvGrpSpPr>
          <p:nvPr/>
        </p:nvGrpSpPr>
        <p:grpSpPr bwMode="auto">
          <a:xfrm>
            <a:off x="1187450" y="2060575"/>
            <a:ext cx="2662238" cy="2160588"/>
            <a:chOff x="749" y="1298"/>
            <a:chExt cx="1677" cy="1361"/>
          </a:xfrm>
        </p:grpSpPr>
        <p:grpSp>
          <p:nvGrpSpPr>
            <p:cNvPr id="4113" name="Group 21"/>
            <p:cNvGrpSpPr>
              <a:grpSpLocks/>
            </p:cNvGrpSpPr>
            <p:nvPr/>
          </p:nvGrpSpPr>
          <p:grpSpPr bwMode="auto">
            <a:xfrm>
              <a:off x="749" y="1298"/>
              <a:ext cx="1360" cy="1361"/>
              <a:chOff x="567" y="1253"/>
              <a:chExt cx="1088" cy="1089"/>
            </a:xfrm>
          </p:grpSpPr>
          <p:sp>
            <p:nvSpPr>
              <p:cNvPr id="4115" name="Oval 22"/>
              <p:cNvSpPr>
                <a:spLocks noChangeArrowheads="1"/>
              </p:cNvSpPr>
              <p:nvPr/>
            </p:nvSpPr>
            <p:spPr bwMode="auto">
              <a:xfrm>
                <a:off x="567" y="1253"/>
                <a:ext cx="1088" cy="1089"/>
              </a:xfrm>
              <a:prstGeom prst="ellipse">
                <a:avLst/>
              </a:prstGeom>
              <a:solidFill>
                <a:srgbClr val="B4B4B4"/>
              </a:solidFill>
              <a:ln w="22225">
                <a:solidFill>
                  <a:srgbClr val="FF0000"/>
                </a:solidFill>
                <a:round/>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116" name="Line 23"/>
              <p:cNvSpPr>
                <a:spLocks noChangeAspect="1" noChangeShapeType="1"/>
              </p:cNvSpPr>
              <p:nvPr/>
            </p:nvSpPr>
            <p:spPr bwMode="auto">
              <a:xfrm rot="19800000" flipV="1">
                <a:off x="1066" y="1664"/>
                <a:ext cx="363" cy="46"/>
              </a:xfrm>
              <a:prstGeom prst="line">
                <a:avLst/>
              </a:prstGeom>
              <a:noFill/>
              <a:ln w="1587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17" name="Arc 24"/>
              <p:cNvSpPr>
                <a:spLocks/>
              </p:cNvSpPr>
              <p:nvPr/>
            </p:nvSpPr>
            <p:spPr bwMode="auto">
              <a:xfrm>
                <a:off x="1293" y="1663"/>
                <a:ext cx="86" cy="226"/>
              </a:xfrm>
              <a:custGeom>
                <a:avLst/>
                <a:gdLst>
                  <a:gd name="T0" fmla="*/ 0 w 19366"/>
                  <a:gd name="T1" fmla="*/ 0 h 21600"/>
                  <a:gd name="T2" fmla="*/ 0 w 19366"/>
                  <a:gd name="T3" fmla="*/ 0 h 21600"/>
                  <a:gd name="T4" fmla="*/ 0 w 19366"/>
                  <a:gd name="T5" fmla="*/ 0 h 21600"/>
                  <a:gd name="T6" fmla="*/ 0 60000 65536"/>
                  <a:gd name="T7" fmla="*/ 0 60000 65536"/>
                  <a:gd name="T8" fmla="*/ 0 60000 65536"/>
                  <a:gd name="T9" fmla="*/ 0 w 19366"/>
                  <a:gd name="T10" fmla="*/ 0 h 21600"/>
                  <a:gd name="T11" fmla="*/ 19366 w 19366"/>
                  <a:gd name="T12" fmla="*/ 21600 h 21600"/>
                </a:gdLst>
                <a:ahLst/>
                <a:cxnLst>
                  <a:cxn ang="T6">
                    <a:pos x="T0" y="T1"/>
                  </a:cxn>
                  <a:cxn ang="T7">
                    <a:pos x="T2" y="T3"/>
                  </a:cxn>
                  <a:cxn ang="T8">
                    <a:pos x="T4" y="T5"/>
                  </a:cxn>
                </a:cxnLst>
                <a:rect l="T9" t="T10" r="T11" b="T12"/>
                <a:pathLst>
                  <a:path w="19366" h="21600" fill="none" extrusionOk="0">
                    <a:moveTo>
                      <a:pt x="-1" y="0"/>
                    </a:moveTo>
                    <a:cubicBezTo>
                      <a:pt x="8218" y="0"/>
                      <a:pt x="15725" y="4664"/>
                      <a:pt x="19365" y="12033"/>
                    </a:cubicBezTo>
                  </a:path>
                  <a:path w="19366" h="21600" stroke="0" extrusionOk="0">
                    <a:moveTo>
                      <a:pt x="-1" y="0"/>
                    </a:moveTo>
                    <a:cubicBezTo>
                      <a:pt x="8218" y="0"/>
                      <a:pt x="15725" y="4664"/>
                      <a:pt x="19365" y="12033"/>
                    </a:cubicBezTo>
                    <a:lnTo>
                      <a:pt x="0" y="21600"/>
                    </a:lnTo>
                    <a:lnTo>
                      <a:pt x="-1" y="0"/>
                    </a:lnTo>
                    <a:close/>
                  </a:path>
                </a:pathLst>
              </a:custGeom>
              <a:noFill/>
              <a:ln w="15875">
                <a:solidFill>
                  <a:srgbClr val="80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118" name="Freeform 25"/>
              <p:cNvSpPr>
                <a:spLocks/>
              </p:cNvSpPr>
              <p:nvPr/>
            </p:nvSpPr>
            <p:spPr bwMode="auto">
              <a:xfrm>
                <a:off x="1013" y="1692"/>
                <a:ext cx="212" cy="197"/>
              </a:xfrm>
              <a:custGeom>
                <a:avLst/>
                <a:gdLst>
                  <a:gd name="T0" fmla="*/ 189 w 212"/>
                  <a:gd name="T1" fmla="*/ 106 h 197"/>
                  <a:gd name="T2" fmla="*/ 189 w 212"/>
                  <a:gd name="T3" fmla="*/ 15 h 197"/>
                  <a:gd name="T4" fmla="*/ 53 w 212"/>
                  <a:gd name="T5" fmla="*/ 15 h 197"/>
                  <a:gd name="T6" fmla="*/ 8 w 212"/>
                  <a:gd name="T7" fmla="*/ 106 h 197"/>
                  <a:gd name="T8" fmla="*/ 99 w 212"/>
                  <a:gd name="T9" fmla="*/ 197 h 197"/>
                  <a:gd name="T10" fmla="*/ 0 60000 65536"/>
                  <a:gd name="T11" fmla="*/ 0 60000 65536"/>
                  <a:gd name="T12" fmla="*/ 0 60000 65536"/>
                  <a:gd name="T13" fmla="*/ 0 60000 65536"/>
                  <a:gd name="T14" fmla="*/ 0 60000 65536"/>
                  <a:gd name="T15" fmla="*/ 0 w 212"/>
                  <a:gd name="T16" fmla="*/ 0 h 197"/>
                  <a:gd name="T17" fmla="*/ 212 w 212"/>
                  <a:gd name="T18" fmla="*/ 197 h 197"/>
                </a:gdLst>
                <a:ahLst/>
                <a:cxnLst>
                  <a:cxn ang="T10">
                    <a:pos x="T0" y="T1"/>
                  </a:cxn>
                  <a:cxn ang="T11">
                    <a:pos x="T2" y="T3"/>
                  </a:cxn>
                  <a:cxn ang="T12">
                    <a:pos x="T4" y="T5"/>
                  </a:cxn>
                  <a:cxn ang="T13">
                    <a:pos x="T6" y="T7"/>
                  </a:cxn>
                  <a:cxn ang="T14">
                    <a:pos x="T8" y="T9"/>
                  </a:cxn>
                </a:cxnLst>
                <a:rect l="T15" t="T16" r="T17" b="T18"/>
                <a:pathLst>
                  <a:path w="212" h="197">
                    <a:moveTo>
                      <a:pt x="189" y="106"/>
                    </a:moveTo>
                    <a:cubicBezTo>
                      <a:pt x="200" y="68"/>
                      <a:pt x="212" y="30"/>
                      <a:pt x="189" y="15"/>
                    </a:cubicBezTo>
                    <a:cubicBezTo>
                      <a:pt x="166" y="0"/>
                      <a:pt x="83" y="0"/>
                      <a:pt x="53" y="15"/>
                    </a:cubicBezTo>
                    <a:cubicBezTo>
                      <a:pt x="23" y="30"/>
                      <a:pt x="0" y="76"/>
                      <a:pt x="8" y="106"/>
                    </a:cubicBezTo>
                    <a:cubicBezTo>
                      <a:pt x="16" y="136"/>
                      <a:pt x="57" y="166"/>
                      <a:pt x="99" y="197"/>
                    </a:cubicBez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19" name="Freeform 26"/>
              <p:cNvSpPr>
                <a:spLocks/>
              </p:cNvSpPr>
              <p:nvPr/>
            </p:nvSpPr>
            <p:spPr bwMode="auto">
              <a:xfrm>
                <a:off x="1021" y="1686"/>
                <a:ext cx="271" cy="248"/>
              </a:xfrm>
              <a:custGeom>
                <a:avLst/>
                <a:gdLst>
                  <a:gd name="T0" fmla="*/ 210 w 271"/>
                  <a:gd name="T1" fmla="*/ 111 h 248"/>
                  <a:gd name="T2" fmla="*/ 172 w 271"/>
                  <a:gd name="T3" fmla="*/ 48 h 248"/>
                  <a:gd name="T4" fmla="*/ 147 w 271"/>
                  <a:gd name="T5" fmla="*/ 19 h 248"/>
                  <a:gd name="T6" fmla="*/ 84 w 271"/>
                  <a:gd name="T7" fmla="*/ 5 h 248"/>
                  <a:gd name="T8" fmla="*/ 21 w 271"/>
                  <a:gd name="T9" fmla="*/ 48 h 248"/>
                  <a:gd name="T10" fmla="*/ 8 w 271"/>
                  <a:gd name="T11" fmla="*/ 148 h 248"/>
                  <a:gd name="T12" fmla="*/ 71 w 271"/>
                  <a:gd name="T13" fmla="*/ 234 h 248"/>
                  <a:gd name="T14" fmla="*/ 185 w 271"/>
                  <a:gd name="T15" fmla="*/ 234 h 248"/>
                  <a:gd name="T16" fmla="*/ 260 w 271"/>
                  <a:gd name="T17" fmla="*/ 148 h 248"/>
                  <a:gd name="T18" fmla="*/ 248 w 271"/>
                  <a:gd name="T19" fmla="*/ 48 h 248"/>
                  <a:gd name="T20" fmla="*/ 219 w 271"/>
                  <a:gd name="T21" fmla="*/ 1 h 2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71"/>
                  <a:gd name="T34" fmla="*/ 0 h 248"/>
                  <a:gd name="T35" fmla="*/ 271 w 271"/>
                  <a:gd name="T36" fmla="*/ 248 h 2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71" h="248">
                    <a:moveTo>
                      <a:pt x="210" y="111"/>
                    </a:moveTo>
                    <a:cubicBezTo>
                      <a:pt x="202" y="99"/>
                      <a:pt x="182" y="63"/>
                      <a:pt x="172" y="48"/>
                    </a:cubicBezTo>
                    <a:cubicBezTo>
                      <a:pt x="162" y="33"/>
                      <a:pt x="162" y="26"/>
                      <a:pt x="147" y="19"/>
                    </a:cubicBezTo>
                    <a:cubicBezTo>
                      <a:pt x="132" y="12"/>
                      <a:pt x="105" y="0"/>
                      <a:pt x="84" y="5"/>
                    </a:cubicBezTo>
                    <a:cubicBezTo>
                      <a:pt x="63" y="9"/>
                      <a:pt x="34" y="24"/>
                      <a:pt x="21" y="48"/>
                    </a:cubicBezTo>
                    <a:cubicBezTo>
                      <a:pt x="9" y="72"/>
                      <a:pt x="0" y="117"/>
                      <a:pt x="8" y="148"/>
                    </a:cubicBezTo>
                    <a:cubicBezTo>
                      <a:pt x="17" y="179"/>
                      <a:pt x="42" y="220"/>
                      <a:pt x="71" y="234"/>
                    </a:cubicBezTo>
                    <a:cubicBezTo>
                      <a:pt x="101" y="248"/>
                      <a:pt x="153" y="248"/>
                      <a:pt x="185" y="234"/>
                    </a:cubicBezTo>
                    <a:cubicBezTo>
                      <a:pt x="216" y="220"/>
                      <a:pt x="250" y="179"/>
                      <a:pt x="260" y="148"/>
                    </a:cubicBezTo>
                    <a:cubicBezTo>
                      <a:pt x="271" y="117"/>
                      <a:pt x="255" y="72"/>
                      <a:pt x="248" y="48"/>
                    </a:cubicBezTo>
                    <a:cubicBezTo>
                      <a:pt x="241" y="24"/>
                      <a:pt x="225" y="11"/>
                      <a:pt x="219" y="1"/>
                    </a:cubicBezTo>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aphicFrame>
            <p:nvGraphicFramePr>
              <p:cNvPr id="4120" name="Object 27"/>
              <p:cNvGraphicFramePr>
                <a:graphicFrameLocks noChangeAspect="1"/>
              </p:cNvGraphicFramePr>
              <p:nvPr/>
            </p:nvGraphicFramePr>
            <p:xfrm>
              <a:off x="939" y="1889"/>
              <a:ext cx="528" cy="248"/>
            </p:xfrm>
            <a:graphic>
              <a:graphicData uri="http://schemas.openxmlformats.org/presentationml/2006/ole">
                <mc:AlternateContent xmlns:mc="http://schemas.openxmlformats.org/markup-compatibility/2006">
                  <mc:Choice xmlns:v="urn:schemas-microsoft-com:vml" Requires="v">
                    <p:oleObj spid="_x0000_s4440" name="Equation" r:id="rId22" imgW="333487" imgH="104608" progId="Equation.DSMT4">
                      <p:embed/>
                    </p:oleObj>
                  </mc:Choice>
                  <mc:Fallback>
                    <p:oleObj name="Equation" r:id="rId22" imgW="333487" imgH="104608" progId="Equation.DSMT4">
                      <p:embed/>
                      <p:pic>
                        <p:nvPicPr>
                          <p:cNvPr id="0" name="Object 2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39" y="1889"/>
                            <a:ext cx="528"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21" name="Object 28"/>
              <p:cNvGraphicFramePr>
                <a:graphicFrameLocks noChangeAspect="1"/>
              </p:cNvGraphicFramePr>
              <p:nvPr/>
            </p:nvGraphicFramePr>
            <p:xfrm>
              <a:off x="1384" y="1546"/>
              <a:ext cx="185" cy="297"/>
            </p:xfrm>
            <a:graphic>
              <a:graphicData uri="http://schemas.openxmlformats.org/presentationml/2006/ole">
                <mc:AlternateContent xmlns:mc="http://schemas.openxmlformats.org/markup-compatibility/2006">
                  <mc:Choice xmlns:v="urn:schemas-microsoft-com:vml" Requires="v">
                    <p:oleObj spid="_x0000_s4441" name="Equation" r:id="rId24" imgW="28456" imgH="104608" progId="Equation.DSMT4">
                      <p:embed/>
                    </p:oleObj>
                  </mc:Choice>
                  <mc:Fallback>
                    <p:oleObj name="Equation" r:id="rId24" imgW="28456" imgH="104608" progId="Equation.DSMT4">
                      <p:embed/>
                      <p:pic>
                        <p:nvPicPr>
                          <p:cNvPr id="0" name="Object 28"/>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384" y="1546"/>
                            <a:ext cx="185"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114" name="Line 29"/>
            <p:cNvSpPr>
              <a:spLocks noChangeShapeType="1"/>
            </p:cNvSpPr>
            <p:nvPr/>
          </p:nvSpPr>
          <p:spPr bwMode="auto">
            <a:xfrm>
              <a:off x="1429" y="1979"/>
              <a:ext cx="997" cy="0"/>
            </a:xfrm>
            <a:prstGeom prst="line">
              <a:avLst/>
            </a:prstGeom>
            <a:noFill/>
            <a:ln w="15875">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109" name="AutoShape 33">
            <a:hlinkClick r:id="rId26"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110" name="AutoShape 34">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111" name="AutoShape 35">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112" name="AutoShape 36">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37640"/>
                                        </p:tgtEl>
                                        <p:attrNameLst>
                                          <p:attrName>style.visibility</p:attrName>
                                        </p:attrNameLst>
                                      </p:cBhvr>
                                      <p:to>
                                        <p:strVal val="visible"/>
                                      </p:to>
                                    </p:set>
                                    <p:animEffect transition="in" filter="wipe(up)">
                                      <p:cBhvr>
                                        <p:cTn id="7" dur="2000"/>
                                        <p:tgtEl>
                                          <p:spTgt spid="837640"/>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000"/>
                                        <p:tgtEl>
                                          <p:spTgt spid="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837641"/>
                                        </p:tgtEl>
                                        <p:attrNameLst>
                                          <p:attrName>style.visibility</p:attrName>
                                        </p:attrNameLst>
                                      </p:cBhvr>
                                      <p:to>
                                        <p:strVal val="visible"/>
                                      </p:to>
                                    </p:set>
                                    <p:animEffect transition="in" filter="wipe(up)">
                                      <p:cBhvr>
                                        <p:cTn id="16" dur="2000"/>
                                        <p:tgtEl>
                                          <p:spTgt spid="83764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837638"/>
                                        </p:tgtEl>
                                        <p:attrNameLst>
                                          <p:attrName>style.visibility</p:attrName>
                                        </p:attrNameLst>
                                      </p:cBhvr>
                                      <p:to>
                                        <p:strVal val="visible"/>
                                      </p:to>
                                    </p:set>
                                    <p:animEffect transition="in" filter="wipe(up)">
                                      <p:cBhvr>
                                        <p:cTn id="21" dur="2000"/>
                                        <p:tgtEl>
                                          <p:spTgt spid="837638"/>
                                        </p:tgtEl>
                                      </p:cBhvr>
                                    </p:animEffect>
                                  </p:childTnLst>
                                </p:cTn>
                              </p:par>
                            </p:childTnLst>
                          </p:cTn>
                        </p:par>
                        <p:par>
                          <p:cTn id="22" fill="hold" nodeType="afterGroup">
                            <p:stCondLst>
                              <p:cond delay="2000"/>
                            </p:stCondLst>
                            <p:childTnLst>
                              <p:par>
                                <p:cTn id="23" presetID="10" presetClass="entr" presetSubtype="0"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2000"/>
                                        <p:tgtEl>
                                          <p:spTgt spid="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837634"/>
                                        </p:tgtEl>
                                        <p:attrNameLst>
                                          <p:attrName>style.visibility</p:attrName>
                                        </p:attrNameLst>
                                      </p:cBhvr>
                                      <p:to>
                                        <p:strVal val="visible"/>
                                      </p:to>
                                    </p:set>
                                    <p:animEffect transition="in" filter="wipe(up)">
                                      <p:cBhvr>
                                        <p:cTn id="30" dur="2000"/>
                                        <p:tgtEl>
                                          <p:spTgt spid="83763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837642"/>
                                        </p:tgtEl>
                                        <p:attrNameLst>
                                          <p:attrName>style.visibility</p:attrName>
                                        </p:attrNameLst>
                                      </p:cBhvr>
                                      <p:to>
                                        <p:strVal val="visible"/>
                                      </p:to>
                                    </p:set>
                                    <p:animEffect transition="in" filter="wipe(up)">
                                      <p:cBhvr>
                                        <p:cTn id="35" dur="2000"/>
                                        <p:tgtEl>
                                          <p:spTgt spid="837642"/>
                                        </p:tgtEl>
                                      </p:cBhvr>
                                    </p:animEffect>
                                  </p:childTnLst>
                                </p:cTn>
                              </p:par>
                            </p:childTnLst>
                          </p:cTn>
                        </p:par>
                        <p:par>
                          <p:cTn id="36" fill="hold" nodeType="afterGroup">
                            <p:stCondLst>
                              <p:cond delay="2000"/>
                            </p:stCondLst>
                            <p:childTnLst>
                              <p:par>
                                <p:cTn id="37" presetID="10" presetClass="entr" presetSubtype="0" fill="hold" nodeType="after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fade">
                                      <p:cBhvr>
                                        <p:cTn id="39" dur="2000"/>
                                        <p:tgtEl>
                                          <p:spTgt spid="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837643"/>
                                        </p:tgtEl>
                                        <p:attrNameLst>
                                          <p:attrName>style.visibility</p:attrName>
                                        </p:attrNameLst>
                                      </p:cBhvr>
                                      <p:to>
                                        <p:strVal val="visible"/>
                                      </p:to>
                                    </p:set>
                                    <p:animEffect transition="in" filter="wipe(up)">
                                      <p:cBhvr>
                                        <p:cTn id="44" dur="2000"/>
                                        <p:tgtEl>
                                          <p:spTgt spid="837643"/>
                                        </p:tgtEl>
                                      </p:cBhvr>
                                    </p:animEffect>
                                  </p:childTnLst>
                                </p:cTn>
                              </p:par>
                            </p:childTnLst>
                          </p:cTn>
                        </p:par>
                        <p:par>
                          <p:cTn id="45" fill="hold" nodeType="afterGroup">
                            <p:stCondLst>
                              <p:cond delay="2000"/>
                            </p:stCondLst>
                            <p:childTnLst>
                              <p:par>
                                <p:cTn id="46" presetID="22" presetClass="entr" presetSubtype="1" fill="hold" nodeType="afterEffect">
                                  <p:stCondLst>
                                    <p:cond delay="0"/>
                                  </p:stCondLst>
                                  <p:childTnLst>
                                    <p:set>
                                      <p:cBhvr>
                                        <p:cTn id="47" dur="1" fill="hold">
                                          <p:stCondLst>
                                            <p:cond delay="0"/>
                                          </p:stCondLst>
                                        </p:cTn>
                                        <p:tgtEl>
                                          <p:spTgt spid="837644"/>
                                        </p:tgtEl>
                                        <p:attrNameLst>
                                          <p:attrName>style.visibility</p:attrName>
                                        </p:attrNameLst>
                                      </p:cBhvr>
                                      <p:to>
                                        <p:strVal val="visible"/>
                                      </p:to>
                                    </p:set>
                                    <p:animEffect transition="in" filter="wipe(up)">
                                      <p:cBhvr>
                                        <p:cTn id="48" dur="2000"/>
                                        <p:tgtEl>
                                          <p:spTgt spid="837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7638" grpId="0"/>
      <p:bldP spid="837640" grpId="0"/>
      <p:bldP spid="837642" grpId="0"/>
      <p:bldP spid="83764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灯片编号占位符 2"/>
          <p:cNvSpPr>
            <a:spLocks noGrp="1"/>
          </p:cNvSpPr>
          <p:nvPr>
            <p:ph type="sldNum" sz="quarter" idx="10"/>
          </p:nvPr>
        </p:nvSpPr>
        <p:spPr/>
        <p:txBody>
          <a:bodyPr/>
          <a:lstStyle/>
          <a:p>
            <a:pPr>
              <a:defRPr/>
            </a:pPr>
            <a:fld id="{4E812224-82B4-4A38-9472-B47C8EE8A4F2}" type="slidenum">
              <a:rPr lang="en-US" altLang="zh-CN"/>
              <a:pPr>
                <a:defRPr/>
              </a:pPr>
              <a:t>4</a:t>
            </a:fld>
            <a:endParaRPr lang="en-US" altLang="zh-CN"/>
          </a:p>
        </p:txBody>
      </p:sp>
      <p:graphicFrame>
        <p:nvGraphicFramePr>
          <p:cNvPr id="838658" name="Object 2"/>
          <p:cNvGraphicFramePr>
            <a:graphicFrameLocks noChangeAspect="1"/>
          </p:cNvGraphicFramePr>
          <p:nvPr/>
        </p:nvGraphicFramePr>
        <p:xfrm>
          <a:off x="5975350" y="1163638"/>
          <a:ext cx="1909763" cy="889000"/>
        </p:xfrm>
        <a:graphic>
          <a:graphicData uri="http://schemas.openxmlformats.org/presentationml/2006/ole">
            <mc:AlternateContent xmlns:mc="http://schemas.openxmlformats.org/markup-compatibility/2006">
              <mc:Choice xmlns:v="urn:schemas-microsoft-com:vml" Requires="v">
                <p:oleObj spid="_x0000_s5717" name="Equation" r:id="rId3" imgW="857142" imgH="352399" progId="Equation.DSMT4">
                  <p:embed/>
                </p:oleObj>
              </mc:Choice>
              <mc:Fallback>
                <p:oleObj name="Equation" r:id="rId3" imgW="857142" imgH="352399"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5350" y="1163638"/>
                        <a:ext cx="1909763"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8660" name="Object 4"/>
          <p:cNvGraphicFramePr>
            <a:graphicFrameLocks noChangeAspect="1"/>
          </p:cNvGraphicFramePr>
          <p:nvPr>
            <p:extLst>
              <p:ext uri="{D42A27DB-BD31-4B8C-83A1-F6EECF244321}">
                <p14:modId xmlns:p14="http://schemas.microsoft.com/office/powerpoint/2010/main" val="2047884359"/>
              </p:ext>
            </p:extLst>
          </p:nvPr>
        </p:nvGraphicFramePr>
        <p:xfrm>
          <a:off x="5360988" y="2263775"/>
          <a:ext cx="3108325" cy="433388"/>
        </p:xfrm>
        <a:graphic>
          <a:graphicData uri="http://schemas.openxmlformats.org/presentationml/2006/ole">
            <mc:AlternateContent xmlns:mc="http://schemas.openxmlformats.org/markup-compatibility/2006">
              <mc:Choice xmlns:v="urn:schemas-microsoft-com:vml" Requires="v">
                <p:oleObj spid="_x0000_s5718" name="Equation" r:id="rId5" imgW="1447560" imgH="203040" progId="Equation.DSMT4">
                  <p:embed/>
                </p:oleObj>
              </mc:Choice>
              <mc:Fallback>
                <p:oleObj name="Equation" r:id="rId5" imgW="1447560" imgH="203040" progId="Equation.DSMT4">
                  <p:embed/>
                  <p:pic>
                    <p:nvPicPr>
                      <p:cNvPr id="0" name="Object 4"/>
                      <p:cNvPicPr>
                        <a:picLocks noChangeAspect="1" noChangeArrowheads="1"/>
                      </p:cNvPicPr>
                      <p:nvPr/>
                    </p:nvPicPr>
                    <p:blipFill>
                      <a:blip r:embed="rId6"/>
                      <a:srcRect/>
                      <a:stretch>
                        <a:fillRect/>
                      </a:stretch>
                    </p:blipFill>
                    <p:spPr bwMode="auto">
                      <a:xfrm>
                        <a:off x="5360988" y="2263775"/>
                        <a:ext cx="3108325" cy="433388"/>
                      </a:xfrm>
                      <a:prstGeom prst="rect">
                        <a:avLst/>
                      </a:prstGeom>
                      <a:noFill/>
                      <a:ln>
                        <a:noFill/>
                      </a:ln>
                      <a:effectLst/>
                      <a:extLst/>
                    </p:spPr>
                  </p:pic>
                </p:oleObj>
              </mc:Fallback>
            </mc:AlternateContent>
          </a:graphicData>
        </a:graphic>
      </p:graphicFrame>
      <p:graphicFrame>
        <p:nvGraphicFramePr>
          <p:cNvPr id="838661" name="Object 5"/>
          <p:cNvGraphicFramePr>
            <a:graphicFrameLocks noChangeAspect="1"/>
          </p:cNvGraphicFramePr>
          <p:nvPr>
            <p:extLst>
              <p:ext uri="{D42A27DB-BD31-4B8C-83A1-F6EECF244321}">
                <p14:modId xmlns:p14="http://schemas.microsoft.com/office/powerpoint/2010/main" val="1824361687"/>
              </p:ext>
            </p:extLst>
          </p:nvPr>
        </p:nvGraphicFramePr>
        <p:xfrm>
          <a:off x="5340350" y="2719388"/>
          <a:ext cx="3336106" cy="447477"/>
        </p:xfrm>
        <a:graphic>
          <a:graphicData uri="http://schemas.openxmlformats.org/presentationml/2006/ole">
            <mc:AlternateContent xmlns:mc="http://schemas.openxmlformats.org/markup-compatibility/2006">
              <mc:Choice xmlns:v="urn:schemas-microsoft-com:vml" Requires="v">
                <p:oleObj spid="_x0000_s5719" name="Equation" r:id="rId7" imgW="1498320" imgH="228600" progId="Equation.DSMT4">
                  <p:embed/>
                </p:oleObj>
              </mc:Choice>
              <mc:Fallback>
                <p:oleObj name="Equation" r:id="rId7" imgW="1498320" imgH="228600" progId="Equation.DSMT4">
                  <p:embed/>
                  <p:pic>
                    <p:nvPicPr>
                      <p:cNvPr id="0" name="Object 5"/>
                      <p:cNvPicPr>
                        <a:picLocks noChangeAspect="1" noChangeArrowheads="1"/>
                      </p:cNvPicPr>
                      <p:nvPr/>
                    </p:nvPicPr>
                    <p:blipFill>
                      <a:blip r:embed="rId8"/>
                      <a:srcRect/>
                      <a:stretch>
                        <a:fillRect/>
                      </a:stretch>
                    </p:blipFill>
                    <p:spPr bwMode="auto">
                      <a:xfrm>
                        <a:off x="5340350" y="2719388"/>
                        <a:ext cx="3336106" cy="447477"/>
                      </a:xfrm>
                      <a:prstGeom prst="rect">
                        <a:avLst/>
                      </a:prstGeom>
                      <a:noFill/>
                      <a:ln>
                        <a:noFill/>
                      </a:ln>
                      <a:effectLst/>
                      <a:extLst/>
                    </p:spPr>
                  </p:pic>
                </p:oleObj>
              </mc:Fallback>
            </mc:AlternateContent>
          </a:graphicData>
        </a:graphic>
      </p:graphicFrame>
      <p:sp>
        <p:nvSpPr>
          <p:cNvPr id="838662" name="Text Box 6"/>
          <p:cNvSpPr txBox="1">
            <a:spLocks noChangeArrowheads="1"/>
          </p:cNvSpPr>
          <p:nvPr/>
        </p:nvSpPr>
        <p:spPr bwMode="auto">
          <a:xfrm>
            <a:off x="5076825" y="552450"/>
            <a:ext cx="1843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kumimoji="1" lang="zh-CN" altLang="en-US" b="1">
                <a:solidFill>
                  <a:schemeClr val="bg1"/>
                </a:solidFill>
                <a:latin typeface="楷体_GB2312" pitchFamily="49" charset="-122"/>
              </a:rPr>
              <a:t>（第一类）</a:t>
            </a:r>
          </a:p>
        </p:txBody>
      </p:sp>
      <p:grpSp>
        <p:nvGrpSpPr>
          <p:cNvPr id="2" name="Group 7"/>
          <p:cNvGrpSpPr>
            <a:grpSpLocks/>
          </p:cNvGrpSpPr>
          <p:nvPr/>
        </p:nvGrpSpPr>
        <p:grpSpPr bwMode="auto">
          <a:xfrm>
            <a:off x="900113" y="549275"/>
            <a:ext cx="3816350" cy="2592388"/>
            <a:chOff x="567" y="346"/>
            <a:chExt cx="2404" cy="1633"/>
          </a:xfrm>
        </p:grpSpPr>
        <p:sp>
          <p:nvSpPr>
            <p:cNvPr id="5157" name="Rectangle 8"/>
            <p:cNvSpPr>
              <a:spLocks noChangeArrowheads="1"/>
            </p:cNvSpPr>
            <p:nvPr/>
          </p:nvSpPr>
          <p:spPr bwMode="auto">
            <a:xfrm>
              <a:off x="567" y="346"/>
              <a:ext cx="2404" cy="1633"/>
            </a:xfrm>
            <a:prstGeom prst="rect">
              <a:avLst/>
            </a:prstGeom>
            <a:solidFill>
              <a:srgbClr val="CCFFFF"/>
            </a:solidFill>
            <a:ln w="9525">
              <a:solidFill>
                <a:srgbClr val="FF0000"/>
              </a:solidFill>
              <a:miter lim="800000"/>
              <a:headEnd/>
              <a:tailEnd/>
            </a:ln>
          </p:spPr>
          <p:txBody>
            <a:bodyPr wrap="none" anchor="ct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zh-CN"/>
            </a:p>
          </p:txBody>
        </p:sp>
        <p:sp>
          <p:nvSpPr>
            <p:cNvPr id="5158" name="Line 9"/>
            <p:cNvSpPr>
              <a:spLocks noChangeShapeType="1"/>
            </p:cNvSpPr>
            <p:nvPr/>
          </p:nvSpPr>
          <p:spPr bwMode="auto">
            <a:xfrm>
              <a:off x="911" y="492"/>
              <a:ext cx="0" cy="1217"/>
            </a:xfrm>
            <a:prstGeom prst="line">
              <a:avLst/>
            </a:prstGeom>
            <a:noFill/>
            <a:ln w="28575">
              <a:solidFill>
                <a:schemeClr va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59" name="Line 10"/>
            <p:cNvSpPr>
              <a:spLocks noChangeShapeType="1"/>
            </p:cNvSpPr>
            <p:nvPr/>
          </p:nvSpPr>
          <p:spPr bwMode="auto">
            <a:xfrm>
              <a:off x="911" y="1713"/>
              <a:ext cx="1708" cy="0"/>
            </a:xfrm>
            <a:prstGeom prst="line">
              <a:avLst/>
            </a:prstGeom>
            <a:noFill/>
            <a:ln w="28575">
              <a:solidFill>
                <a:schemeClr val="hlink"/>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60" name="Line 11"/>
            <p:cNvSpPr>
              <a:spLocks noChangeShapeType="1"/>
            </p:cNvSpPr>
            <p:nvPr/>
          </p:nvSpPr>
          <p:spPr bwMode="auto">
            <a:xfrm flipV="1">
              <a:off x="2103" y="959"/>
              <a:ext cx="0" cy="754"/>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61" name="Line 12"/>
            <p:cNvSpPr>
              <a:spLocks noChangeShapeType="1"/>
            </p:cNvSpPr>
            <p:nvPr/>
          </p:nvSpPr>
          <p:spPr bwMode="auto">
            <a:xfrm flipV="1">
              <a:off x="911" y="959"/>
              <a:ext cx="0" cy="754"/>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62" name="Line 13"/>
            <p:cNvSpPr>
              <a:spLocks noChangeShapeType="1"/>
            </p:cNvSpPr>
            <p:nvPr/>
          </p:nvSpPr>
          <p:spPr bwMode="auto">
            <a:xfrm>
              <a:off x="911" y="928"/>
              <a:ext cx="1192" cy="0"/>
            </a:xfrm>
            <a:prstGeom prst="line">
              <a:avLst/>
            </a:prstGeom>
            <a:noFill/>
            <a:ln w="41275">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63" name="Line 14"/>
            <p:cNvSpPr>
              <a:spLocks noChangeShapeType="1"/>
            </p:cNvSpPr>
            <p:nvPr/>
          </p:nvSpPr>
          <p:spPr bwMode="auto">
            <a:xfrm>
              <a:off x="911" y="1713"/>
              <a:ext cx="1192"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164" name="Object 15"/>
            <p:cNvGraphicFramePr>
              <a:graphicFrameLocks noChangeAspect="1"/>
            </p:cNvGraphicFramePr>
            <p:nvPr/>
          </p:nvGraphicFramePr>
          <p:xfrm>
            <a:off x="1484" y="666"/>
            <a:ext cx="217" cy="250"/>
          </p:xfrm>
          <a:graphic>
            <a:graphicData uri="http://schemas.openxmlformats.org/presentationml/2006/ole">
              <mc:AlternateContent xmlns:mc="http://schemas.openxmlformats.org/markup-compatibility/2006">
                <mc:Choice xmlns:v="urn:schemas-microsoft-com:vml" Requires="v">
                  <p:oleObj spid="_x0000_s5720" name="Equation" r:id="rId9" imgW="104800" imgH="133453" progId="Equation.3">
                    <p:embed/>
                  </p:oleObj>
                </mc:Choice>
                <mc:Fallback>
                  <p:oleObj name="Equation" r:id="rId9" imgW="104800" imgH="133453"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84" y="666"/>
                          <a:ext cx="21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65" name="Object 16"/>
            <p:cNvGraphicFramePr>
              <a:graphicFrameLocks noChangeAspect="1"/>
            </p:cNvGraphicFramePr>
            <p:nvPr/>
          </p:nvGraphicFramePr>
          <p:xfrm>
            <a:off x="791" y="812"/>
            <a:ext cx="135" cy="195"/>
          </p:xfrm>
          <a:graphic>
            <a:graphicData uri="http://schemas.openxmlformats.org/presentationml/2006/ole">
              <mc:AlternateContent xmlns:mc="http://schemas.openxmlformats.org/markup-compatibility/2006">
                <mc:Choice xmlns:v="urn:schemas-microsoft-com:vml" Requires="v">
                  <p:oleObj spid="_x0000_s5721" name="Equation" r:id="rId11" imgW="28456" imgH="85841" progId="Equation.3">
                    <p:embed/>
                  </p:oleObj>
                </mc:Choice>
                <mc:Fallback>
                  <p:oleObj name="Equation" r:id="rId11" imgW="28456" imgH="85841"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1" y="812"/>
                          <a:ext cx="135"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66" name="Object 17"/>
            <p:cNvGraphicFramePr>
              <a:graphicFrameLocks noChangeAspect="1"/>
            </p:cNvGraphicFramePr>
            <p:nvPr/>
          </p:nvGraphicFramePr>
          <p:xfrm>
            <a:off x="2049" y="1755"/>
            <a:ext cx="137" cy="154"/>
          </p:xfrm>
          <a:graphic>
            <a:graphicData uri="http://schemas.openxmlformats.org/presentationml/2006/ole">
              <mc:AlternateContent xmlns:mc="http://schemas.openxmlformats.org/markup-compatibility/2006">
                <mc:Choice xmlns:v="urn:schemas-microsoft-com:vml" Requires="v">
                  <p:oleObj spid="_x0000_s5722" name="Equation" r:id="rId13" imgW="28456" imgH="47612" progId="Equation.DSMT4">
                    <p:embed/>
                  </p:oleObj>
                </mc:Choice>
                <mc:Fallback>
                  <p:oleObj name="Equation" r:id="rId13" imgW="28456" imgH="47612" progId="Equation.DSMT4">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49" y="1755"/>
                          <a:ext cx="137"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67" name="Object 18"/>
            <p:cNvGraphicFramePr>
              <a:graphicFrameLocks noChangeAspect="1"/>
            </p:cNvGraphicFramePr>
            <p:nvPr/>
          </p:nvGraphicFramePr>
          <p:xfrm>
            <a:off x="776" y="1663"/>
            <a:ext cx="164" cy="195"/>
          </p:xfrm>
          <a:graphic>
            <a:graphicData uri="http://schemas.openxmlformats.org/presentationml/2006/ole">
              <mc:AlternateContent xmlns:mc="http://schemas.openxmlformats.org/markup-compatibility/2006">
                <mc:Choice xmlns:v="urn:schemas-microsoft-com:vml" Requires="v">
                  <p:oleObj spid="_x0000_s5723" name="Equation" r:id="rId15" imgW="57258" imgH="85841" progId="Equation.DSMT4">
                    <p:embed/>
                  </p:oleObj>
                </mc:Choice>
                <mc:Fallback>
                  <p:oleObj name="Equation" r:id="rId15" imgW="57258" imgH="85841" progId="Equation.DSMT4">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76" y="1663"/>
                          <a:ext cx="164"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68" name="Object 19"/>
            <p:cNvGraphicFramePr>
              <a:graphicFrameLocks noChangeAspect="1"/>
            </p:cNvGraphicFramePr>
            <p:nvPr/>
          </p:nvGraphicFramePr>
          <p:xfrm>
            <a:off x="2551" y="1719"/>
            <a:ext cx="148" cy="166"/>
          </p:xfrm>
          <a:graphic>
            <a:graphicData uri="http://schemas.openxmlformats.org/presentationml/2006/ole">
              <mc:AlternateContent xmlns:mc="http://schemas.openxmlformats.org/markup-compatibility/2006">
                <mc:Choice xmlns:v="urn:schemas-microsoft-com:vml" Requires="v">
                  <p:oleObj spid="_x0000_s5724" name="Equation" r:id="rId17" imgW="28456" imgH="47612" progId="Equation.3">
                    <p:embed/>
                  </p:oleObj>
                </mc:Choice>
                <mc:Fallback>
                  <p:oleObj name="Equation" r:id="rId17" imgW="28456" imgH="47612" progId="Equation.3">
                    <p:embed/>
                    <p:pic>
                      <p:nvPicPr>
                        <p:cNvPr id="0" name="Object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551" y="1719"/>
                          <a:ext cx="148"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69" name="Object 20"/>
            <p:cNvGraphicFramePr>
              <a:graphicFrameLocks noChangeAspect="1"/>
            </p:cNvGraphicFramePr>
            <p:nvPr/>
          </p:nvGraphicFramePr>
          <p:xfrm>
            <a:off x="971" y="431"/>
            <a:ext cx="149" cy="180"/>
          </p:xfrm>
          <a:graphic>
            <a:graphicData uri="http://schemas.openxmlformats.org/presentationml/2006/ole">
              <mc:AlternateContent xmlns:mc="http://schemas.openxmlformats.org/markup-compatibility/2006">
                <mc:Choice xmlns:v="urn:schemas-microsoft-com:vml" Requires="v">
                  <p:oleObj spid="_x0000_s5725" name="Equation" r:id="rId19" imgW="47542" imgH="66726" progId="Equation.3">
                    <p:embed/>
                  </p:oleObj>
                </mc:Choice>
                <mc:Fallback>
                  <p:oleObj name="Equation" r:id="rId19" imgW="47542" imgH="66726" progId="Equation.3">
                    <p:embed/>
                    <p:pic>
                      <p:nvPicPr>
                        <p:cNvPr id="0" name="Object 2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71" y="431"/>
                          <a:ext cx="149"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170" name="Group 21"/>
            <p:cNvGrpSpPr>
              <a:grpSpLocks/>
            </p:cNvGrpSpPr>
            <p:nvPr/>
          </p:nvGrpSpPr>
          <p:grpSpPr bwMode="auto">
            <a:xfrm>
              <a:off x="2109" y="1298"/>
              <a:ext cx="289" cy="179"/>
              <a:chOff x="2109" y="2523"/>
              <a:chExt cx="289" cy="179"/>
            </a:xfrm>
          </p:grpSpPr>
          <p:sp>
            <p:nvSpPr>
              <p:cNvPr id="5171" name="Line 22"/>
              <p:cNvSpPr>
                <a:spLocks noChangeShapeType="1"/>
              </p:cNvSpPr>
              <p:nvPr/>
            </p:nvSpPr>
            <p:spPr bwMode="auto">
              <a:xfrm>
                <a:off x="2109" y="2523"/>
                <a:ext cx="202" cy="0"/>
              </a:xfrm>
              <a:prstGeom prst="line">
                <a:avLst/>
              </a:prstGeom>
              <a:noFill/>
              <a:ln w="9525">
                <a:solidFill>
                  <a:srgbClr val="FF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172" name="Group 23"/>
              <p:cNvGrpSpPr>
                <a:grpSpLocks/>
              </p:cNvGrpSpPr>
              <p:nvPr/>
            </p:nvGrpSpPr>
            <p:grpSpPr bwMode="auto">
              <a:xfrm>
                <a:off x="2224" y="2523"/>
                <a:ext cx="174" cy="179"/>
                <a:chOff x="2224" y="2523"/>
                <a:chExt cx="174" cy="179"/>
              </a:xfrm>
            </p:grpSpPr>
            <p:sp>
              <p:nvSpPr>
                <p:cNvPr id="5173" name="Line 24"/>
                <p:cNvSpPr>
                  <a:spLocks noChangeShapeType="1"/>
                </p:cNvSpPr>
                <p:nvPr/>
              </p:nvSpPr>
              <p:spPr bwMode="auto">
                <a:xfrm>
                  <a:off x="2311" y="2523"/>
                  <a:ext cx="0" cy="128"/>
                </a:xfrm>
                <a:prstGeom prst="line">
                  <a:avLst/>
                </a:prstGeom>
                <a:noFill/>
                <a:ln w="9525">
                  <a:solidFill>
                    <a:srgbClr val="FF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74" name="Line 25"/>
                <p:cNvSpPr>
                  <a:spLocks noChangeShapeType="1"/>
                </p:cNvSpPr>
                <p:nvPr/>
              </p:nvSpPr>
              <p:spPr bwMode="auto">
                <a:xfrm>
                  <a:off x="2224" y="2651"/>
                  <a:ext cx="174" cy="0"/>
                </a:xfrm>
                <a:prstGeom prst="line">
                  <a:avLst/>
                </a:prstGeom>
                <a:noFill/>
                <a:ln w="15875">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75" name="Line 26"/>
                <p:cNvSpPr>
                  <a:spLocks noChangeShapeType="1"/>
                </p:cNvSpPr>
                <p:nvPr/>
              </p:nvSpPr>
              <p:spPr bwMode="auto">
                <a:xfrm>
                  <a:off x="2260" y="2676"/>
                  <a:ext cx="88" cy="0"/>
                </a:xfrm>
                <a:prstGeom prst="line">
                  <a:avLst/>
                </a:prstGeom>
                <a:noFill/>
                <a:ln w="15875">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76" name="Line 27"/>
                <p:cNvSpPr>
                  <a:spLocks noChangeShapeType="1"/>
                </p:cNvSpPr>
                <p:nvPr/>
              </p:nvSpPr>
              <p:spPr bwMode="auto">
                <a:xfrm>
                  <a:off x="2260" y="2702"/>
                  <a:ext cx="88" cy="0"/>
                </a:xfrm>
                <a:prstGeom prst="line">
                  <a:avLst/>
                </a:prstGeom>
                <a:noFill/>
                <a:ln w="15875">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5" name="Group 28"/>
          <p:cNvGrpSpPr>
            <a:grpSpLocks/>
          </p:cNvGrpSpPr>
          <p:nvPr/>
        </p:nvGrpSpPr>
        <p:grpSpPr bwMode="auto">
          <a:xfrm>
            <a:off x="900113" y="3571875"/>
            <a:ext cx="3887787" cy="2736850"/>
            <a:chOff x="567" y="2205"/>
            <a:chExt cx="2449" cy="1724"/>
          </a:xfrm>
        </p:grpSpPr>
        <p:sp>
          <p:nvSpPr>
            <p:cNvPr id="5137" name="Rectangle 29"/>
            <p:cNvSpPr>
              <a:spLocks noChangeArrowheads="1"/>
            </p:cNvSpPr>
            <p:nvPr/>
          </p:nvSpPr>
          <p:spPr bwMode="auto">
            <a:xfrm>
              <a:off x="567" y="2205"/>
              <a:ext cx="2449" cy="1724"/>
            </a:xfrm>
            <a:prstGeom prst="rect">
              <a:avLst/>
            </a:prstGeom>
            <a:solidFill>
              <a:srgbClr val="99CCFF"/>
            </a:solidFill>
            <a:ln w="9525">
              <a:solidFill>
                <a:srgbClr val="FF0000"/>
              </a:solidFill>
              <a:miter lim="800000"/>
              <a:headEnd/>
              <a:tailEnd/>
            </a:ln>
          </p:spPr>
          <p:txBody>
            <a:bodyPr wrap="none" anchor="ct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zh-CN"/>
            </a:p>
          </p:txBody>
        </p:sp>
        <p:sp>
          <p:nvSpPr>
            <p:cNvPr id="5138" name="Line 30"/>
            <p:cNvSpPr>
              <a:spLocks noChangeShapeType="1"/>
            </p:cNvSpPr>
            <p:nvPr/>
          </p:nvSpPr>
          <p:spPr bwMode="auto">
            <a:xfrm flipH="1">
              <a:off x="1081" y="2430"/>
              <a:ext cx="0" cy="1091"/>
            </a:xfrm>
            <a:prstGeom prst="line">
              <a:avLst/>
            </a:prstGeom>
            <a:noFill/>
            <a:ln w="28575">
              <a:solidFill>
                <a:schemeClr va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39" name="Line 31"/>
            <p:cNvSpPr>
              <a:spLocks noChangeShapeType="1"/>
            </p:cNvSpPr>
            <p:nvPr/>
          </p:nvSpPr>
          <p:spPr bwMode="auto">
            <a:xfrm flipV="1">
              <a:off x="1081" y="3520"/>
              <a:ext cx="1560" cy="0"/>
            </a:xfrm>
            <a:prstGeom prst="line">
              <a:avLst/>
            </a:prstGeom>
            <a:noFill/>
            <a:ln w="2857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40" name="Line 32"/>
            <p:cNvSpPr>
              <a:spLocks noChangeShapeType="1"/>
            </p:cNvSpPr>
            <p:nvPr/>
          </p:nvSpPr>
          <p:spPr bwMode="auto">
            <a:xfrm flipV="1">
              <a:off x="2273" y="2771"/>
              <a:ext cx="0" cy="754"/>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41" name="Line 33"/>
            <p:cNvSpPr>
              <a:spLocks noChangeShapeType="1"/>
            </p:cNvSpPr>
            <p:nvPr/>
          </p:nvSpPr>
          <p:spPr bwMode="auto">
            <a:xfrm flipV="1">
              <a:off x="1081" y="2771"/>
              <a:ext cx="0" cy="754"/>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42" name="Line 34"/>
            <p:cNvSpPr>
              <a:spLocks noChangeShapeType="1"/>
            </p:cNvSpPr>
            <p:nvPr/>
          </p:nvSpPr>
          <p:spPr bwMode="auto">
            <a:xfrm>
              <a:off x="1081" y="2740"/>
              <a:ext cx="1192" cy="0"/>
            </a:xfrm>
            <a:prstGeom prst="line">
              <a:avLst/>
            </a:prstGeom>
            <a:noFill/>
            <a:ln w="41275">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143" name="Object 35"/>
            <p:cNvGraphicFramePr>
              <a:graphicFrameLocks noChangeAspect="1"/>
            </p:cNvGraphicFramePr>
            <p:nvPr/>
          </p:nvGraphicFramePr>
          <p:xfrm>
            <a:off x="1654" y="2478"/>
            <a:ext cx="217" cy="250"/>
          </p:xfrm>
          <a:graphic>
            <a:graphicData uri="http://schemas.openxmlformats.org/presentationml/2006/ole">
              <mc:AlternateContent xmlns:mc="http://schemas.openxmlformats.org/markup-compatibility/2006">
                <mc:Choice xmlns:v="urn:schemas-microsoft-com:vml" Requires="v">
                  <p:oleObj spid="_x0000_s5726" name="Equation" r:id="rId21" imgW="104800" imgH="133453" progId="Equation.3">
                    <p:embed/>
                  </p:oleObj>
                </mc:Choice>
                <mc:Fallback>
                  <p:oleObj name="Equation" r:id="rId21" imgW="104800" imgH="133453" progId="Equation.3">
                    <p:embed/>
                    <p:pic>
                      <p:nvPicPr>
                        <p:cNvPr id="0" name="Object 3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654" y="2478"/>
                          <a:ext cx="217"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44" name="Object 36"/>
            <p:cNvGraphicFramePr>
              <a:graphicFrameLocks noChangeAspect="1"/>
            </p:cNvGraphicFramePr>
            <p:nvPr/>
          </p:nvGraphicFramePr>
          <p:xfrm>
            <a:off x="961" y="2624"/>
            <a:ext cx="135" cy="195"/>
          </p:xfrm>
          <a:graphic>
            <a:graphicData uri="http://schemas.openxmlformats.org/presentationml/2006/ole">
              <mc:AlternateContent xmlns:mc="http://schemas.openxmlformats.org/markup-compatibility/2006">
                <mc:Choice xmlns:v="urn:schemas-microsoft-com:vml" Requires="v">
                  <p:oleObj spid="_x0000_s5727" name="Equation" r:id="rId23" imgW="28456" imgH="85841" progId="Equation.3">
                    <p:embed/>
                  </p:oleObj>
                </mc:Choice>
                <mc:Fallback>
                  <p:oleObj name="Equation" r:id="rId23" imgW="28456" imgH="85841" progId="Equation.3">
                    <p:embed/>
                    <p:pic>
                      <p:nvPicPr>
                        <p:cNvPr id="0" name="Object 3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61" y="2624"/>
                          <a:ext cx="135" cy="1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45" name="Object 37"/>
            <p:cNvGraphicFramePr>
              <a:graphicFrameLocks noChangeAspect="1"/>
            </p:cNvGraphicFramePr>
            <p:nvPr/>
          </p:nvGraphicFramePr>
          <p:xfrm>
            <a:off x="2219" y="3568"/>
            <a:ext cx="137" cy="154"/>
          </p:xfrm>
          <a:graphic>
            <a:graphicData uri="http://schemas.openxmlformats.org/presentationml/2006/ole">
              <mc:AlternateContent xmlns:mc="http://schemas.openxmlformats.org/markup-compatibility/2006">
                <mc:Choice xmlns:v="urn:schemas-microsoft-com:vml" Requires="v">
                  <p:oleObj spid="_x0000_s5728" name="Equation" r:id="rId25" imgW="28456" imgH="47612" progId="Equation.DSMT4">
                    <p:embed/>
                  </p:oleObj>
                </mc:Choice>
                <mc:Fallback>
                  <p:oleObj name="Equation" r:id="rId25" imgW="28456" imgH="47612" progId="Equation.DSMT4">
                    <p:embed/>
                    <p:pic>
                      <p:nvPicPr>
                        <p:cNvPr id="0" name="Object 3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219" y="3568"/>
                          <a:ext cx="137"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46" name="Object 38"/>
            <p:cNvGraphicFramePr>
              <a:graphicFrameLocks noChangeAspect="1"/>
            </p:cNvGraphicFramePr>
            <p:nvPr/>
          </p:nvGraphicFramePr>
          <p:xfrm>
            <a:off x="946" y="3476"/>
            <a:ext cx="164" cy="194"/>
          </p:xfrm>
          <a:graphic>
            <a:graphicData uri="http://schemas.openxmlformats.org/presentationml/2006/ole">
              <mc:AlternateContent xmlns:mc="http://schemas.openxmlformats.org/markup-compatibility/2006">
                <mc:Choice xmlns:v="urn:schemas-microsoft-com:vml" Requires="v">
                  <p:oleObj spid="_x0000_s5729" name="Equation" r:id="rId27" imgW="57258" imgH="85841" progId="Equation.DSMT4">
                    <p:embed/>
                  </p:oleObj>
                </mc:Choice>
                <mc:Fallback>
                  <p:oleObj name="Equation" r:id="rId27" imgW="57258" imgH="85841" progId="Equation.DSMT4">
                    <p:embed/>
                    <p:pic>
                      <p:nvPicPr>
                        <p:cNvPr id="0" name="Object 38"/>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946" y="3476"/>
                          <a:ext cx="164"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47" name="Object 39"/>
            <p:cNvGraphicFramePr>
              <a:graphicFrameLocks noChangeAspect="1"/>
            </p:cNvGraphicFramePr>
            <p:nvPr/>
          </p:nvGraphicFramePr>
          <p:xfrm>
            <a:off x="2596" y="3532"/>
            <a:ext cx="148" cy="166"/>
          </p:xfrm>
          <a:graphic>
            <a:graphicData uri="http://schemas.openxmlformats.org/presentationml/2006/ole">
              <mc:AlternateContent xmlns:mc="http://schemas.openxmlformats.org/markup-compatibility/2006">
                <mc:Choice xmlns:v="urn:schemas-microsoft-com:vml" Requires="v">
                  <p:oleObj spid="_x0000_s5730" name="Equation" r:id="rId29" imgW="28456" imgH="47612" progId="Equation.3">
                    <p:embed/>
                  </p:oleObj>
                </mc:Choice>
                <mc:Fallback>
                  <p:oleObj name="Equation" r:id="rId29" imgW="28456" imgH="47612" progId="Equation.3">
                    <p:embed/>
                    <p:pic>
                      <p:nvPicPr>
                        <p:cNvPr id="0" name="Object 3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596" y="3532"/>
                          <a:ext cx="148" cy="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48" name="Object 40"/>
            <p:cNvGraphicFramePr>
              <a:graphicFrameLocks noChangeAspect="1"/>
            </p:cNvGraphicFramePr>
            <p:nvPr/>
          </p:nvGraphicFramePr>
          <p:xfrm>
            <a:off x="1099" y="2341"/>
            <a:ext cx="149" cy="180"/>
          </p:xfrm>
          <a:graphic>
            <a:graphicData uri="http://schemas.openxmlformats.org/presentationml/2006/ole">
              <mc:AlternateContent xmlns:mc="http://schemas.openxmlformats.org/markup-compatibility/2006">
                <mc:Choice xmlns:v="urn:schemas-microsoft-com:vml" Requires="v">
                  <p:oleObj spid="_x0000_s5731" name="Equation" r:id="rId31" imgW="47542" imgH="66726" progId="Equation.3">
                    <p:embed/>
                  </p:oleObj>
                </mc:Choice>
                <mc:Fallback>
                  <p:oleObj name="Equation" r:id="rId31" imgW="47542" imgH="66726" progId="Equation.3">
                    <p:embed/>
                    <p:pic>
                      <p:nvPicPr>
                        <p:cNvPr id="0" name="Object 4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099" y="2341"/>
                          <a:ext cx="149"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49" name="Line 41"/>
            <p:cNvSpPr>
              <a:spLocks noChangeShapeType="1"/>
            </p:cNvSpPr>
            <p:nvPr/>
          </p:nvSpPr>
          <p:spPr bwMode="auto">
            <a:xfrm>
              <a:off x="1102" y="3521"/>
              <a:ext cx="1147" cy="0"/>
            </a:xfrm>
            <a:prstGeom prst="line">
              <a:avLst/>
            </a:prstGeom>
            <a:noFill/>
            <a:ln w="41275">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150" name="Group 42"/>
            <p:cNvGrpSpPr>
              <a:grpSpLocks/>
            </p:cNvGrpSpPr>
            <p:nvPr/>
          </p:nvGrpSpPr>
          <p:grpSpPr bwMode="auto">
            <a:xfrm>
              <a:off x="1565" y="3521"/>
              <a:ext cx="174" cy="179"/>
              <a:chOff x="2224" y="2523"/>
              <a:chExt cx="174" cy="179"/>
            </a:xfrm>
          </p:grpSpPr>
          <p:sp>
            <p:nvSpPr>
              <p:cNvPr id="5153" name="Line 43"/>
              <p:cNvSpPr>
                <a:spLocks noChangeShapeType="1"/>
              </p:cNvSpPr>
              <p:nvPr/>
            </p:nvSpPr>
            <p:spPr bwMode="auto">
              <a:xfrm>
                <a:off x="2311" y="2523"/>
                <a:ext cx="0" cy="128"/>
              </a:xfrm>
              <a:prstGeom prst="line">
                <a:avLst/>
              </a:prstGeom>
              <a:noFill/>
              <a:ln w="9525">
                <a:solidFill>
                  <a:srgbClr val="FF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4" name="Line 44"/>
              <p:cNvSpPr>
                <a:spLocks noChangeShapeType="1"/>
              </p:cNvSpPr>
              <p:nvPr/>
            </p:nvSpPr>
            <p:spPr bwMode="auto">
              <a:xfrm>
                <a:off x="2224" y="2651"/>
                <a:ext cx="174" cy="0"/>
              </a:xfrm>
              <a:prstGeom prst="line">
                <a:avLst/>
              </a:prstGeom>
              <a:noFill/>
              <a:ln w="15875">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5" name="Line 45"/>
              <p:cNvSpPr>
                <a:spLocks noChangeShapeType="1"/>
              </p:cNvSpPr>
              <p:nvPr/>
            </p:nvSpPr>
            <p:spPr bwMode="auto">
              <a:xfrm>
                <a:off x="2260" y="2676"/>
                <a:ext cx="88" cy="0"/>
              </a:xfrm>
              <a:prstGeom prst="line">
                <a:avLst/>
              </a:prstGeom>
              <a:noFill/>
              <a:ln w="15875">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56" name="Line 46"/>
              <p:cNvSpPr>
                <a:spLocks noChangeShapeType="1"/>
              </p:cNvSpPr>
              <p:nvPr/>
            </p:nvSpPr>
            <p:spPr bwMode="auto">
              <a:xfrm>
                <a:off x="2260" y="2702"/>
                <a:ext cx="88" cy="0"/>
              </a:xfrm>
              <a:prstGeom prst="line">
                <a:avLst/>
              </a:prstGeom>
              <a:noFill/>
              <a:ln w="15875">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5151" name="Object 47"/>
            <p:cNvGraphicFramePr>
              <a:graphicFrameLocks noChangeAspect="1"/>
            </p:cNvGraphicFramePr>
            <p:nvPr/>
          </p:nvGraphicFramePr>
          <p:xfrm>
            <a:off x="2336" y="2931"/>
            <a:ext cx="502" cy="431"/>
          </p:xfrm>
          <a:graphic>
            <a:graphicData uri="http://schemas.openxmlformats.org/presentationml/2006/ole">
              <mc:AlternateContent xmlns:mc="http://schemas.openxmlformats.org/markup-compatibility/2006">
                <mc:Choice xmlns:v="urn:schemas-microsoft-com:vml" Requires="v">
                  <p:oleObj spid="_x0000_s5732" name="Equation" r:id="rId33" imgW="371312" imgH="295404" progId="Equation.DSMT4">
                    <p:embed/>
                  </p:oleObj>
                </mc:Choice>
                <mc:Fallback>
                  <p:oleObj name="Equation" r:id="rId33" imgW="371312" imgH="295404" progId="Equation.DSMT4">
                    <p:embed/>
                    <p:pic>
                      <p:nvPicPr>
                        <p:cNvPr id="0" name="Object 47"/>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336" y="2931"/>
                          <a:ext cx="502" cy="4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52" name="Object 48"/>
            <p:cNvGraphicFramePr>
              <a:graphicFrameLocks noChangeAspect="1"/>
            </p:cNvGraphicFramePr>
            <p:nvPr/>
          </p:nvGraphicFramePr>
          <p:xfrm>
            <a:off x="567" y="2886"/>
            <a:ext cx="502" cy="431"/>
          </p:xfrm>
          <a:graphic>
            <a:graphicData uri="http://schemas.openxmlformats.org/presentationml/2006/ole">
              <mc:AlternateContent xmlns:mc="http://schemas.openxmlformats.org/markup-compatibility/2006">
                <mc:Choice xmlns:v="urn:schemas-microsoft-com:vml" Requires="v">
                  <p:oleObj spid="_x0000_s5733" name="Equation" r:id="rId35" imgW="371312" imgH="295404" progId="Equation.DSMT4">
                    <p:embed/>
                  </p:oleObj>
                </mc:Choice>
                <mc:Fallback>
                  <p:oleObj name="Equation" r:id="rId35" imgW="371312" imgH="295404" progId="Equation.DSMT4">
                    <p:embed/>
                    <p:pic>
                      <p:nvPicPr>
                        <p:cNvPr id="0" name="Object 48"/>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67" y="2886"/>
                          <a:ext cx="502" cy="4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38705" name="Object 49"/>
          <p:cNvGraphicFramePr>
            <a:graphicFrameLocks noChangeAspect="1"/>
          </p:cNvGraphicFramePr>
          <p:nvPr/>
        </p:nvGraphicFramePr>
        <p:xfrm>
          <a:off x="6118225" y="4095750"/>
          <a:ext cx="1909763" cy="890588"/>
        </p:xfrm>
        <a:graphic>
          <a:graphicData uri="http://schemas.openxmlformats.org/presentationml/2006/ole">
            <mc:AlternateContent xmlns:mc="http://schemas.openxmlformats.org/markup-compatibility/2006">
              <mc:Choice xmlns:v="urn:schemas-microsoft-com:vml" Requires="v">
                <p:oleObj spid="_x0000_s5734" name="Equation" r:id="rId37" imgW="857142" imgH="352399" progId="Equation.DSMT4">
                  <p:embed/>
                </p:oleObj>
              </mc:Choice>
              <mc:Fallback>
                <p:oleObj name="Equation" r:id="rId37" imgW="857142" imgH="352399" progId="Equation.DSMT4">
                  <p:embed/>
                  <p:pic>
                    <p:nvPicPr>
                      <p:cNvPr id="0" name="Object 49"/>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6118225" y="4095750"/>
                        <a:ext cx="1909763" cy="890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8706" name="Object 50"/>
          <p:cNvGraphicFramePr>
            <a:graphicFrameLocks noChangeAspect="1"/>
          </p:cNvGraphicFramePr>
          <p:nvPr/>
        </p:nvGraphicFramePr>
        <p:xfrm>
          <a:off x="5588000" y="4986338"/>
          <a:ext cx="2901950" cy="790575"/>
        </p:xfrm>
        <a:graphic>
          <a:graphicData uri="http://schemas.openxmlformats.org/presentationml/2006/ole">
            <mc:AlternateContent xmlns:mc="http://schemas.openxmlformats.org/markup-compatibility/2006">
              <mc:Choice xmlns:v="urn:schemas-microsoft-com:vml" Requires="v">
                <p:oleObj spid="_x0000_s5735" name="Equation" r:id="rId39" imgW="1352687" imgH="295404" progId="Equation.DSMT4">
                  <p:embed/>
                </p:oleObj>
              </mc:Choice>
              <mc:Fallback>
                <p:oleObj name="Equation" r:id="rId39" imgW="1352687" imgH="295404" progId="Equation.DSMT4">
                  <p:embed/>
                  <p:pic>
                    <p:nvPicPr>
                      <p:cNvPr id="0" name="Object 50"/>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5588000" y="4986338"/>
                        <a:ext cx="2901950" cy="790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8707" name="Object 51"/>
          <p:cNvGraphicFramePr>
            <a:graphicFrameLocks noChangeAspect="1"/>
          </p:cNvGraphicFramePr>
          <p:nvPr>
            <p:extLst>
              <p:ext uri="{D42A27DB-BD31-4B8C-83A1-F6EECF244321}">
                <p14:modId xmlns:p14="http://schemas.microsoft.com/office/powerpoint/2010/main" val="2026411198"/>
              </p:ext>
            </p:extLst>
          </p:nvPr>
        </p:nvGraphicFramePr>
        <p:xfrm>
          <a:off x="5546725" y="5910917"/>
          <a:ext cx="3216275" cy="452537"/>
        </p:xfrm>
        <a:graphic>
          <a:graphicData uri="http://schemas.openxmlformats.org/presentationml/2006/ole">
            <mc:AlternateContent xmlns:mc="http://schemas.openxmlformats.org/markup-compatibility/2006">
              <mc:Choice xmlns:v="urn:schemas-microsoft-com:vml" Requires="v">
                <p:oleObj spid="_x0000_s5736" name="Equation" r:id="rId41" imgW="1498320" imgH="228600" progId="Equation.DSMT4">
                  <p:embed/>
                </p:oleObj>
              </mc:Choice>
              <mc:Fallback>
                <p:oleObj name="Equation" r:id="rId41" imgW="1498320" imgH="228600" progId="Equation.DSMT4">
                  <p:embed/>
                  <p:pic>
                    <p:nvPicPr>
                      <p:cNvPr id="0" name="Object 51"/>
                      <p:cNvPicPr>
                        <a:picLocks noChangeAspect="1" noChangeArrowheads="1"/>
                      </p:cNvPicPr>
                      <p:nvPr/>
                    </p:nvPicPr>
                    <p:blipFill>
                      <a:blip r:embed="rId42"/>
                      <a:srcRect/>
                      <a:stretch>
                        <a:fillRect/>
                      </a:stretch>
                    </p:blipFill>
                    <p:spPr bwMode="auto">
                      <a:xfrm>
                        <a:off x="5546725" y="5910917"/>
                        <a:ext cx="3216275" cy="452537"/>
                      </a:xfrm>
                      <a:prstGeom prst="rect">
                        <a:avLst/>
                      </a:prstGeom>
                      <a:noFill/>
                      <a:ln>
                        <a:noFill/>
                      </a:ln>
                      <a:effectLst/>
                      <a:extLst/>
                    </p:spPr>
                  </p:pic>
                </p:oleObj>
              </mc:Fallback>
            </mc:AlternateContent>
          </a:graphicData>
        </a:graphic>
      </p:graphicFrame>
      <p:sp>
        <p:nvSpPr>
          <p:cNvPr id="838708" name="Text Box 52"/>
          <p:cNvSpPr txBox="1">
            <a:spLocks noChangeArrowheads="1"/>
          </p:cNvSpPr>
          <p:nvPr/>
        </p:nvSpPr>
        <p:spPr bwMode="auto">
          <a:xfrm>
            <a:off x="5148263" y="3573463"/>
            <a:ext cx="180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kumimoji="1" lang="zh-CN" altLang="en-US" b="1">
                <a:solidFill>
                  <a:schemeClr val="bg1"/>
                </a:solidFill>
                <a:latin typeface="楷体_GB2312" pitchFamily="49" charset="-122"/>
              </a:rPr>
              <a:t>（第三类）</a:t>
            </a:r>
          </a:p>
        </p:txBody>
      </p:sp>
      <p:sp>
        <p:nvSpPr>
          <p:cNvPr id="5133" name="AutoShape 54">
            <a:hlinkClick r:id="rId43"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5134" name="AutoShape 55">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5135" name="AutoShape 56">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5136" name="AutoShape 57">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38658"/>
                                        </p:tgtEl>
                                        <p:attrNameLst>
                                          <p:attrName>style.visibility</p:attrName>
                                        </p:attrNameLst>
                                      </p:cBhvr>
                                      <p:to>
                                        <p:strVal val="visible"/>
                                      </p:to>
                                    </p:set>
                                    <p:animEffect transition="in" filter="wipe(up)">
                                      <p:cBhvr>
                                        <p:cTn id="12" dur="2000"/>
                                        <p:tgtEl>
                                          <p:spTgt spid="838658"/>
                                        </p:tgtEl>
                                      </p:cBhvr>
                                    </p:animEffect>
                                  </p:childTnLst>
                                </p:cTn>
                              </p:par>
                            </p:childTnLst>
                          </p:cTn>
                        </p:par>
                        <p:par>
                          <p:cTn id="13" fill="hold" nodeType="afterGroup">
                            <p:stCondLst>
                              <p:cond delay="2000"/>
                            </p:stCondLst>
                            <p:childTnLst>
                              <p:par>
                                <p:cTn id="14" presetID="22" presetClass="entr" presetSubtype="1" fill="hold" nodeType="afterEffect">
                                  <p:stCondLst>
                                    <p:cond delay="0"/>
                                  </p:stCondLst>
                                  <p:childTnLst>
                                    <p:set>
                                      <p:cBhvr>
                                        <p:cTn id="15" dur="1" fill="hold">
                                          <p:stCondLst>
                                            <p:cond delay="0"/>
                                          </p:stCondLst>
                                        </p:cTn>
                                        <p:tgtEl>
                                          <p:spTgt spid="838660"/>
                                        </p:tgtEl>
                                        <p:attrNameLst>
                                          <p:attrName>style.visibility</p:attrName>
                                        </p:attrNameLst>
                                      </p:cBhvr>
                                      <p:to>
                                        <p:strVal val="visible"/>
                                      </p:to>
                                    </p:set>
                                    <p:animEffect transition="in" filter="wipe(up)">
                                      <p:cBhvr>
                                        <p:cTn id="16" dur="2000"/>
                                        <p:tgtEl>
                                          <p:spTgt spid="838660"/>
                                        </p:tgtEl>
                                      </p:cBhvr>
                                    </p:animEffect>
                                  </p:childTnLst>
                                </p:cTn>
                              </p:par>
                            </p:childTnLst>
                          </p:cTn>
                        </p:par>
                        <p:par>
                          <p:cTn id="17" fill="hold" nodeType="afterGroup">
                            <p:stCondLst>
                              <p:cond delay="4000"/>
                            </p:stCondLst>
                            <p:childTnLst>
                              <p:par>
                                <p:cTn id="18" presetID="22" presetClass="entr" presetSubtype="1" fill="hold" grpId="0" nodeType="afterEffect">
                                  <p:stCondLst>
                                    <p:cond delay="0"/>
                                  </p:stCondLst>
                                  <p:childTnLst>
                                    <p:set>
                                      <p:cBhvr>
                                        <p:cTn id="19" dur="1" fill="hold">
                                          <p:stCondLst>
                                            <p:cond delay="0"/>
                                          </p:stCondLst>
                                        </p:cTn>
                                        <p:tgtEl>
                                          <p:spTgt spid="838662"/>
                                        </p:tgtEl>
                                        <p:attrNameLst>
                                          <p:attrName>style.visibility</p:attrName>
                                        </p:attrNameLst>
                                      </p:cBhvr>
                                      <p:to>
                                        <p:strVal val="visible"/>
                                      </p:to>
                                    </p:set>
                                    <p:animEffect transition="in" filter="wipe(up)">
                                      <p:cBhvr>
                                        <p:cTn id="20" dur="2000"/>
                                        <p:tgtEl>
                                          <p:spTgt spid="838662"/>
                                        </p:tgtEl>
                                      </p:cBhvr>
                                    </p:animEffect>
                                  </p:childTnLst>
                                </p:cTn>
                              </p:par>
                            </p:childTnLst>
                          </p:cTn>
                        </p:par>
                        <p:par>
                          <p:cTn id="21" fill="hold" nodeType="afterGroup">
                            <p:stCondLst>
                              <p:cond delay="6000"/>
                            </p:stCondLst>
                            <p:childTnLst>
                              <p:par>
                                <p:cTn id="22" presetID="22" presetClass="entr" presetSubtype="1" fill="hold" nodeType="afterEffect">
                                  <p:stCondLst>
                                    <p:cond delay="0"/>
                                  </p:stCondLst>
                                  <p:childTnLst>
                                    <p:set>
                                      <p:cBhvr>
                                        <p:cTn id="23" dur="1" fill="hold">
                                          <p:stCondLst>
                                            <p:cond delay="0"/>
                                          </p:stCondLst>
                                        </p:cTn>
                                        <p:tgtEl>
                                          <p:spTgt spid="838661"/>
                                        </p:tgtEl>
                                        <p:attrNameLst>
                                          <p:attrName>style.visibility</p:attrName>
                                        </p:attrNameLst>
                                      </p:cBhvr>
                                      <p:to>
                                        <p:strVal val="visible"/>
                                      </p:to>
                                    </p:set>
                                    <p:animEffect transition="in" filter="wipe(up)">
                                      <p:cBhvr>
                                        <p:cTn id="24" dur="2000"/>
                                        <p:tgtEl>
                                          <p:spTgt spid="83866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838705"/>
                                        </p:tgtEl>
                                        <p:attrNameLst>
                                          <p:attrName>style.visibility</p:attrName>
                                        </p:attrNameLst>
                                      </p:cBhvr>
                                      <p:to>
                                        <p:strVal val="visible"/>
                                      </p:to>
                                    </p:set>
                                    <p:animEffect transition="in" filter="wipe(up)">
                                      <p:cBhvr>
                                        <p:cTn id="29" dur="2000"/>
                                        <p:tgtEl>
                                          <p:spTgt spid="838705"/>
                                        </p:tgtEl>
                                      </p:cBhvr>
                                    </p:animEffect>
                                  </p:childTnLst>
                                </p:cTn>
                              </p:par>
                            </p:childTnLst>
                          </p:cTn>
                        </p:par>
                        <p:par>
                          <p:cTn id="30" fill="hold" nodeType="afterGroup">
                            <p:stCondLst>
                              <p:cond delay="2000"/>
                            </p:stCondLst>
                            <p:childTnLst>
                              <p:par>
                                <p:cTn id="31" presetID="10" presetClass="entr" presetSubtype="0" fill="hold"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2000"/>
                                        <p:tgtEl>
                                          <p:spTgt spid="5"/>
                                        </p:tgtEl>
                                      </p:cBhvr>
                                    </p:animEffect>
                                  </p:childTnLst>
                                </p:cTn>
                              </p:par>
                            </p:childTnLst>
                          </p:cTn>
                        </p:par>
                        <p:par>
                          <p:cTn id="34" fill="hold" nodeType="afterGroup">
                            <p:stCondLst>
                              <p:cond delay="4000"/>
                            </p:stCondLst>
                            <p:childTnLst>
                              <p:par>
                                <p:cTn id="35" presetID="22" presetClass="entr" presetSubtype="1" fill="hold" nodeType="afterEffect">
                                  <p:stCondLst>
                                    <p:cond delay="0"/>
                                  </p:stCondLst>
                                  <p:childTnLst>
                                    <p:set>
                                      <p:cBhvr>
                                        <p:cTn id="36" dur="1" fill="hold">
                                          <p:stCondLst>
                                            <p:cond delay="0"/>
                                          </p:stCondLst>
                                        </p:cTn>
                                        <p:tgtEl>
                                          <p:spTgt spid="838706"/>
                                        </p:tgtEl>
                                        <p:attrNameLst>
                                          <p:attrName>style.visibility</p:attrName>
                                        </p:attrNameLst>
                                      </p:cBhvr>
                                      <p:to>
                                        <p:strVal val="visible"/>
                                      </p:to>
                                    </p:set>
                                    <p:animEffect transition="in" filter="wipe(up)">
                                      <p:cBhvr>
                                        <p:cTn id="37" dur="2000"/>
                                        <p:tgtEl>
                                          <p:spTgt spid="838706"/>
                                        </p:tgtEl>
                                      </p:cBhvr>
                                    </p:animEffect>
                                  </p:childTnLst>
                                </p:cTn>
                              </p:par>
                            </p:childTnLst>
                          </p:cTn>
                        </p:par>
                        <p:par>
                          <p:cTn id="38" fill="hold" nodeType="afterGroup">
                            <p:stCondLst>
                              <p:cond delay="6000"/>
                            </p:stCondLst>
                            <p:childTnLst>
                              <p:par>
                                <p:cTn id="39" presetID="22" presetClass="entr" presetSubtype="1" fill="hold" nodeType="afterEffect">
                                  <p:stCondLst>
                                    <p:cond delay="0"/>
                                  </p:stCondLst>
                                  <p:childTnLst>
                                    <p:set>
                                      <p:cBhvr>
                                        <p:cTn id="40" dur="1" fill="hold">
                                          <p:stCondLst>
                                            <p:cond delay="0"/>
                                          </p:stCondLst>
                                        </p:cTn>
                                        <p:tgtEl>
                                          <p:spTgt spid="838707"/>
                                        </p:tgtEl>
                                        <p:attrNameLst>
                                          <p:attrName>style.visibility</p:attrName>
                                        </p:attrNameLst>
                                      </p:cBhvr>
                                      <p:to>
                                        <p:strVal val="visible"/>
                                      </p:to>
                                    </p:set>
                                    <p:animEffect transition="in" filter="wipe(up)">
                                      <p:cBhvr>
                                        <p:cTn id="41" dur="2000"/>
                                        <p:tgtEl>
                                          <p:spTgt spid="838707"/>
                                        </p:tgtEl>
                                      </p:cBhvr>
                                    </p:animEffect>
                                  </p:childTnLst>
                                </p:cTn>
                              </p:par>
                            </p:childTnLst>
                          </p:cTn>
                        </p:par>
                        <p:par>
                          <p:cTn id="42" fill="hold" nodeType="afterGroup">
                            <p:stCondLst>
                              <p:cond delay="8000"/>
                            </p:stCondLst>
                            <p:childTnLst>
                              <p:par>
                                <p:cTn id="43" presetID="22" presetClass="entr" presetSubtype="1" fill="hold" grpId="0" nodeType="afterEffect">
                                  <p:stCondLst>
                                    <p:cond delay="0"/>
                                  </p:stCondLst>
                                  <p:childTnLst>
                                    <p:set>
                                      <p:cBhvr>
                                        <p:cTn id="44" dur="1" fill="hold">
                                          <p:stCondLst>
                                            <p:cond delay="0"/>
                                          </p:stCondLst>
                                        </p:cTn>
                                        <p:tgtEl>
                                          <p:spTgt spid="838708"/>
                                        </p:tgtEl>
                                        <p:attrNameLst>
                                          <p:attrName>style.visibility</p:attrName>
                                        </p:attrNameLst>
                                      </p:cBhvr>
                                      <p:to>
                                        <p:strVal val="visible"/>
                                      </p:to>
                                    </p:set>
                                    <p:animEffect transition="in" filter="wipe(up)">
                                      <p:cBhvr>
                                        <p:cTn id="45" dur="2000"/>
                                        <p:tgtEl>
                                          <p:spTgt spid="838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8662" grpId="0"/>
      <p:bldP spid="83870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2"/>
          <p:cNvSpPr>
            <a:spLocks noGrp="1"/>
          </p:cNvSpPr>
          <p:nvPr>
            <p:ph type="sldNum" sz="quarter" idx="10"/>
          </p:nvPr>
        </p:nvSpPr>
        <p:spPr/>
        <p:txBody>
          <a:bodyPr/>
          <a:lstStyle/>
          <a:p>
            <a:pPr>
              <a:defRPr/>
            </a:pPr>
            <a:fld id="{2D6402AB-795D-45E7-BDEE-99DF334D5035}" type="slidenum">
              <a:rPr lang="en-US" altLang="zh-CN"/>
              <a:pPr>
                <a:defRPr/>
              </a:pPr>
              <a:t>5</a:t>
            </a:fld>
            <a:endParaRPr lang="en-US" altLang="zh-CN"/>
          </a:p>
        </p:txBody>
      </p:sp>
      <p:grpSp>
        <p:nvGrpSpPr>
          <p:cNvPr id="2" name="Group 16"/>
          <p:cNvGrpSpPr>
            <a:grpSpLocks/>
          </p:cNvGrpSpPr>
          <p:nvPr/>
        </p:nvGrpSpPr>
        <p:grpSpPr bwMode="auto">
          <a:xfrm>
            <a:off x="179388" y="1444625"/>
            <a:ext cx="5976937" cy="1714500"/>
            <a:chOff x="113" y="910"/>
            <a:chExt cx="3765" cy="1080"/>
          </a:xfrm>
        </p:grpSpPr>
        <p:sp>
          <p:nvSpPr>
            <p:cNvPr id="6162" name="Text Box 2"/>
            <p:cNvSpPr txBox="1">
              <a:spLocks noChangeArrowheads="1"/>
            </p:cNvSpPr>
            <p:nvPr/>
          </p:nvSpPr>
          <p:spPr bwMode="auto">
            <a:xfrm>
              <a:off x="113" y="955"/>
              <a:ext cx="3765" cy="1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40000"/>
                </a:lnSpc>
                <a:spcBef>
                  <a:spcPct val="0"/>
                </a:spcBef>
              </a:pPr>
              <a:r>
                <a:rPr kumimoji="1" lang="en-US" altLang="zh-CN" b="1">
                  <a:solidFill>
                    <a:schemeClr val="bg1"/>
                  </a:solidFill>
                  <a:latin typeface="Times New Roman" pitchFamily="18" charset="0"/>
                </a:rPr>
                <a:t>         </a:t>
              </a:r>
              <a:r>
                <a:rPr kumimoji="1" lang="zh-CN" altLang="en-US" b="1">
                  <a:solidFill>
                    <a:schemeClr val="bg1"/>
                  </a:solidFill>
                  <a:latin typeface="Times New Roman" pitchFamily="18" charset="0"/>
                </a:rPr>
                <a:t>在场域</a:t>
              </a:r>
              <a:r>
                <a:rPr kumimoji="1" lang="en-US" altLang="zh-CN" b="1" i="1">
                  <a:solidFill>
                    <a:schemeClr val="bg1"/>
                  </a:solidFill>
                  <a:latin typeface="Times New Roman" pitchFamily="18" charset="0"/>
                </a:rPr>
                <a:t>V </a:t>
              </a:r>
              <a:r>
                <a:rPr kumimoji="1" lang="zh-CN" altLang="en-US" b="1">
                  <a:solidFill>
                    <a:schemeClr val="bg1"/>
                  </a:solidFill>
                  <a:latin typeface="Times New Roman" pitchFamily="18" charset="0"/>
                </a:rPr>
                <a:t>的边界面</a:t>
              </a:r>
              <a:r>
                <a:rPr kumimoji="1" lang="en-US" altLang="zh-CN" b="1" i="1">
                  <a:solidFill>
                    <a:schemeClr val="bg1"/>
                  </a:solidFill>
                  <a:latin typeface="Times New Roman" pitchFamily="18" charset="0"/>
                </a:rPr>
                <a:t>S</a:t>
              </a:r>
              <a:r>
                <a:rPr kumimoji="1" lang="zh-CN" altLang="en-US" b="1">
                  <a:solidFill>
                    <a:schemeClr val="bg1"/>
                  </a:solidFill>
                  <a:latin typeface="Times New Roman" pitchFamily="18" charset="0"/>
                </a:rPr>
                <a:t>上给定    或      的值，则泊松方程或拉普拉斯方程在场域</a:t>
              </a:r>
              <a:r>
                <a:rPr kumimoji="1" lang="en-US" altLang="zh-CN" b="1" i="1">
                  <a:solidFill>
                    <a:schemeClr val="bg1"/>
                  </a:solidFill>
                  <a:latin typeface="Times New Roman" pitchFamily="18" charset="0"/>
                </a:rPr>
                <a:t>V </a:t>
              </a:r>
              <a:r>
                <a:rPr kumimoji="1" lang="zh-CN" altLang="en-US" b="1">
                  <a:solidFill>
                    <a:schemeClr val="bg1"/>
                  </a:solidFill>
                  <a:latin typeface="Times New Roman" pitchFamily="18" charset="0"/>
                </a:rPr>
                <a:t>内具有唯一解。 </a:t>
              </a:r>
            </a:p>
          </p:txBody>
        </p:sp>
        <p:graphicFrame>
          <p:nvGraphicFramePr>
            <p:cNvPr id="6163" name="Object 3"/>
            <p:cNvGraphicFramePr>
              <a:graphicFrameLocks noChangeAspect="1"/>
            </p:cNvGraphicFramePr>
            <p:nvPr/>
          </p:nvGraphicFramePr>
          <p:xfrm>
            <a:off x="2835" y="1091"/>
            <a:ext cx="175" cy="206"/>
          </p:xfrm>
          <a:graphic>
            <a:graphicData uri="http://schemas.openxmlformats.org/presentationml/2006/ole">
              <mc:AlternateContent xmlns:mc="http://schemas.openxmlformats.org/markup-compatibility/2006">
                <mc:Choice xmlns:v="urn:schemas-microsoft-com:vml" Requires="v">
                  <p:oleObj spid="_x0000_s6273" name="Equation" r:id="rId3" imgW="47542" imgH="66726" progId="Equation.3">
                    <p:embed/>
                  </p:oleObj>
                </mc:Choice>
                <mc:Fallback>
                  <p:oleObj name="Equation" r:id="rId3" imgW="47542" imgH="66726"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5" y="1091"/>
                          <a:ext cx="175" cy="2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4" name="Object 4"/>
            <p:cNvGraphicFramePr>
              <a:graphicFrameLocks noChangeAspect="1"/>
            </p:cNvGraphicFramePr>
            <p:nvPr/>
          </p:nvGraphicFramePr>
          <p:xfrm>
            <a:off x="3198" y="910"/>
            <a:ext cx="322" cy="499"/>
          </p:xfrm>
          <a:graphic>
            <a:graphicData uri="http://schemas.openxmlformats.org/presentationml/2006/ole">
              <mc:AlternateContent xmlns:mc="http://schemas.openxmlformats.org/markup-compatibility/2006">
                <mc:Choice xmlns:v="urn:schemas-microsoft-com:vml" Requires="v">
                  <p:oleObj spid="_x0000_s6274" name="Equation" r:id="rId5" imgW="162059" imgH="295404" progId="Equation.3">
                    <p:embed/>
                  </p:oleObj>
                </mc:Choice>
                <mc:Fallback>
                  <p:oleObj name="Equation" r:id="rId5" imgW="162059" imgH="295404"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98" y="910"/>
                          <a:ext cx="322" cy="4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39685" name="Rectangle 5"/>
          <p:cNvSpPr>
            <a:spLocks noChangeArrowheads="1"/>
          </p:cNvSpPr>
          <p:nvPr/>
        </p:nvSpPr>
        <p:spPr bwMode="auto">
          <a:xfrm>
            <a:off x="112713" y="476250"/>
            <a:ext cx="46037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kumimoji="1" lang="en-US" altLang="zh-CN" b="1">
                <a:solidFill>
                  <a:schemeClr val="bg1"/>
                </a:solidFill>
                <a:latin typeface="Times New Roman" pitchFamily="18" charset="0"/>
                <a:ea typeface="幼圆" pitchFamily="49" charset="-122"/>
              </a:rPr>
              <a:t>3.4.2   </a:t>
            </a:r>
            <a:r>
              <a:rPr kumimoji="1" lang="zh-CN" altLang="en-US" b="1">
                <a:solidFill>
                  <a:schemeClr val="bg1"/>
                </a:solidFill>
                <a:latin typeface="Times New Roman" pitchFamily="18" charset="0"/>
                <a:ea typeface="幼圆" pitchFamily="49" charset="-122"/>
              </a:rPr>
              <a:t>静电场的唯一性定理</a:t>
            </a:r>
          </a:p>
        </p:txBody>
      </p:sp>
      <p:grpSp>
        <p:nvGrpSpPr>
          <p:cNvPr id="3" name="Group 15"/>
          <p:cNvGrpSpPr>
            <a:grpSpLocks/>
          </p:cNvGrpSpPr>
          <p:nvPr/>
        </p:nvGrpSpPr>
        <p:grpSpPr bwMode="auto">
          <a:xfrm>
            <a:off x="6300788" y="765175"/>
            <a:ext cx="2484437" cy="2592388"/>
            <a:chOff x="3969" y="482"/>
            <a:chExt cx="1565" cy="1633"/>
          </a:xfrm>
        </p:grpSpPr>
        <p:sp>
          <p:nvSpPr>
            <p:cNvPr id="6158" name="Rectangle 6"/>
            <p:cNvSpPr>
              <a:spLocks noChangeArrowheads="1"/>
            </p:cNvSpPr>
            <p:nvPr/>
          </p:nvSpPr>
          <p:spPr bwMode="auto">
            <a:xfrm>
              <a:off x="3969" y="482"/>
              <a:ext cx="1565" cy="1633"/>
            </a:xfrm>
            <a:prstGeom prst="rect">
              <a:avLst/>
            </a:prstGeom>
            <a:solidFill>
              <a:srgbClr val="CCFFFF"/>
            </a:solidFill>
            <a:ln w="9525">
              <a:solidFill>
                <a:srgbClr val="FF00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6159" name="Freeform 7"/>
            <p:cNvSpPr>
              <a:spLocks/>
            </p:cNvSpPr>
            <p:nvPr/>
          </p:nvSpPr>
          <p:spPr bwMode="auto">
            <a:xfrm>
              <a:off x="4062" y="528"/>
              <a:ext cx="1377" cy="1458"/>
            </a:xfrm>
            <a:custGeom>
              <a:avLst/>
              <a:gdLst>
                <a:gd name="T0" fmla="*/ 27 w 1377"/>
                <a:gd name="T1" fmla="*/ 769 h 1458"/>
                <a:gd name="T2" fmla="*/ 111 w 1377"/>
                <a:gd name="T3" fmla="*/ 297 h 1458"/>
                <a:gd name="T4" fmla="*/ 630 w 1377"/>
                <a:gd name="T5" fmla="*/ 3 h 1458"/>
                <a:gd name="T6" fmla="*/ 1224 w 1377"/>
                <a:gd name="T7" fmla="*/ 313 h 1458"/>
                <a:gd name="T8" fmla="*/ 1362 w 1377"/>
                <a:gd name="T9" fmla="*/ 788 h 1458"/>
                <a:gd name="T10" fmla="*/ 1317 w 1377"/>
                <a:gd name="T11" fmla="*/ 1148 h 1458"/>
                <a:gd name="T12" fmla="*/ 1006 w 1377"/>
                <a:gd name="T13" fmla="*/ 1414 h 1458"/>
                <a:gd name="T14" fmla="*/ 549 w 1377"/>
                <a:gd name="T15" fmla="*/ 1409 h 1458"/>
                <a:gd name="T16" fmla="*/ 146 w 1377"/>
                <a:gd name="T17" fmla="*/ 1130 h 1458"/>
                <a:gd name="T18" fmla="*/ 0 w 1377"/>
                <a:gd name="T19" fmla="*/ 724 h 1458"/>
                <a:gd name="T20" fmla="*/ 27 w 1377"/>
                <a:gd name="T21" fmla="*/ 769 h 145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77"/>
                <a:gd name="T34" fmla="*/ 0 h 1458"/>
                <a:gd name="T35" fmla="*/ 1377 w 1377"/>
                <a:gd name="T36" fmla="*/ 1458 h 145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77" h="1458">
                  <a:moveTo>
                    <a:pt x="27" y="769"/>
                  </a:moveTo>
                  <a:cubicBezTo>
                    <a:pt x="39" y="690"/>
                    <a:pt x="11" y="425"/>
                    <a:pt x="111" y="297"/>
                  </a:cubicBezTo>
                  <a:cubicBezTo>
                    <a:pt x="211" y="169"/>
                    <a:pt x="445" y="0"/>
                    <a:pt x="630" y="3"/>
                  </a:cubicBezTo>
                  <a:cubicBezTo>
                    <a:pt x="815" y="6"/>
                    <a:pt x="1102" y="182"/>
                    <a:pt x="1224" y="313"/>
                  </a:cubicBezTo>
                  <a:cubicBezTo>
                    <a:pt x="1346" y="444"/>
                    <a:pt x="1347" y="649"/>
                    <a:pt x="1362" y="788"/>
                  </a:cubicBezTo>
                  <a:cubicBezTo>
                    <a:pt x="1377" y="927"/>
                    <a:pt x="1376" y="1044"/>
                    <a:pt x="1317" y="1148"/>
                  </a:cubicBezTo>
                  <a:cubicBezTo>
                    <a:pt x="1258" y="1252"/>
                    <a:pt x="1134" y="1370"/>
                    <a:pt x="1006" y="1414"/>
                  </a:cubicBezTo>
                  <a:cubicBezTo>
                    <a:pt x="878" y="1458"/>
                    <a:pt x="692" y="1456"/>
                    <a:pt x="549" y="1409"/>
                  </a:cubicBezTo>
                  <a:cubicBezTo>
                    <a:pt x="406" y="1362"/>
                    <a:pt x="237" y="1244"/>
                    <a:pt x="146" y="1130"/>
                  </a:cubicBezTo>
                  <a:cubicBezTo>
                    <a:pt x="55" y="1016"/>
                    <a:pt x="30" y="809"/>
                    <a:pt x="0" y="724"/>
                  </a:cubicBezTo>
                  <a:cubicBezTo>
                    <a:pt x="0" y="724"/>
                    <a:pt x="27" y="769"/>
                    <a:pt x="27" y="769"/>
                  </a:cubicBezTo>
                  <a:close/>
                </a:path>
              </a:pathLst>
            </a:custGeom>
            <a:gradFill rotWithShape="1">
              <a:gsLst>
                <a:gs pos="0">
                  <a:srgbClr val="211929"/>
                </a:gs>
                <a:gs pos="100000">
                  <a:srgbClr val="CC99FF"/>
                </a:gs>
              </a:gsLst>
              <a:lin ang="18900000" scaled="1"/>
            </a:gradFill>
            <a:ln w="9525">
              <a:round/>
              <a:headEnd/>
              <a:tailEnd/>
            </a:ln>
            <a:scene3d>
              <a:camera prst="legacyPerspectiveTopRight">
                <a:rot lat="20699976" lon="20399980" rev="0"/>
              </a:camera>
              <a:lightRig rig="legacyFlat3" dir="b"/>
            </a:scene3d>
            <a:sp3d extrusionH="430200" prstMaterial="legacyMatte">
              <a:bevelT w="13500" h="13500" prst="angle"/>
              <a:bevelB w="13500" h="13500" prst="angle"/>
              <a:extrusionClr>
                <a:srgbClr val="CC99FF"/>
              </a:extrusionClr>
            </a:sp3d>
          </p:spPr>
          <p:txBody>
            <a:bodyPr>
              <a:flatTx/>
            </a:bodyPr>
            <a:lstStyle/>
            <a:p>
              <a:endParaRPr lang="zh-CN" altLang="en-US"/>
            </a:p>
          </p:txBody>
        </p:sp>
        <p:graphicFrame>
          <p:nvGraphicFramePr>
            <p:cNvPr id="6160" name="Object 8"/>
            <p:cNvGraphicFramePr>
              <a:graphicFrameLocks noChangeAspect="1"/>
            </p:cNvGraphicFramePr>
            <p:nvPr/>
          </p:nvGraphicFramePr>
          <p:xfrm>
            <a:off x="5239" y="1752"/>
            <a:ext cx="178" cy="226"/>
          </p:xfrm>
          <a:graphic>
            <a:graphicData uri="http://schemas.openxmlformats.org/presentationml/2006/ole">
              <mc:AlternateContent xmlns:mc="http://schemas.openxmlformats.org/markup-compatibility/2006">
                <mc:Choice xmlns:v="urn:schemas-microsoft-com:vml" Requires="v">
                  <p:oleObj spid="_x0000_s6275" name="Equation" r:id="rId7" imgW="47542" imgH="85841" progId="Equation.DSMT4">
                    <p:embed/>
                  </p:oleObj>
                </mc:Choice>
                <mc:Fallback>
                  <p:oleObj name="Equation" r:id="rId7" imgW="47542" imgH="85841"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39" y="1752"/>
                          <a:ext cx="178" cy="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1" name="Object 9"/>
            <p:cNvGraphicFramePr>
              <a:graphicFrameLocks noChangeAspect="1"/>
            </p:cNvGraphicFramePr>
            <p:nvPr/>
          </p:nvGraphicFramePr>
          <p:xfrm>
            <a:off x="4831" y="891"/>
            <a:ext cx="193" cy="225"/>
          </p:xfrm>
          <a:graphic>
            <a:graphicData uri="http://schemas.openxmlformats.org/presentationml/2006/ole">
              <mc:AlternateContent xmlns:mc="http://schemas.openxmlformats.org/markup-compatibility/2006">
                <mc:Choice xmlns:v="urn:schemas-microsoft-com:vml" Requires="v">
                  <p:oleObj spid="_x0000_s6276" name="Equation" r:id="rId9" imgW="57258" imgH="85841" progId="Equation.DSMT4">
                    <p:embed/>
                  </p:oleObj>
                </mc:Choice>
                <mc:Fallback>
                  <p:oleObj name="Equation" r:id="rId9" imgW="57258" imgH="85841"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31" y="891"/>
                          <a:ext cx="193"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39690" name="Text Box 10"/>
          <p:cNvSpPr txBox="1">
            <a:spLocks noChangeArrowheads="1"/>
          </p:cNvSpPr>
          <p:nvPr/>
        </p:nvSpPr>
        <p:spPr bwMode="auto">
          <a:xfrm>
            <a:off x="106363" y="3365500"/>
            <a:ext cx="51133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buFontTx/>
              <a:buBlip>
                <a:blip r:embed="rId11"/>
              </a:buBlip>
            </a:pPr>
            <a:r>
              <a:rPr kumimoji="1" lang="zh-CN" altLang="en-US" b="1">
                <a:solidFill>
                  <a:schemeClr val="bg1"/>
                </a:solidFill>
                <a:latin typeface="楷体_GB2312" pitchFamily="49" charset="-122"/>
              </a:rPr>
              <a:t>　</a:t>
            </a:r>
            <a:r>
              <a:rPr kumimoji="1" lang="zh-CN" altLang="en-US" b="1">
                <a:solidFill>
                  <a:schemeClr val="bg1"/>
                </a:solidFill>
                <a:latin typeface="Times New Roman" pitchFamily="18" charset="0"/>
              </a:rPr>
              <a:t>唯一</a:t>
            </a:r>
            <a:r>
              <a:rPr kumimoji="1" lang="zh-CN" altLang="en-US" b="1">
                <a:solidFill>
                  <a:schemeClr val="bg1"/>
                </a:solidFill>
                <a:ea typeface="宋体" pitchFamily="2" charset="-122"/>
              </a:rPr>
              <a:t>性定理的重要意义</a:t>
            </a:r>
            <a:endParaRPr kumimoji="1" lang="zh-CN" altLang="en-US" b="1">
              <a:solidFill>
                <a:schemeClr val="bg1"/>
              </a:solidFill>
              <a:latin typeface="楷体_GB2312" pitchFamily="49" charset="-122"/>
              <a:ea typeface="宋体" pitchFamily="2" charset="-122"/>
            </a:endParaRPr>
          </a:p>
        </p:txBody>
      </p:sp>
      <p:sp>
        <p:nvSpPr>
          <p:cNvPr id="839691" name="Text Box 11"/>
          <p:cNvSpPr txBox="1">
            <a:spLocks noChangeArrowheads="1"/>
          </p:cNvSpPr>
          <p:nvPr/>
        </p:nvSpPr>
        <p:spPr bwMode="auto">
          <a:xfrm>
            <a:off x="442913" y="3951288"/>
            <a:ext cx="793273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buFontTx/>
              <a:buBlip>
                <a:blip r:embed="rId12"/>
              </a:buBlip>
            </a:pPr>
            <a:r>
              <a:rPr kumimoji="1" lang="zh-CN" altLang="en-US" b="1">
                <a:solidFill>
                  <a:schemeClr val="bg1"/>
                </a:solidFill>
                <a:latin typeface="楷体_GB2312" pitchFamily="49" charset="-122"/>
                <a:sym typeface="Symbol" pitchFamily="18" charset="2"/>
              </a:rPr>
              <a:t>　给出了静态场边值问题具有</a:t>
            </a:r>
            <a:r>
              <a:rPr kumimoji="1" lang="zh-CN" altLang="en-US" b="1">
                <a:solidFill>
                  <a:schemeClr val="bg1"/>
                </a:solidFill>
                <a:latin typeface="Times New Roman" pitchFamily="18" charset="0"/>
              </a:rPr>
              <a:t>唯一</a:t>
            </a:r>
            <a:r>
              <a:rPr kumimoji="1" lang="zh-CN" altLang="en-US" b="1">
                <a:solidFill>
                  <a:schemeClr val="bg1"/>
                </a:solidFill>
                <a:latin typeface="楷体_GB2312" pitchFamily="49" charset="-122"/>
                <a:sym typeface="Symbol" pitchFamily="18" charset="2"/>
              </a:rPr>
              <a:t>解的条件</a:t>
            </a:r>
          </a:p>
        </p:txBody>
      </p:sp>
      <p:sp>
        <p:nvSpPr>
          <p:cNvPr id="839692" name="Text Box 12"/>
          <p:cNvSpPr txBox="1">
            <a:spLocks noChangeArrowheads="1"/>
          </p:cNvSpPr>
          <p:nvPr/>
        </p:nvSpPr>
        <p:spPr bwMode="auto">
          <a:xfrm>
            <a:off x="455613" y="4660900"/>
            <a:ext cx="8437562"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buFontTx/>
              <a:buBlip>
                <a:blip r:embed="rId12"/>
              </a:buBlip>
            </a:pPr>
            <a:r>
              <a:rPr kumimoji="1" lang="zh-CN" altLang="en-US" b="1" dirty="0">
                <a:solidFill>
                  <a:schemeClr val="bg1"/>
                </a:solidFill>
                <a:latin typeface="楷体_GB2312" pitchFamily="49" charset="-122"/>
                <a:sym typeface="Symbol" pitchFamily="18" charset="2"/>
              </a:rPr>
              <a:t>　为静态场边值问题的各种求解方法提供了理论依据</a:t>
            </a:r>
            <a:r>
              <a:rPr kumimoji="1" lang="zh-CN" altLang="en-US" b="1" dirty="0" smtClean="0">
                <a:solidFill>
                  <a:schemeClr val="bg1"/>
                </a:solidFill>
                <a:latin typeface="楷体_GB2312" pitchFamily="49" charset="-122"/>
                <a:sym typeface="Symbol" pitchFamily="18" charset="2"/>
              </a:rPr>
              <a:t>，</a:t>
            </a:r>
            <a:endParaRPr kumimoji="1" lang="en-US" altLang="zh-CN" b="1" dirty="0" smtClean="0">
              <a:solidFill>
                <a:schemeClr val="bg1"/>
              </a:solidFill>
              <a:latin typeface="楷体_GB2312" pitchFamily="49" charset="-122"/>
              <a:sym typeface="Symbol" pitchFamily="18" charset="2"/>
            </a:endParaRPr>
          </a:p>
          <a:p>
            <a:pPr algn="just" eaLnBrk="1" hangingPunct="1">
              <a:lnSpc>
                <a:spcPct val="150000"/>
              </a:lnSpc>
              <a:spcBef>
                <a:spcPct val="0"/>
              </a:spcBef>
            </a:pPr>
            <a:r>
              <a:rPr kumimoji="1" lang="en-US" altLang="zh-CN" b="1" dirty="0">
                <a:solidFill>
                  <a:schemeClr val="bg1"/>
                </a:solidFill>
                <a:latin typeface="楷体_GB2312" pitchFamily="49" charset="-122"/>
                <a:sym typeface="Symbol" pitchFamily="18" charset="2"/>
              </a:rPr>
              <a:t> </a:t>
            </a:r>
            <a:r>
              <a:rPr kumimoji="1" lang="en-US" altLang="zh-CN" sz="2000" b="1" dirty="0" smtClean="0">
                <a:solidFill>
                  <a:schemeClr val="bg1"/>
                </a:solidFill>
                <a:latin typeface="楷体_GB2312" pitchFamily="49" charset="-122"/>
                <a:sym typeface="Symbol" pitchFamily="18" charset="2"/>
              </a:rPr>
              <a:t>   </a:t>
            </a:r>
            <a:r>
              <a:rPr kumimoji="1" lang="zh-CN" altLang="en-US" b="1" dirty="0" smtClean="0">
                <a:solidFill>
                  <a:schemeClr val="bg1"/>
                </a:solidFill>
                <a:latin typeface="楷体_GB2312" pitchFamily="49" charset="-122"/>
                <a:sym typeface="Symbol" pitchFamily="18" charset="2"/>
              </a:rPr>
              <a:t>为求解结果</a:t>
            </a:r>
            <a:r>
              <a:rPr kumimoji="1" lang="zh-CN" altLang="en-US" b="1" dirty="0">
                <a:solidFill>
                  <a:schemeClr val="bg1"/>
                </a:solidFill>
                <a:latin typeface="楷体_GB2312" pitchFamily="49" charset="-122"/>
                <a:sym typeface="Symbol" pitchFamily="18" charset="2"/>
              </a:rPr>
              <a:t>的正确性提供了判据</a:t>
            </a:r>
          </a:p>
        </p:txBody>
      </p:sp>
      <p:sp>
        <p:nvSpPr>
          <p:cNvPr id="839694" name="Text Box 14"/>
          <p:cNvSpPr txBox="1">
            <a:spLocks noChangeArrowheads="1"/>
          </p:cNvSpPr>
          <p:nvPr/>
        </p:nvSpPr>
        <p:spPr bwMode="auto">
          <a:xfrm>
            <a:off x="107950" y="917575"/>
            <a:ext cx="511333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buFontTx/>
              <a:buBlip>
                <a:blip r:embed="rId11"/>
              </a:buBlip>
            </a:pPr>
            <a:r>
              <a:rPr kumimoji="1" lang="zh-CN" altLang="en-US" b="1">
                <a:solidFill>
                  <a:schemeClr val="bg1"/>
                </a:solidFill>
                <a:latin typeface="楷体_GB2312" pitchFamily="49" charset="-122"/>
              </a:rPr>
              <a:t>　唯一</a:t>
            </a:r>
            <a:r>
              <a:rPr kumimoji="1" lang="zh-CN" altLang="en-US" b="1">
                <a:solidFill>
                  <a:schemeClr val="bg1"/>
                </a:solidFill>
                <a:ea typeface="宋体" pitchFamily="2" charset="-122"/>
              </a:rPr>
              <a:t>性定理的表述</a:t>
            </a:r>
            <a:endParaRPr kumimoji="1" lang="zh-CN" altLang="en-US" b="1">
              <a:solidFill>
                <a:schemeClr val="bg1"/>
              </a:solidFill>
              <a:latin typeface="楷体_GB2312" pitchFamily="49" charset="-122"/>
              <a:ea typeface="宋体" pitchFamily="2" charset="-122"/>
            </a:endParaRPr>
          </a:p>
        </p:txBody>
      </p:sp>
      <p:sp>
        <p:nvSpPr>
          <p:cNvPr id="6154" name="AutoShape 17">
            <a:hlinkClick r:id="rId13"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6155" name="AutoShape 18">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6156" name="AutoShape 19">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6157" name="AutoShape 20">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39685"/>
                                        </p:tgtEl>
                                        <p:attrNameLst>
                                          <p:attrName>style.visibility</p:attrName>
                                        </p:attrNameLst>
                                      </p:cBhvr>
                                      <p:to>
                                        <p:strVal val="visible"/>
                                      </p:to>
                                    </p:set>
                                    <p:animEffect transition="in" filter="wipe(up)">
                                      <p:cBhvr>
                                        <p:cTn id="7" dur="2000"/>
                                        <p:tgtEl>
                                          <p:spTgt spid="8396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39694"/>
                                        </p:tgtEl>
                                        <p:attrNameLst>
                                          <p:attrName>style.visibility</p:attrName>
                                        </p:attrNameLst>
                                      </p:cBhvr>
                                      <p:to>
                                        <p:strVal val="visible"/>
                                      </p:to>
                                    </p:set>
                                    <p:animEffect transition="in" filter="wipe(up)">
                                      <p:cBhvr>
                                        <p:cTn id="12" dur="2000"/>
                                        <p:tgtEl>
                                          <p:spTgt spid="839694"/>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0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up)">
                                      <p:cBhvr>
                                        <p:cTn id="20" dur="20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839690"/>
                                        </p:tgtEl>
                                        <p:attrNameLst>
                                          <p:attrName>style.visibility</p:attrName>
                                        </p:attrNameLst>
                                      </p:cBhvr>
                                      <p:to>
                                        <p:strVal val="visible"/>
                                      </p:to>
                                    </p:set>
                                    <p:animEffect transition="in" filter="wipe(up)">
                                      <p:cBhvr>
                                        <p:cTn id="25" dur="2000"/>
                                        <p:tgtEl>
                                          <p:spTgt spid="83969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839691"/>
                                        </p:tgtEl>
                                        <p:attrNameLst>
                                          <p:attrName>style.visibility</p:attrName>
                                        </p:attrNameLst>
                                      </p:cBhvr>
                                      <p:to>
                                        <p:strVal val="visible"/>
                                      </p:to>
                                    </p:set>
                                    <p:animEffect transition="in" filter="wipe(up)">
                                      <p:cBhvr>
                                        <p:cTn id="30" dur="2000"/>
                                        <p:tgtEl>
                                          <p:spTgt spid="83969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839692"/>
                                        </p:tgtEl>
                                        <p:attrNameLst>
                                          <p:attrName>style.visibility</p:attrName>
                                        </p:attrNameLst>
                                      </p:cBhvr>
                                      <p:to>
                                        <p:strVal val="visible"/>
                                      </p:to>
                                    </p:set>
                                    <p:animEffect transition="in" filter="wipe(up)">
                                      <p:cBhvr>
                                        <p:cTn id="35" dur="2000"/>
                                        <p:tgtEl>
                                          <p:spTgt spid="839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685" grpId="0"/>
      <p:bldP spid="839690" grpId="0"/>
      <p:bldP spid="839691" grpId="0"/>
      <p:bldP spid="839692" grpId="0"/>
      <p:bldP spid="83969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bwMode="auto">
          <a:xfrm>
            <a:off x="1144588" y="693738"/>
            <a:ext cx="6451600" cy="633412"/>
          </a:xfrm>
          <a:solidFill>
            <a:srgbClr val="FF7C80"/>
          </a:solidFill>
          <a:extLst>
            <a:ext uri="{91240B29-F687-4F45-9708-019B960494DF}">
              <a14:hiddenLine xmlns:a14="http://schemas.microsoft.com/office/drawing/2010/main" w="3810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4000" b="1" smtClean="0"/>
              <a:t>静态场边值问题的求解方法</a:t>
            </a:r>
          </a:p>
        </p:txBody>
      </p:sp>
      <p:sp>
        <p:nvSpPr>
          <p:cNvPr id="4" name="灯片编号占位符 3"/>
          <p:cNvSpPr>
            <a:spLocks noGrp="1"/>
          </p:cNvSpPr>
          <p:nvPr>
            <p:ph type="sldNum" sz="quarter" idx="10"/>
          </p:nvPr>
        </p:nvSpPr>
        <p:spPr/>
        <p:txBody>
          <a:bodyPr/>
          <a:lstStyle/>
          <a:p>
            <a:pPr>
              <a:defRPr/>
            </a:pPr>
            <a:fld id="{80DCA802-F80D-400E-8E4C-F3A726308435}" type="slidenum">
              <a:rPr lang="en-US" altLang="zh-CN" smtClean="0"/>
              <a:pPr>
                <a:defRPr/>
              </a:pPr>
              <a:t>6</a:t>
            </a:fld>
            <a:endParaRPr lang="en-US" altLang="zh-CN"/>
          </a:p>
        </p:txBody>
      </p:sp>
      <p:sp>
        <p:nvSpPr>
          <p:cNvPr id="7" name="圆角矩形 6"/>
          <p:cNvSpPr/>
          <p:nvPr/>
        </p:nvSpPr>
        <p:spPr bwMode="auto">
          <a:xfrm>
            <a:off x="1763688" y="2132856"/>
            <a:ext cx="1872208" cy="914400"/>
          </a:xfrm>
          <a:prstGeom prst="roundRect">
            <a:avLst/>
          </a:prstGeom>
          <a:pattFill prst="openDmnd">
            <a:fgClr>
              <a:schemeClr val="accent1"/>
            </a:fgClr>
            <a:bgClr>
              <a:schemeClr val="bg1"/>
            </a:bgClr>
          </a:pattFill>
          <a:ln>
            <a:noFill/>
          </a:ln>
          <a:effectLst/>
          <a:extLst/>
        </p:spPr>
        <p:txBody>
          <a:bodyPr wrap="none" anchor="ctr"/>
          <a:lstStyle/>
          <a:p>
            <a:pPr marL="342900" indent="-342900">
              <a:defRPr/>
            </a:pPr>
            <a:r>
              <a:rPr lang="zh-CN" altLang="en-US" sz="400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解析解</a:t>
            </a:r>
          </a:p>
        </p:txBody>
      </p:sp>
      <p:sp>
        <p:nvSpPr>
          <p:cNvPr id="8" name="圆角矩形 7"/>
          <p:cNvSpPr/>
          <p:nvPr/>
        </p:nvSpPr>
        <p:spPr bwMode="auto">
          <a:xfrm>
            <a:off x="5472100" y="2131368"/>
            <a:ext cx="1872208" cy="914400"/>
          </a:xfrm>
          <a:prstGeom prst="roundRect">
            <a:avLst/>
          </a:prstGeom>
          <a:pattFill prst="smGrid">
            <a:fgClr>
              <a:schemeClr val="accent1"/>
            </a:fgClr>
            <a:bgClr>
              <a:schemeClr val="bg1"/>
            </a:bgClr>
          </a:pattFill>
          <a:ln>
            <a:noFill/>
          </a:ln>
          <a:effectLst/>
          <a:extLst/>
        </p:spPr>
        <p:txBody>
          <a:bodyPr wrap="none" anchor="ctr"/>
          <a:lstStyle/>
          <a:p>
            <a:pPr marL="342900" indent="-342900">
              <a:defRPr/>
            </a:pPr>
            <a:r>
              <a:rPr lang="zh-CN" altLang="en-US" sz="4000" b="1" dirty="0">
                <a:ln w="18000">
                  <a:solidFill>
                    <a:schemeClr val="accent2">
                      <a:satMod val="140000"/>
                    </a:schemeClr>
                  </a:solidFill>
                  <a:prstDash val="solid"/>
                  <a:miter lim="800000"/>
                </a:ln>
                <a:noFill/>
                <a:effectLst>
                  <a:outerShdw blurRad="25500" dist="23000" dir="7020000" algn="tl">
                    <a:srgbClr val="000000">
                      <a:alpha val="50000"/>
                    </a:srgbClr>
                  </a:outerShdw>
                </a:effectLst>
              </a:rPr>
              <a:t>数值解</a:t>
            </a:r>
            <a:endParaRPr lang="zh-CN" altLang="en-US" sz="4000" dirty="0"/>
          </a:p>
        </p:txBody>
      </p:sp>
      <p:sp>
        <p:nvSpPr>
          <p:cNvPr id="7174" name="圆角矩形 9"/>
          <p:cNvSpPr>
            <a:spLocks noChangeArrowheads="1"/>
          </p:cNvSpPr>
          <p:nvPr/>
        </p:nvSpPr>
        <p:spPr bwMode="auto">
          <a:xfrm>
            <a:off x="468313" y="5062538"/>
            <a:ext cx="1800225" cy="706437"/>
          </a:xfrm>
          <a:prstGeom prst="roundRect">
            <a:avLst>
              <a:gd name="adj" fmla="val 16667"/>
            </a:avLst>
          </a:prstGeom>
          <a:gradFill rotWithShape="0">
            <a:gsLst>
              <a:gs pos="0">
                <a:srgbClr val="3D3D3D"/>
              </a:gs>
              <a:gs pos="100000">
                <a:srgbClr val="909090"/>
              </a:gs>
            </a:gsLst>
            <a:lin ang="18900000" scaled="1"/>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r>
              <a:rPr lang="zh-CN" altLang="en-US" sz="3200"/>
              <a:t>镜像法</a:t>
            </a:r>
          </a:p>
        </p:txBody>
      </p:sp>
      <p:sp>
        <p:nvSpPr>
          <p:cNvPr id="7175" name="圆角矩形 10"/>
          <p:cNvSpPr>
            <a:spLocks noChangeArrowheads="1"/>
          </p:cNvSpPr>
          <p:nvPr/>
        </p:nvSpPr>
        <p:spPr bwMode="auto">
          <a:xfrm>
            <a:off x="2555875" y="5049838"/>
            <a:ext cx="2339975" cy="719137"/>
          </a:xfrm>
          <a:prstGeom prst="roundRect">
            <a:avLst>
              <a:gd name="adj" fmla="val 16667"/>
            </a:avLst>
          </a:prstGeom>
          <a:gradFill rotWithShape="0">
            <a:gsLst>
              <a:gs pos="0">
                <a:srgbClr val="3D3D3D"/>
              </a:gs>
              <a:gs pos="100000">
                <a:srgbClr val="909090"/>
              </a:gs>
            </a:gsLst>
            <a:lin ang="18900000" scaled="1"/>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r>
              <a:rPr lang="zh-CN" altLang="en-US" sz="3200"/>
              <a:t>分离变量法</a:t>
            </a:r>
          </a:p>
        </p:txBody>
      </p:sp>
      <p:cxnSp>
        <p:nvCxnSpPr>
          <p:cNvPr id="7176" name="直接箭头连接符 14"/>
          <p:cNvCxnSpPr>
            <a:cxnSpLocks noChangeShapeType="1"/>
            <a:endCxn id="7174" idx="0"/>
          </p:cNvCxnSpPr>
          <p:nvPr/>
        </p:nvCxnSpPr>
        <p:spPr bwMode="auto">
          <a:xfrm flipH="1">
            <a:off x="1368425" y="3052763"/>
            <a:ext cx="1268413" cy="2009775"/>
          </a:xfrm>
          <a:prstGeom prst="straightConnector1">
            <a:avLst/>
          </a:prstGeom>
          <a:noFill/>
          <a:ln w="38100" algn="ctr">
            <a:solidFill>
              <a:srgbClr val="FF0000"/>
            </a:solidFill>
            <a:round/>
            <a:headEnd/>
            <a:tailEnd type="triangle" w="lg" len="lg"/>
          </a:ln>
          <a:extLst>
            <a:ext uri="{909E8E84-426E-40DD-AFC4-6F175D3DCCD1}">
              <a14:hiddenFill xmlns:a14="http://schemas.microsoft.com/office/drawing/2010/main">
                <a:noFill/>
              </a14:hiddenFill>
            </a:ext>
          </a:extLst>
        </p:spPr>
      </p:cxnSp>
      <p:cxnSp>
        <p:nvCxnSpPr>
          <p:cNvPr id="7177" name="直接箭头连接符 21"/>
          <p:cNvCxnSpPr>
            <a:cxnSpLocks noChangeShapeType="1"/>
          </p:cNvCxnSpPr>
          <p:nvPr/>
        </p:nvCxnSpPr>
        <p:spPr bwMode="auto">
          <a:xfrm>
            <a:off x="2627313" y="3048000"/>
            <a:ext cx="1027112" cy="2001838"/>
          </a:xfrm>
          <a:prstGeom prst="straightConnector1">
            <a:avLst/>
          </a:prstGeom>
          <a:noFill/>
          <a:ln w="38100" algn="ctr">
            <a:solidFill>
              <a:srgbClr val="FF0000"/>
            </a:solidFill>
            <a:round/>
            <a:headEnd/>
            <a:tailEnd type="triangle" w="lg" len="lg"/>
          </a:ln>
          <a:extLst>
            <a:ext uri="{909E8E84-426E-40DD-AFC4-6F175D3DCCD1}">
              <a14:hiddenFill xmlns:a14="http://schemas.microsoft.com/office/drawing/2010/main">
                <a:noFill/>
              </a14:hiddenFill>
            </a:ext>
          </a:extLst>
        </p:spPr>
      </p:cxnSp>
      <p:sp>
        <p:nvSpPr>
          <p:cNvPr id="26" name="矩形 25"/>
          <p:cNvSpPr/>
          <p:nvPr/>
        </p:nvSpPr>
        <p:spPr bwMode="auto">
          <a:xfrm rot="18224068">
            <a:off x="1145382" y="3667919"/>
            <a:ext cx="1081087" cy="504825"/>
          </a:xfrm>
          <a:prstGeom prst="rect">
            <a:avLst/>
          </a:prstGeom>
          <a:noFill/>
          <a:ln>
            <a:noFill/>
          </a:ln>
          <a:effectLst/>
          <a:extLst/>
        </p:spPr>
        <p:txBody>
          <a:bodyPr wrap="none" anchor="ctr"/>
          <a:lstStyle/>
          <a:p>
            <a:pPr marL="342900" indent="-342900">
              <a:defRPr/>
            </a:pPr>
            <a:r>
              <a:rPr lang="zh-CN" altLang="en-US" sz="3200" b="1" dirty="0">
                <a:solidFill>
                  <a:schemeClr val="accent3"/>
                </a:solidFill>
              </a:rPr>
              <a:t>间接法</a:t>
            </a:r>
          </a:p>
        </p:txBody>
      </p:sp>
      <p:sp>
        <p:nvSpPr>
          <p:cNvPr id="27" name="矩形 26"/>
          <p:cNvSpPr/>
          <p:nvPr/>
        </p:nvSpPr>
        <p:spPr bwMode="auto">
          <a:xfrm rot="3615699">
            <a:off x="2934494" y="3699669"/>
            <a:ext cx="1079500" cy="503238"/>
          </a:xfrm>
          <a:prstGeom prst="rect">
            <a:avLst/>
          </a:prstGeom>
          <a:noFill/>
          <a:ln>
            <a:noFill/>
          </a:ln>
          <a:effectLst/>
          <a:extLst/>
        </p:spPr>
        <p:txBody>
          <a:bodyPr wrap="none" anchor="ctr"/>
          <a:lstStyle/>
          <a:p>
            <a:pPr marL="342900" indent="-342900">
              <a:defRPr/>
            </a:pPr>
            <a:r>
              <a:rPr lang="zh-CN" altLang="en-US" sz="3200" b="1" dirty="0">
                <a:solidFill>
                  <a:schemeClr val="accent3"/>
                </a:solidFill>
              </a:rPr>
              <a:t>直接法</a:t>
            </a:r>
          </a:p>
        </p:txBody>
      </p:sp>
      <p:cxnSp>
        <p:nvCxnSpPr>
          <p:cNvPr id="7180" name="直接箭头连接符 27"/>
          <p:cNvCxnSpPr>
            <a:cxnSpLocks noChangeShapeType="1"/>
          </p:cNvCxnSpPr>
          <p:nvPr/>
        </p:nvCxnSpPr>
        <p:spPr bwMode="auto">
          <a:xfrm>
            <a:off x="6408738" y="3038475"/>
            <a:ext cx="0" cy="2024063"/>
          </a:xfrm>
          <a:prstGeom prst="straightConnector1">
            <a:avLst/>
          </a:prstGeom>
          <a:noFill/>
          <a:ln w="38100" algn="ctr">
            <a:solidFill>
              <a:srgbClr val="FF0000"/>
            </a:solidFill>
            <a:round/>
            <a:headEnd/>
            <a:tailEnd type="triangle" w="lg" len="lg"/>
          </a:ln>
          <a:extLst>
            <a:ext uri="{909E8E84-426E-40DD-AFC4-6F175D3DCCD1}">
              <a14:hiddenFill xmlns:a14="http://schemas.microsoft.com/office/drawing/2010/main">
                <a:noFill/>
              </a14:hiddenFill>
            </a:ext>
          </a:extLst>
        </p:spPr>
      </p:cxnSp>
      <p:sp>
        <p:nvSpPr>
          <p:cNvPr id="7181" name="圆角矩形 29"/>
          <p:cNvSpPr>
            <a:spLocks noChangeArrowheads="1"/>
          </p:cNvSpPr>
          <p:nvPr/>
        </p:nvSpPr>
        <p:spPr bwMode="auto">
          <a:xfrm>
            <a:off x="5256213" y="5084763"/>
            <a:ext cx="2339975" cy="720725"/>
          </a:xfrm>
          <a:prstGeom prst="roundRect">
            <a:avLst>
              <a:gd name="adj" fmla="val 16667"/>
            </a:avLst>
          </a:prstGeom>
          <a:gradFill rotWithShape="0">
            <a:gsLst>
              <a:gs pos="0">
                <a:srgbClr val="3D3D3D"/>
              </a:gs>
              <a:gs pos="100000">
                <a:srgbClr val="909090"/>
              </a:gs>
            </a:gsLst>
            <a:lin ang="18900000" scaled="1"/>
          </a:gradFill>
          <a:ln>
            <a:noFill/>
          </a:ln>
          <a:extLst>
            <a:ext uri="{91240B29-F687-4F45-9708-019B960494DF}">
              <a14:hiddenLine xmlns:a14="http://schemas.microsoft.com/office/drawing/2010/main" w="19050" algn="ctr">
                <a:solidFill>
                  <a:srgbClr val="000000"/>
                </a:solidFill>
                <a:round/>
                <a:headEnd/>
                <a:tailEnd/>
              </a14:hiddenLine>
            </a:ext>
          </a:extLst>
        </p:spPr>
        <p:txBody>
          <a:bodyPr wrap="none" anchor="ct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r>
              <a:rPr lang="zh-CN" altLang="en-US" sz="3200"/>
              <a:t>有限差分法</a:t>
            </a:r>
          </a:p>
        </p:txBody>
      </p:sp>
      <p:cxnSp>
        <p:nvCxnSpPr>
          <p:cNvPr id="7182" name="直接箭头连接符 32"/>
          <p:cNvCxnSpPr>
            <a:cxnSpLocks noChangeShapeType="1"/>
            <a:endCxn id="7" idx="0"/>
          </p:cNvCxnSpPr>
          <p:nvPr/>
        </p:nvCxnSpPr>
        <p:spPr bwMode="auto">
          <a:xfrm flipH="1">
            <a:off x="2700338" y="1346200"/>
            <a:ext cx="1587500" cy="787400"/>
          </a:xfrm>
          <a:prstGeom prst="straightConnector1">
            <a:avLst/>
          </a:prstGeom>
          <a:noFill/>
          <a:ln w="38100" algn="ctr">
            <a:solidFill>
              <a:srgbClr val="FF0000"/>
            </a:solidFill>
            <a:round/>
            <a:headEnd/>
            <a:tailEnd type="triangle" w="lg" len="lg"/>
          </a:ln>
          <a:extLst>
            <a:ext uri="{909E8E84-426E-40DD-AFC4-6F175D3DCCD1}">
              <a14:hiddenFill xmlns:a14="http://schemas.microsoft.com/office/drawing/2010/main">
                <a:noFill/>
              </a14:hiddenFill>
            </a:ext>
          </a:extLst>
        </p:spPr>
      </p:cxnSp>
      <p:cxnSp>
        <p:nvCxnSpPr>
          <p:cNvPr id="7183" name="直接箭头连接符 34"/>
          <p:cNvCxnSpPr>
            <a:cxnSpLocks noChangeShapeType="1"/>
            <a:endCxn id="8" idx="0"/>
          </p:cNvCxnSpPr>
          <p:nvPr/>
        </p:nvCxnSpPr>
        <p:spPr bwMode="auto">
          <a:xfrm>
            <a:off x="4287838" y="1346200"/>
            <a:ext cx="2120900" cy="785813"/>
          </a:xfrm>
          <a:prstGeom prst="straightConnector1">
            <a:avLst/>
          </a:prstGeom>
          <a:noFill/>
          <a:ln w="38100" algn="ctr">
            <a:solidFill>
              <a:srgbClr val="FF0000"/>
            </a:solidFill>
            <a:round/>
            <a:headEnd/>
            <a:tailEnd type="triangle" w="lg" len="lg"/>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1"/>
          <p:cNvSpPr>
            <a:spLocks noGrp="1"/>
          </p:cNvSpPr>
          <p:nvPr>
            <p:ph type="sldNum" sz="quarter" idx="10"/>
          </p:nvPr>
        </p:nvSpPr>
        <p:spPr/>
        <p:txBody>
          <a:bodyPr/>
          <a:lstStyle/>
          <a:p>
            <a:pPr>
              <a:defRPr/>
            </a:pPr>
            <a:fld id="{5A8C275C-5F59-459E-B1D2-204CB51324C1}" type="slidenum">
              <a:rPr lang="en-US" altLang="zh-CN"/>
              <a:pPr>
                <a:defRPr/>
              </a:pPr>
              <a:t>7</a:t>
            </a:fld>
            <a:endParaRPr lang="en-US" altLang="zh-CN"/>
          </a:p>
        </p:txBody>
      </p:sp>
      <p:sp>
        <p:nvSpPr>
          <p:cNvPr id="8195" name="Text Box 3"/>
          <p:cNvSpPr txBox="1">
            <a:spLocks noChangeArrowheads="1"/>
          </p:cNvSpPr>
          <p:nvPr/>
        </p:nvSpPr>
        <p:spPr bwMode="auto">
          <a:xfrm>
            <a:off x="1403350" y="2119313"/>
            <a:ext cx="6481763" cy="2573337"/>
          </a:xfrm>
          <a:prstGeom prst="rect">
            <a:avLst/>
          </a:prstGeom>
          <a:solidFill>
            <a:srgbClr val="CCFFFF"/>
          </a:solidFill>
          <a:ln w="25400">
            <a:solidFill>
              <a:srgbClr val="FF0000"/>
            </a:solidFill>
            <a:miter lim="800000"/>
            <a:headEnd/>
            <a:tailEnd/>
          </a:ln>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lnSpc>
                <a:spcPct val="130000"/>
              </a:lnSpc>
              <a:spcBef>
                <a:spcPct val="0"/>
              </a:spcBef>
            </a:pPr>
            <a:r>
              <a:rPr kumimoji="1" lang="en-US" altLang="zh-CN" b="1" dirty="0">
                <a:solidFill>
                  <a:schemeClr val="bg1"/>
                </a:solidFill>
                <a:latin typeface="楷体_GB2312" pitchFamily="49" charset="-122"/>
              </a:rPr>
              <a:t>  </a:t>
            </a:r>
            <a:r>
              <a:rPr kumimoji="1" lang="zh-CN" altLang="en-US" sz="2800" b="1" dirty="0">
                <a:solidFill>
                  <a:srgbClr val="990000"/>
                </a:solidFill>
                <a:latin typeface="隶书" pitchFamily="49" charset="-122"/>
                <a:ea typeface="隶书" pitchFamily="49" charset="-122"/>
              </a:rPr>
              <a:t>本节内容</a:t>
            </a:r>
          </a:p>
          <a:p>
            <a:pPr algn="just" eaLnBrk="1" hangingPunct="1">
              <a:lnSpc>
                <a:spcPct val="130000"/>
              </a:lnSpc>
              <a:spcBef>
                <a:spcPct val="0"/>
              </a:spcBef>
            </a:pPr>
            <a:r>
              <a:rPr lang="en-US" altLang="zh-CN" b="1" dirty="0">
                <a:latin typeface="Times New Roman" pitchFamily="18" charset="0"/>
                <a:ea typeface="宋体" pitchFamily="2" charset="-122"/>
              </a:rPr>
              <a:t>    3.5.1   </a:t>
            </a:r>
            <a:r>
              <a:rPr lang="zh-CN" altLang="en-US" b="1" dirty="0">
                <a:latin typeface="Times New Roman" pitchFamily="18" charset="0"/>
                <a:ea typeface="宋体" pitchFamily="2" charset="-122"/>
                <a:hlinkClick r:id="rId2" action="ppaction://hlinksldjump"/>
              </a:rPr>
              <a:t>接地导体平面的镜像</a:t>
            </a:r>
            <a:endParaRPr lang="zh-CN" altLang="en-US" b="1" dirty="0">
              <a:latin typeface="Times New Roman" pitchFamily="18" charset="0"/>
              <a:ea typeface="宋体" pitchFamily="2" charset="-122"/>
            </a:endParaRPr>
          </a:p>
          <a:p>
            <a:pPr algn="l" eaLnBrk="1" hangingPunct="1">
              <a:lnSpc>
                <a:spcPct val="130000"/>
              </a:lnSpc>
              <a:spcBef>
                <a:spcPct val="0"/>
              </a:spcBef>
            </a:pPr>
            <a:r>
              <a:rPr lang="zh-CN" altLang="en-US" b="1" dirty="0">
                <a:latin typeface="Times New Roman" pitchFamily="18" charset="0"/>
                <a:ea typeface="宋体" pitchFamily="2" charset="-122"/>
              </a:rPr>
              <a:t>    </a:t>
            </a:r>
            <a:r>
              <a:rPr lang="en-US" altLang="zh-CN" b="1" dirty="0">
                <a:latin typeface="Times New Roman" pitchFamily="18" charset="0"/>
                <a:ea typeface="宋体" pitchFamily="2" charset="-122"/>
              </a:rPr>
              <a:t>3.5.2   </a:t>
            </a:r>
            <a:r>
              <a:rPr lang="zh-CN" altLang="en-US" b="1" dirty="0">
                <a:latin typeface="Times New Roman" pitchFamily="18" charset="0"/>
                <a:ea typeface="宋体" pitchFamily="2" charset="-122"/>
                <a:hlinkClick r:id="rId3" action="ppaction://hlinksldjump"/>
              </a:rPr>
              <a:t>导体球面的镜像</a:t>
            </a:r>
            <a:endParaRPr lang="zh-CN" altLang="en-US" b="1" dirty="0">
              <a:latin typeface="Times New Roman" pitchFamily="18" charset="0"/>
              <a:ea typeface="宋体" pitchFamily="2" charset="-122"/>
            </a:endParaRPr>
          </a:p>
          <a:p>
            <a:pPr algn="l" eaLnBrk="1" hangingPunct="1">
              <a:lnSpc>
                <a:spcPct val="130000"/>
              </a:lnSpc>
              <a:spcBef>
                <a:spcPct val="0"/>
              </a:spcBef>
            </a:pPr>
            <a:r>
              <a:rPr lang="zh-CN" altLang="en-US" b="1" dirty="0">
                <a:latin typeface="Times New Roman" pitchFamily="18" charset="0"/>
                <a:ea typeface="宋体" pitchFamily="2" charset="-122"/>
              </a:rPr>
              <a:t>    </a:t>
            </a:r>
            <a:r>
              <a:rPr lang="en-US" altLang="zh-CN" b="1" dirty="0">
                <a:latin typeface="Times New Roman" pitchFamily="18" charset="0"/>
                <a:ea typeface="宋体" pitchFamily="2" charset="-122"/>
              </a:rPr>
              <a:t>3.5.3   </a:t>
            </a:r>
            <a:r>
              <a:rPr lang="zh-CN" altLang="en-US" b="1" dirty="0">
                <a:latin typeface="Times New Roman" pitchFamily="18" charset="0"/>
                <a:ea typeface="宋体" pitchFamily="2" charset="-122"/>
                <a:hlinkClick r:id="rId4" action="ppaction://hlinksldjump"/>
              </a:rPr>
              <a:t>导体圆柱面的</a:t>
            </a:r>
            <a:r>
              <a:rPr lang="zh-CN" altLang="en-US" b="1" dirty="0" smtClean="0">
                <a:latin typeface="Times New Roman" pitchFamily="18" charset="0"/>
                <a:ea typeface="宋体" pitchFamily="2" charset="-122"/>
                <a:hlinkClick r:id="rId4" action="ppaction://hlinksldjump"/>
              </a:rPr>
              <a:t>镜像</a:t>
            </a:r>
            <a:r>
              <a:rPr lang="zh-CN" altLang="en-US" b="1" dirty="0" smtClean="0">
                <a:solidFill>
                  <a:srgbClr val="FF0000"/>
                </a:solidFill>
                <a:latin typeface="Times New Roman" pitchFamily="18" charset="0"/>
                <a:ea typeface="宋体" pitchFamily="2" charset="-122"/>
              </a:rPr>
              <a:t>（自学）</a:t>
            </a:r>
            <a:endParaRPr lang="zh-CN" altLang="en-US" b="1" dirty="0">
              <a:solidFill>
                <a:srgbClr val="FF0000"/>
              </a:solidFill>
              <a:latin typeface="Times New Roman" pitchFamily="18" charset="0"/>
              <a:ea typeface="宋体" pitchFamily="2" charset="-122"/>
            </a:endParaRPr>
          </a:p>
          <a:p>
            <a:pPr algn="just" eaLnBrk="1" hangingPunct="1">
              <a:lnSpc>
                <a:spcPct val="130000"/>
              </a:lnSpc>
              <a:spcBef>
                <a:spcPct val="0"/>
              </a:spcBef>
            </a:pPr>
            <a:r>
              <a:rPr kumimoji="1" lang="zh-CN" altLang="en-US" b="1" dirty="0">
                <a:latin typeface="Times New Roman" pitchFamily="18" charset="0"/>
                <a:ea typeface="宋体" pitchFamily="2" charset="-122"/>
              </a:rPr>
              <a:t>    </a:t>
            </a:r>
            <a:r>
              <a:rPr kumimoji="1" lang="en-US" altLang="zh-CN" b="1" dirty="0">
                <a:latin typeface="Times New Roman" pitchFamily="18" charset="0"/>
                <a:ea typeface="宋体" pitchFamily="2" charset="-122"/>
              </a:rPr>
              <a:t>3.5.4   </a:t>
            </a:r>
            <a:r>
              <a:rPr lang="zh-CN" altLang="en-US" b="1" dirty="0">
                <a:latin typeface="Times New Roman" pitchFamily="18" charset="0"/>
                <a:ea typeface="宋体" pitchFamily="2" charset="-122"/>
                <a:hlinkClick r:id="rId5" action="ppaction://hlinksldjump"/>
              </a:rPr>
              <a:t>介质平面的</a:t>
            </a:r>
            <a:r>
              <a:rPr lang="zh-CN" altLang="en-US" b="1" dirty="0" smtClean="0">
                <a:latin typeface="Times New Roman" pitchFamily="18" charset="0"/>
                <a:ea typeface="宋体" pitchFamily="2" charset="-122"/>
                <a:hlinkClick r:id="rId5" action="ppaction://hlinksldjump"/>
              </a:rPr>
              <a:t>镜像</a:t>
            </a:r>
            <a:r>
              <a:rPr lang="zh-CN" altLang="en-US" b="1" dirty="0" smtClean="0">
                <a:solidFill>
                  <a:srgbClr val="FF0000"/>
                </a:solidFill>
                <a:latin typeface="Times New Roman" pitchFamily="18" charset="0"/>
                <a:ea typeface="宋体" pitchFamily="2" charset="-122"/>
              </a:rPr>
              <a:t>（自学）</a:t>
            </a:r>
            <a:r>
              <a:rPr kumimoji="1" lang="zh-CN" altLang="en-US" b="1" dirty="0">
                <a:solidFill>
                  <a:schemeClr val="bg1"/>
                </a:solidFill>
                <a:latin typeface="Times New Roman" pitchFamily="18" charset="0"/>
                <a:ea typeface="宋体" pitchFamily="2" charset="-122"/>
              </a:rPr>
              <a:t>　</a:t>
            </a:r>
          </a:p>
        </p:txBody>
      </p:sp>
      <p:sp>
        <p:nvSpPr>
          <p:cNvPr id="8196" name="Rectangle 41"/>
          <p:cNvSpPr>
            <a:spLocks noChangeArrowheads="1"/>
          </p:cNvSpPr>
          <p:nvPr/>
        </p:nvSpPr>
        <p:spPr bwMode="auto">
          <a:xfrm>
            <a:off x="374650" y="766763"/>
            <a:ext cx="83010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lnSpc>
                <a:spcPct val="130000"/>
              </a:lnSpc>
              <a:spcBef>
                <a:spcPct val="0"/>
              </a:spcBef>
            </a:pPr>
            <a:r>
              <a:rPr lang="en-US" altLang="zh-CN" b="1">
                <a:solidFill>
                  <a:schemeClr val="bg1"/>
                </a:solidFill>
                <a:latin typeface="Times New Roman" pitchFamily="18" charset="0"/>
                <a:cs typeface="Arial" charset="0"/>
              </a:rPr>
              <a:t> </a:t>
            </a:r>
            <a:r>
              <a:rPr lang="en-US" altLang="zh-CN" sz="2800" b="1">
                <a:solidFill>
                  <a:schemeClr val="bg1"/>
                </a:solidFill>
                <a:latin typeface="Times New Roman" pitchFamily="18" charset="0"/>
                <a:ea typeface="幼圆" pitchFamily="49" charset="-122"/>
                <a:cs typeface="Arial" charset="0"/>
              </a:rPr>
              <a:t>3.5    </a:t>
            </a:r>
            <a:r>
              <a:rPr lang="zh-CN" altLang="en-US" sz="2800" b="1">
                <a:solidFill>
                  <a:schemeClr val="bg1"/>
                </a:solidFill>
                <a:latin typeface="Times New Roman" pitchFamily="18" charset="0"/>
                <a:ea typeface="幼圆" pitchFamily="49" charset="-122"/>
                <a:cs typeface="Arial" charset="0"/>
              </a:rPr>
              <a:t>镜像法</a:t>
            </a:r>
          </a:p>
        </p:txBody>
      </p:sp>
      <p:sp>
        <p:nvSpPr>
          <p:cNvPr id="8197" name="AutoShape 42">
            <a:hlinkClick r:id="rId6"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8198" name="AutoShape 43">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8199" name="AutoShape 44">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8200" name="AutoShape 45">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1"/>
          <p:cNvSpPr>
            <a:spLocks noGrp="1"/>
          </p:cNvSpPr>
          <p:nvPr>
            <p:ph type="sldNum" sz="quarter" idx="10"/>
          </p:nvPr>
        </p:nvSpPr>
        <p:spPr/>
        <p:txBody>
          <a:bodyPr/>
          <a:lstStyle/>
          <a:p>
            <a:pPr>
              <a:defRPr/>
            </a:pPr>
            <a:fld id="{126D7B80-2607-4D65-9A78-A555FD12D6C0}" type="slidenum">
              <a:rPr lang="en-US" altLang="zh-CN"/>
              <a:pPr>
                <a:defRPr/>
              </a:pPr>
              <a:t>8</a:t>
            </a:fld>
            <a:endParaRPr lang="en-US" altLang="zh-CN"/>
          </a:p>
        </p:txBody>
      </p:sp>
      <p:sp>
        <p:nvSpPr>
          <p:cNvPr id="9219" name="Rectangle 2"/>
          <p:cNvSpPr>
            <a:spLocks noChangeArrowheads="1"/>
          </p:cNvSpPr>
          <p:nvPr/>
        </p:nvSpPr>
        <p:spPr bwMode="auto">
          <a:xfrm>
            <a:off x="457200" y="381000"/>
            <a:ext cx="75295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mpd="thinThick">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lnSpc>
                <a:spcPct val="130000"/>
              </a:lnSpc>
              <a:spcBef>
                <a:spcPct val="0"/>
              </a:spcBef>
            </a:pPr>
            <a:endParaRPr lang="zh-CN" altLang="zh-CN">
              <a:solidFill>
                <a:schemeClr val="bg1"/>
              </a:solidFill>
              <a:latin typeface="楷体_GB2312" pitchFamily="49" charset="-122"/>
            </a:endParaRPr>
          </a:p>
        </p:txBody>
      </p:sp>
      <p:sp>
        <p:nvSpPr>
          <p:cNvPr id="911363" name="Text Box 3"/>
          <p:cNvSpPr txBox="1">
            <a:spLocks noChangeArrowheads="1"/>
          </p:cNvSpPr>
          <p:nvPr/>
        </p:nvSpPr>
        <p:spPr bwMode="auto">
          <a:xfrm>
            <a:off x="179388" y="1484313"/>
            <a:ext cx="8689975"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en-US" altLang="zh-CN" b="1">
                <a:solidFill>
                  <a:schemeClr val="bg1"/>
                </a:solidFill>
                <a:latin typeface="楷体_GB2312" pitchFamily="49" charset="-122"/>
              </a:rPr>
              <a:t>    </a:t>
            </a:r>
            <a:r>
              <a:rPr kumimoji="1" lang="zh-CN" altLang="en-US" b="1">
                <a:solidFill>
                  <a:schemeClr val="bg1"/>
                </a:solidFill>
                <a:latin typeface="楷体_GB2312" pitchFamily="49" charset="-122"/>
              </a:rPr>
              <a:t>当有电荷存在于导体或介质表面附近时，导体和介质表面会出现</a:t>
            </a:r>
            <a:r>
              <a:rPr kumimoji="1" lang="zh-CN" altLang="en-US" b="1">
                <a:solidFill>
                  <a:srgbClr val="FF0000"/>
                </a:solidFill>
                <a:latin typeface="楷体_GB2312" pitchFamily="49" charset="-122"/>
              </a:rPr>
              <a:t>感应电荷</a:t>
            </a:r>
            <a:r>
              <a:rPr kumimoji="1" lang="zh-CN" altLang="en-US" b="1">
                <a:solidFill>
                  <a:schemeClr val="bg1"/>
                </a:solidFill>
                <a:latin typeface="楷体_GB2312" pitchFamily="49" charset="-122"/>
              </a:rPr>
              <a:t>或</a:t>
            </a:r>
            <a:r>
              <a:rPr kumimoji="1" lang="zh-CN" altLang="en-US" b="1">
                <a:solidFill>
                  <a:srgbClr val="FF0000"/>
                </a:solidFill>
                <a:latin typeface="楷体_GB2312" pitchFamily="49" charset="-122"/>
              </a:rPr>
              <a:t>极化电荷</a:t>
            </a:r>
            <a:r>
              <a:rPr kumimoji="1" lang="zh-CN" altLang="en-US" b="1">
                <a:solidFill>
                  <a:schemeClr val="bg1"/>
                </a:solidFill>
                <a:latin typeface="楷体_GB2312" pitchFamily="49" charset="-122"/>
              </a:rPr>
              <a:t>，而感应电荷或极化电荷将影响场的分布。　</a:t>
            </a:r>
            <a:endParaRPr kumimoji="1" lang="zh-CN" altLang="en-US" b="1">
              <a:solidFill>
                <a:schemeClr val="bg1"/>
              </a:solidFill>
              <a:latin typeface="楷体_GB2312" pitchFamily="49" charset="-122"/>
              <a:sym typeface="Symbol" pitchFamily="18" charset="2"/>
            </a:endParaRPr>
          </a:p>
        </p:txBody>
      </p:sp>
      <p:sp>
        <p:nvSpPr>
          <p:cNvPr id="911364" name="Text Box 4"/>
          <p:cNvSpPr txBox="1">
            <a:spLocks noChangeArrowheads="1"/>
          </p:cNvSpPr>
          <p:nvPr/>
        </p:nvSpPr>
        <p:spPr bwMode="auto">
          <a:xfrm>
            <a:off x="4324350" y="5516563"/>
            <a:ext cx="41767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20000"/>
              </a:lnSpc>
              <a:spcBef>
                <a:spcPct val="0"/>
              </a:spcBef>
            </a:pPr>
            <a:r>
              <a:rPr lang="zh-CN" altLang="en-US" sz="2000" b="1" dirty="0">
                <a:solidFill>
                  <a:schemeClr val="bg1"/>
                </a:solidFill>
                <a:latin typeface="宋体" pitchFamily="2" charset="-122"/>
                <a:ea typeface="宋体" pitchFamily="2" charset="-122"/>
              </a:rPr>
              <a:t>非均匀感应电荷产生的电位很难求解，可以用等效电荷的电位代替</a:t>
            </a:r>
          </a:p>
        </p:txBody>
      </p:sp>
      <p:sp>
        <p:nvSpPr>
          <p:cNvPr id="911365" name="Rectangle 5"/>
          <p:cNvSpPr>
            <a:spLocks noChangeArrowheads="1"/>
          </p:cNvSpPr>
          <p:nvPr/>
        </p:nvSpPr>
        <p:spPr bwMode="auto">
          <a:xfrm>
            <a:off x="107950" y="635000"/>
            <a:ext cx="27463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zh-CN" altLang="en-US" b="1">
                <a:solidFill>
                  <a:schemeClr val="bg1"/>
                </a:solidFill>
                <a:latin typeface="宋体" pitchFamily="2" charset="-122"/>
                <a:ea typeface="宋体" pitchFamily="2" charset="-122"/>
              </a:rPr>
              <a:t>镜像问题的提出</a:t>
            </a:r>
          </a:p>
        </p:txBody>
      </p:sp>
      <p:grpSp>
        <p:nvGrpSpPr>
          <p:cNvPr id="2" name="Group 51"/>
          <p:cNvGrpSpPr>
            <a:grpSpLocks/>
          </p:cNvGrpSpPr>
          <p:nvPr/>
        </p:nvGrpSpPr>
        <p:grpSpPr bwMode="auto">
          <a:xfrm>
            <a:off x="3563938" y="2709863"/>
            <a:ext cx="5400675" cy="2735262"/>
            <a:chOff x="2245" y="1707"/>
            <a:chExt cx="3402" cy="1723"/>
          </a:xfrm>
        </p:grpSpPr>
        <p:sp>
          <p:nvSpPr>
            <p:cNvPr id="9258" name="Rectangle 7"/>
            <p:cNvSpPr>
              <a:spLocks noChangeArrowheads="1"/>
            </p:cNvSpPr>
            <p:nvPr/>
          </p:nvSpPr>
          <p:spPr bwMode="auto">
            <a:xfrm>
              <a:off x="2245" y="1707"/>
              <a:ext cx="3402" cy="1723"/>
            </a:xfrm>
            <a:prstGeom prst="rect">
              <a:avLst/>
            </a:prstGeom>
            <a:solidFill>
              <a:srgbClr val="CCFFFF"/>
            </a:solidFill>
            <a:ln w="9525">
              <a:solidFill>
                <a:srgbClr val="FF00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nvGrpSpPr>
            <p:cNvPr id="9259" name="Group 32"/>
            <p:cNvGrpSpPr>
              <a:grpSpLocks/>
            </p:cNvGrpSpPr>
            <p:nvPr/>
          </p:nvGrpSpPr>
          <p:grpSpPr bwMode="auto">
            <a:xfrm>
              <a:off x="2577" y="2638"/>
              <a:ext cx="2926" cy="279"/>
              <a:chOff x="731" y="3181"/>
              <a:chExt cx="2926" cy="279"/>
            </a:xfrm>
          </p:grpSpPr>
          <p:grpSp>
            <p:nvGrpSpPr>
              <p:cNvPr id="9263" name="Group 33"/>
              <p:cNvGrpSpPr>
                <a:grpSpLocks/>
              </p:cNvGrpSpPr>
              <p:nvPr/>
            </p:nvGrpSpPr>
            <p:grpSpPr bwMode="auto">
              <a:xfrm>
                <a:off x="832" y="3252"/>
                <a:ext cx="205" cy="208"/>
                <a:chOff x="832" y="3252"/>
                <a:chExt cx="205" cy="208"/>
              </a:xfrm>
            </p:grpSpPr>
            <p:sp>
              <p:nvSpPr>
                <p:cNvPr id="9265" name="Line 34"/>
                <p:cNvSpPr>
                  <a:spLocks noChangeShapeType="1"/>
                </p:cNvSpPr>
                <p:nvPr/>
              </p:nvSpPr>
              <p:spPr bwMode="auto">
                <a:xfrm>
                  <a:off x="938" y="3252"/>
                  <a:ext cx="0" cy="205"/>
                </a:xfrm>
                <a:prstGeom prst="line">
                  <a:avLst/>
                </a:prstGeom>
                <a:noFill/>
                <a:ln w="28575">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66" name="Line 35"/>
                <p:cNvSpPr>
                  <a:spLocks noChangeShapeType="1"/>
                </p:cNvSpPr>
                <p:nvPr/>
              </p:nvSpPr>
              <p:spPr bwMode="auto">
                <a:xfrm rot="-5400000">
                  <a:off x="935" y="3357"/>
                  <a:ext cx="0" cy="205"/>
                </a:xfrm>
                <a:prstGeom prst="line">
                  <a:avLst/>
                </a:prstGeom>
                <a:noFill/>
                <a:ln w="38100">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264" name="Rectangle 36"/>
              <p:cNvSpPr>
                <a:spLocks noChangeArrowheads="1"/>
              </p:cNvSpPr>
              <p:nvPr/>
            </p:nvSpPr>
            <p:spPr bwMode="auto">
              <a:xfrm>
                <a:off x="731" y="3181"/>
                <a:ext cx="2926" cy="101"/>
              </a:xfrm>
              <a:prstGeom prst="rect">
                <a:avLst/>
              </a:prstGeom>
              <a:solidFill>
                <a:srgbClr val="6B6B6B"/>
              </a:solidFill>
              <a:ln w="9525">
                <a:solidFill>
                  <a:srgbClr val="A5A1A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grpSp>
          <p:nvGrpSpPr>
            <p:cNvPr id="9260" name="Group 48"/>
            <p:cNvGrpSpPr>
              <a:grpSpLocks/>
            </p:cNvGrpSpPr>
            <p:nvPr/>
          </p:nvGrpSpPr>
          <p:grpSpPr bwMode="auto">
            <a:xfrm>
              <a:off x="4016" y="1777"/>
              <a:ext cx="285" cy="357"/>
              <a:chOff x="4016" y="1777"/>
              <a:chExt cx="285" cy="357"/>
            </a:xfrm>
          </p:grpSpPr>
          <p:sp>
            <p:nvSpPr>
              <p:cNvPr id="9261" name="Text Box 8"/>
              <p:cNvSpPr txBox="1">
                <a:spLocks noChangeArrowheads="1"/>
              </p:cNvSpPr>
              <p:nvPr/>
            </p:nvSpPr>
            <p:spPr bwMode="auto">
              <a:xfrm>
                <a:off x="4068" y="1777"/>
                <a:ext cx="233"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楷体_GB2312" pitchFamily="49" charset="-122"/>
                  </a:rPr>
                  <a:t>q</a:t>
                </a:r>
              </a:p>
            </p:txBody>
          </p:sp>
          <p:sp>
            <p:nvSpPr>
              <p:cNvPr id="9262" name="Oval 40"/>
              <p:cNvSpPr>
                <a:spLocks noChangeArrowheads="1"/>
              </p:cNvSpPr>
              <p:nvPr/>
            </p:nvSpPr>
            <p:spPr bwMode="auto">
              <a:xfrm>
                <a:off x="4016" y="2004"/>
                <a:ext cx="96" cy="96"/>
              </a:xfrm>
              <a:prstGeom prst="ellipse">
                <a:avLst/>
              </a:prstGeom>
              <a:gradFill rotWithShape="1">
                <a:gsLst>
                  <a:gs pos="0">
                    <a:srgbClr val="5E0000"/>
                  </a:gs>
                  <a:gs pos="100000">
                    <a:srgbClr val="CC0000"/>
                  </a:gs>
                </a:gsLst>
                <a:lin ang="18900000" scaled="1"/>
              </a:gradFill>
              <a:ln w="9525">
                <a:solidFill>
                  <a:srgbClr val="CC0000"/>
                </a:solidFill>
                <a:round/>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lnSpc>
                    <a:spcPct val="130000"/>
                  </a:lnSpc>
                  <a:spcBef>
                    <a:spcPct val="0"/>
                  </a:spcBef>
                </a:pPr>
                <a:endParaRPr lang="zh-CN" altLang="zh-CN">
                  <a:latin typeface="楷体_GB2312" pitchFamily="49" charset="-122"/>
                </a:endParaRPr>
              </a:p>
            </p:txBody>
          </p:sp>
        </p:grpSp>
      </p:grpSp>
      <p:sp>
        <p:nvSpPr>
          <p:cNvPr id="9224" name="AutoShape 43">
            <a:hlinkClick r:id="rId2"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9225" name="AutoShape 44">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9226" name="AutoShape 45">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9227" name="AutoShape 46">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911407" name="Text Box 47"/>
          <p:cNvSpPr txBox="1">
            <a:spLocks noChangeArrowheads="1"/>
          </p:cNvSpPr>
          <p:nvPr/>
        </p:nvSpPr>
        <p:spPr bwMode="auto">
          <a:xfrm>
            <a:off x="179388" y="3273425"/>
            <a:ext cx="3168650"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en-US" altLang="zh-CN" b="1" dirty="0">
                <a:solidFill>
                  <a:schemeClr val="bg1"/>
                </a:solidFill>
                <a:latin typeface="楷体_GB2312" pitchFamily="49" charset="-122"/>
                <a:sym typeface="Symbol" pitchFamily="18" charset="2"/>
              </a:rPr>
              <a:t>【</a:t>
            </a:r>
            <a:r>
              <a:rPr kumimoji="1" lang="zh-CN" altLang="en-US" b="1" dirty="0">
                <a:solidFill>
                  <a:schemeClr val="bg1"/>
                </a:solidFill>
                <a:latin typeface="楷体_GB2312" pitchFamily="49" charset="-122"/>
                <a:sym typeface="Symbol" pitchFamily="18" charset="2"/>
              </a:rPr>
              <a:t>实例</a:t>
            </a:r>
            <a:r>
              <a:rPr kumimoji="1" lang="en-US" altLang="zh-CN" b="1" dirty="0">
                <a:solidFill>
                  <a:schemeClr val="bg1"/>
                </a:solidFill>
                <a:latin typeface="楷体_GB2312" pitchFamily="49" charset="-122"/>
                <a:sym typeface="Symbol" pitchFamily="18" charset="2"/>
              </a:rPr>
              <a:t>1】</a:t>
            </a:r>
            <a:r>
              <a:rPr kumimoji="1" lang="zh-CN" altLang="en-US" b="1" dirty="0" smtClean="0">
                <a:solidFill>
                  <a:schemeClr val="bg1"/>
                </a:solidFill>
                <a:latin typeface="楷体_GB2312" pitchFamily="49" charset="-122"/>
                <a:sym typeface="Symbol" pitchFamily="18" charset="2"/>
              </a:rPr>
              <a:t>接地导体平板</a:t>
            </a:r>
            <a:r>
              <a:rPr kumimoji="1" lang="zh-CN" altLang="en-US" b="1" dirty="0">
                <a:solidFill>
                  <a:schemeClr val="bg1"/>
                </a:solidFill>
                <a:latin typeface="楷体_GB2312" pitchFamily="49" charset="-122"/>
                <a:sym typeface="Symbol" pitchFamily="18" charset="2"/>
              </a:rPr>
              <a:t>附近有一个点电荷</a:t>
            </a:r>
          </a:p>
        </p:txBody>
      </p:sp>
      <p:grpSp>
        <p:nvGrpSpPr>
          <p:cNvPr id="6" name="Group 53"/>
          <p:cNvGrpSpPr>
            <a:grpSpLocks/>
          </p:cNvGrpSpPr>
          <p:nvPr/>
        </p:nvGrpSpPr>
        <p:grpSpPr bwMode="auto">
          <a:xfrm>
            <a:off x="6386513" y="2841625"/>
            <a:ext cx="720725" cy="2587625"/>
            <a:chOff x="1882" y="1790"/>
            <a:chExt cx="454" cy="1630"/>
          </a:xfrm>
        </p:grpSpPr>
        <p:sp>
          <p:nvSpPr>
            <p:cNvPr id="9254" name="Text Box 54"/>
            <p:cNvSpPr txBox="1">
              <a:spLocks noChangeArrowheads="1"/>
            </p:cNvSpPr>
            <p:nvPr/>
          </p:nvSpPr>
          <p:spPr bwMode="auto">
            <a:xfrm>
              <a:off x="1927" y="3063"/>
              <a:ext cx="409"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楷体_GB2312" pitchFamily="49" charset="-122"/>
                </a:rPr>
                <a:t>q′</a:t>
              </a:r>
            </a:p>
          </p:txBody>
        </p:sp>
        <p:grpSp>
          <p:nvGrpSpPr>
            <p:cNvPr id="9255" name="Group 55"/>
            <p:cNvGrpSpPr>
              <a:grpSpLocks/>
            </p:cNvGrpSpPr>
            <p:nvPr/>
          </p:nvGrpSpPr>
          <p:grpSpPr bwMode="auto">
            <a:xfrm>
              <a:off x="1882" y="1790"/>
              <a:ext cx="96" cy="1596"/>
              <a:chOff x="2160" y="2294"/>
              <a:chExt cx="96" cy="1664"/>
            </a:xfrm>
          </p:grpSpPr>
          <p:sp>
            <p:nvSpPr>
              <p:cNvPr id="9256" name="Oval 56"/>
              <p:cNvSpPr>
                <a:spLocks noChangeArrowheads="1"/>
              </p:cNvSpPr>
              <p:nvPr/>
            </p:nvSpPr>
            <p:spPr bwMode="auto">
              <a:xfrm>
                <a:off x="2160" y="3693"/>
                <a:ext cx="96" cy="96"/>
              </a:xfrm>
              <a:prstGeom prst="ellipse">
                <a:avLst/>
              </a:prstGeom>
              <a:gradFill rotWithShape="1">
                <a:gsLst>
                  <a:gs pos="0">
                    <a:srgbClr val="003B00"/>
                  </a:gs>
                  <a:gs pos="100000">
                    <a:srgbClr val="00800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lnSpc>
                    <a:spcPct val="130000"/>
                  </a:lnSpc>
                  <a:spcBef>
                    <a:spcPct val="0"/>
                  </a:spcBef>
                </a:pPr>
                <a:endParaRPr lang="zh-CN" altLang="zh-CN">
                  <a:latin typeface="楷体_GB2312" pitchFamily="49" charset="-122"/>
                </a:endParaRPr>
              </a:p>
            </p:txBody>
          </p:sp>
          <p:sp>
            <p:nvSpPr>
              <p:cNvPr id="9257" name="Line 57"/>
              <p:cNvSpPr>
                <a:spLocks noChangeShapeType="1"/>
              </p:cNvSpPr>
              <p:nvPr/>
            </p:nvSpPr>
            <p:spPr bwMode="auto">
              <a:xfrm>
                <a:off x="2212" y="2294"/>
                <a:ext cx="0" cy="1664"/>
              </a:xfrm>
              <a:prstGeom prst="line">
                <a:avLst/>
              </a:prstGeom>
              <a:noFill/>
              <a:ln w="9525">
                <a:solidFill>
                  <a:srgbClr val="5739C7"/>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8" name="Group 58"/>
          <p:cNvGrpSpPr>
            <a:grpSpLocks/>
          </p:cNvGrpSpPr>
          <p:nvPr/>
        </p:nvGrpSpPr>
        <p:grpSpPr bwMode="auto">
          <a:xfrm>
            <a:off x="4106863" y="4135438"/>
            <a:ext cx="4616450" cy="14287"/>
            <a:chOff x="741" y="3141"/>
            <a:chExt cx="2908" cy="9"/>
          </a:xfrm>
        </p:grpSpPr>
        <p:sp>
          <p:nvSpPr>
            <p:cNvPr id="9237" name="Line 59"/>
            <p:cNvSpPr>
              <a:spLocks noChangeShapeType="1"/>
            </p:cNvSpPr>
            <p:nvPr/>
          </p:nvSpPr>
          <p:spPr bwMode="auto">
            <a:xfrm>
              <a:off x="2154" y="3147"/>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238" name="Group 60"/>
            <p:cNvGrpSpPr>
              <a:grpSpLocks/>
            </p:cNvGrpSpPr>
            <p:nvPr/>
          </p:nvGrpSpPr>
          <p:grpSpPr bwMode="auto">
            <a:xfrm>
              <a:off x="741" y="3144"/>
              <a:ext cx="1363" cy="6"/>
              <a:chOff x="741" y="3117"/>
              <a:chExt cx="1363" cy="6"/>
            </a:xfrm>
          </p:grpSpPr>
          <p:sp>
            <p:nvSpPr>
              <p:cNvPr id="9247" name="Line 61"/>
              <p:cNvSpPr>
                <a:spLocks noChangeShapeType="1"/>
              </p:cNvSpPr>
              <p:nvPr/>
            </p:nvSpPr>
            <p:spPr bwMode="auto">
              <a:xfrm>
                <a:off x="2013" y="3123"/>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8" name="Line 62"/>
              <p:cNvSpPr>
                <a:spLocks noChangeShapeType="1"/>
              </p:cNvSpPr>
              <p:nvPr/>
            </p:nvSpPr>
            <p:spPr bwMode="auto">
              <a:xfrm>
                <a:off x="1866"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9" name="Line 63"/>
              <p:cNvSpPr>
                <a:spLocks noChangeShapeType="1"/>
              </p:cNvSpPr>
              <p:nvPr/>
            </p:nvSpPr>
            <p:spPr bwMode="auto">
              <a:xfrm>
                <a:off x="1710" y="3117"/>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50" name="Line 64"/>
              <p:cNvSpPr>
                <a:spLocks noChangeShapeType="1"/>
              </p:cNvSpPr>
              <p:nvPr/>
            </p:nvSpPr>
            <p:spPr bwMode="auto">
              <a:xfrm>
                <a:off x="1515"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51" name="Line 65"/>
              <p:cNvSpPr>
                <a:spLocks noChangeShapeType="1"/>
              </p:cNvSpPr>
              <p:nvPr/>
            </p:nvSpPr>
            <p:spPr bwMode="auto">
              <a:xfrm>
                <a:off x="1299"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52" name="Line 66"/>
              <p:cNvSpPr>
                <a:spLocks noChangeShapeType="1"/>
              </p:cNvSpPr>
              <p:nvPr/>
            </p:nvSpPr>
            <p:spPr bwMode="auto">
              <a:xfrm>
                <a:off x="1038"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53" name="Line 67"/>
              <p:cNvSpPr>
                <a:spLocks noChangeShapeType="1"/>
              </p:cNvSpPr>
              <p:nvPr/>
            </p:nvSpPr>
            <p:spPr bwMode="auto">
              <a:xfrm>
                <a:off x="741"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9239" name="Group 68"/>
            <p:cNvGrpSpPr>
              <a:grpSpLocks/>
            </p:cNvGrpSpPr>
            <p:nvPr/>
          </p:nvGrpSpPr>
          <p:grpSpPr bwMode="auto">
            <a:xfrm flipH="1">
              <a:off x="2286" y="3141"/>
              <a:ext cx="1363" cy="6"/>
              <a:chOff x="741" y="3117"/>
              <a:chExt cx="1363" cy="6"/>
            </a:xfrm>
          </p:grpSpPr>
          <p:sp>
            <p:nvSpPr>
              <p:cNvPr id="9240" name="Line 69"/>
              <p:cNvSpPr>
                <a:spLocks noChangeShapeType="1"/>
              </p:cNvSpPr>
              <p:nvPr/>
            </p:nvSpPr>
            <p:spPr bwMode="auto">
              <a:xfrm>
                <a:off x="2013" y="3123"/>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1" name="Line 70"/>
              <p:cNvSpPr>
                <a:spLocks noChangeShapeType="1"/>
              </p:cNvSpPr>
              <p:nvPr/>
            </p:nvSpPr>
            <p:spPr bwMode="auto">
              <a:xfrm>
                <a:off x="1866"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2" name="Line 71"/>
              <p:cNvSpPr>
                <a:spLocks noChangeShapeType="1"/>
              </p:cNvSpPr>
              <p:nvPr/>
            </p:nvSpPr>
            <p:spPr bwMode="auto">
              <a:xfrm>
                <a:off x="1710" y="3117"/>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3" name="Line 72"/>
              <p:cNvSpPr>
                <a:spLocks noChangeShapeType="1"/>
              </p:cNvSpPr>
              <p:nvPr/>
            </p:nvSpPr>
            <p:spPr bwMode="auto">
              <a:xfrm>
                <a:off x="1515"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4" name="Line 73"/>
              <p:cNvSpPr>
                <a:spLocks noChangeShapeType="1"/>
              </p:cNvSpPr>
              <p:nvPr/>
            </p:nvSpPr>
            <p:spPr bwMode="auto">
              <a:xfrm>
                <a:off x="1299"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5" name="Line 74"/>
              <p:cNvSpPr>
                <a:spLocks noChangeShapeType="1"/>
              </p:cNvSpPr>
              <p:nvPr/>
            </p:nvSpPr>
            <p:spPr bwMode="auto">
              <a:xfrm>
                <a:off x="1038"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46" name="Line 75"/>
              <p:cNvSpPr>
                <a:spLocks noChangeShapeType="1"/>
              </p:cNvSpPr>
              <p:nvPr/>
            </p:nvSpPr>
            <p:spPr bwMode="auto">
              <a:xfrm>
                <a:off x="741"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1" name="Group 76"/>
          <p:cNvGrpSpPr>
            <a:grpSpLocks/>
          </p:cNvGrpSpPr>
          <p:nvPr/>
        </p:nvGrpSpPr>
        <p:grpSpPr bwMode="auto">
          <a:xfrm>
            <a:off x="3851275" y="3028950"/>
            <a:ext cx="2360613" cy="1047750"/>
            <a:chOff x="2356" y="1918"/>
            <a:chExt cx="1487" cy="660"/>
          </a:xfrm>
        </p:grpSpPr>
        <p:sp>
          <p:nvSpPr>
            <p:cNvPr id="9235" name="Text Box 77"/>
            <p:cNvSpPr txBox="1">
              <a:spLocks noChangeArrowheads="1"/>
            </p:cNvSpPr>
            <p:nvPr/>
          </p:nvSpPr>
          <p:spPr bwMode="auto">
            <a:xfrm>
              <a:off x="2356" y="1918"/>
              <a:ext cx="1487"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lnSpc>
                  <a:spcPct val="130000"/>
                </a:lnSpc>
                <a:spcBef>
                  <a:spcPct val="0"/>
                </a:spcBef>
              </a:pPr>
              <a:r>
                <a:rPr lang="zh-CN" altLang="en-US" sz="2000" b="1">
                  <a:solidFill>
                    <a:srgbClr val="FF5A07"/>
                  </a:solidFill>
                  <a:latin typeface="宋体" pitchFamily="2" charset="-122"/>
                  <a:ea typeface="宋体" pitchFamily="2" charset="-122"/>
                </a:rPr>
                <a:t>非均匀感应电荷</a:t>
              </a:r>
            </a:p>
          </p:txBody>
        </p:sp>
        <p:cxnSp>
          <p:nvCxnSpPr>
            <p:cNvPr id="9236" name="AutoShape 78"/>
            <p:cNvCxnSpPr>
              <a:cxnSpLocks noChangeShapeType="1"/>
            </p:cNvCxnSpPr>
            <p:nvPr/>
          </p:nvCxnSpPr>
          <p:spPr bwMode="auto">
            <a:xfrm rot="16200000" flipH="1">
              <a:off x="3029" y="2194"/>
              <a:ext cx="399" cy="370"/>
            </a:xfrm>
            <a:prstGeom prst="curvedConnector3">
              <a:avLst>
                <a:gd name="adj1" fmla="val 49875"/>
              </a:avLst>
            </a:prstGeom>
            <a:noFill/>
            <a:ln w="28575">
              <a:solidFill>
                <a:srgbClr val="FF9900"/>
              </a:solidFill>
              <a:round/>
              <a:headEnd/>
              <a:tailEnd type="triangle" w="med" len="med"/>
            </a:ln>
            <a:extLst>
              <a:ext uri="{909E8E84-426E-40DD-AFC4-6F175D3DCCD1}">
                <a14:hiddenFill xmlns:a14="http://schemas.microsoft.com/office/drawing/2010/main">
                  <a:noFill/>
                </a14:hiddenFill>
              </a:ext>
            </a:extLst>
          </p:spPr>
        </p:cxnSp>
      </p:grpSp>
      <p:grpSp>
        <p:nvGrpSpPr>
          <p:cNvPr id="12" name="Group 79"/>
          <p:cNvGrpSpPr>
            <a:grpSpLocks/>
          </p:cNvGrpSpPr>
          <p:nvPr/>
        </p:nvGrpSpPr>
        <p:grpSpPr bwMode="auto">
          <a:xfrm>
            <a:off x="4008438" y="4956175"/>
            <a:ext cx="2363787" cy="488950"/>
            <a:chOff x="2517" y="3114"/>
            <a:chExt cx="1489" cy="308"/>
          </a:xfrm>
        </p:grpSpPr>
        <p:sp>
          <p:nvSpPr>
            <p:cNvPr id="9233" name="Text Box 80"/>
            <p:cNvSpPr txBox="1">
              <a:spLocks noChangeArrowheads="1"/>
            </p:cNvSpPr>
            <p:nvPr/>
          </p:nvSpPr>
          <p:spPr bwMode="auto">
            <a:xfrm>
              <a:off x="2517" y="3114"/>
              <a:ext cx="922"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lnSpc>
                  <a:spcPct val="130000"/>
                </a:lnSpc>
                <a:spcBef>
                  <a:spcPct val="0"/>
                </a:spcBef>
              </a:pPr>
              <a:r>
                <a:rPr lang="zh-CN" altLang="en-US" sz="2000" b="1">
                  <a:latin typeface="宋体" pitchFamily="2" charset="-122"/>
                  <a:ea typeface="宋体" pitchFamily="2" charset="-122"/>
                </a:rPr>
                <a:t>等效电荷</a:t>
              </a:r>
            </a:p>
          </p:txBody>
        </p:sp>
        <p:cxnSp>
          <p:nvCxnSpPr>
            <p:cNvPr id="9234" name="AutoShape 81"/>
            <p:cNvCxnSpPr>
              <a:cxnSpLocks noChangeShapeType="1"/>
              <a:stCxn id="9233" idx="3"/>
            </p:cNvCxnSpPr>
            <p:nvPr/>
          </p:nvCxnSpPr>
          <p:spPr bwMode="auto">
            <a:xfrm flipV="1">
              <a:off x="3439" y="3178"/>
              <a:ext cx="567" cy="90"/>
            </a:xfrm>
            <a:prstGeom prst="curvedConnector3">
              <a:avLst>
                <a:gd name="adj1" fmla="val 49912"/>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11365"/>
                                        </p:tgtEl>
                                        <p:attrNameLst>
                                          <p:attrName>style.visibility</p:attrName>
                                        </p:attrNameLst>
                                      </p:cBhvr>
                                      <p:to>
                                        <p:strVal val="visible"/>
                                      </p:to>
                                    </p:set>
                                    <p:animEffect transition="in" filter="wipe(up)">
                                      <p:cBhvr>
                                        <p:cTn id="7" dur="2000"/>
                                        <p:tgtEl>
                                          <p:spTgt spid="9113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11363">
                                            <p:txEl>
                                              <p:pRg st="0" end="0"/>
                                            </p:txEl>
                                          </p:spTgt>
                                        </p:tgtEl>
                                        <p:attrNameLst>
                                          <p:attrName>style.visibility</p:attrName>
                                        </p:attrNameLst>
                                      </p:cBhvr>
                                      <p:to>
                                        <p:strVal val="visible"/>
                                      </p:to>
                                    </p:set>
                                    <p:animEffect transition="in" filter="wipe(up)">
                                      <p:cBhvr>
                                        <p:cTn id="12" dur="3000"/>
                                        <p:tgtEl>
                                          <p:spTgt spid="91136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11407">
                                            <p:txEl>
                                              <p:pRg st="0" end="0"/>
                                            </p:txEl>
                                          </p:spTgt>
                                        </p:tgtEl>
                                        <p:attrNameLst>
                                          <p:attrName>style.visibility</p:attrName>
                                        </p:attrNameLst>
                                      </p:cBhvr>
                                      <p:to>
                                        <p:strVal val="visible"/>
                                      </p:to>
                                    </p:set>
                                    <p:animEffect transition="in" filter="wipe(up)">
                                      <p:cBhvr>
                                        <p:cTn id="17" dur="3000"/>
                                        <p:tgtEl>
                                          <p:spTgt spid="91140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20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2000"/>
                                        <p:tgtEl>
                                          <p:spTgt spid="8"/>
                                        </p:tgtEl>
                                      </p:cBhvr>
                                    </p:animEffect>
                                  </p:childTnLst>
                                </p:cTn>
                              </p:par>
                            </p:childTnLst>
                          </p:cTn>
                        </p:par>
                        <p:par>
                          <p:cTn id="28" fill="hold" nodeType="afterGroup">
                            <p:stCondLst>
                              <p:cond delay="2000"/>
                            </p:stCondLst>
                            <p:childTnLst>
                              <p:par>
                                <p:cTn id="29" presetID="10" presetClass="entr" presetSubtype="0"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2000"/>
                                        <p:tgtEl>
                                          <p:spTgt spid="1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911364"/>
                                        </p:tgtEl>
                                        <p:attrNameLst>
                                          <p:attrName>style.visibility</p:attrName>
                                        </p:attrNameLst>
                                      </p:cBhvr>
                                      <p:to>
                                        <p:strVal val="visible"/>
                                      </p:to>
                                    </p:set>
                                    <p:animEffect transition="in" filter="fade">
                                      <p:cBhvr>
                                        <p:cTn id="36" dur="2000"/>
                                        <p:tgtEl>
                                          <p:spTgt spid="91136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2000"/>
                                        <p:tgtEl>
                                          <p:spTgt spid="6"/>
                                        </p:tgtEl>
                                      </p:cBhvr>
                                    </p:animEffect>
                                  </p:childTnLst>
                                </p:cTn>
                              </p:par>
                            </p:childTnLst>
                          </p:cTn>
                        </p:par>
                        <p:par>
                          <p:cTn id="42" fill="hold" nodeType="afterGroup">
                            <p:stCondLst>
                              <p:cond delay="2000"/>
                            </p:stCondLst>
                            <p:childTnLst>
                              <p:par>
                                <p:cTn id="43" presetID="10" presetClass="exit" presetSubtype="0" fill="hold" nodeType="afterEffect">
                                  <p:stCondLst>
                                    <p:cond delay="0"/>
                                  </p:stCondLst>
                                  <p:childTnLst>
                                    <p:animEffect transition="out" filter="fade">
                                      <p:cBhvr>
                                        <p:cTn id="44" dur="2000"/>
                                        <p:tgtEl>
                                          <p:spTgt spid="8"/>
                                        </p:tgtEl>
                                      </p:cBhvr>
                                    </p:animEffect>
                                    <p:set>
                                      <p:cBhvr>
                                        <p:cTn id="45" dur="1" fill="hold">
                                          <p:stCondLst>
                                            <p:cond delay="1999"/>
                                          </p:stCondLst>
                                        </p:cTn>
                                        <p:tgtEl>
                                          <p:spTgt spid="8"/>
                                        </p:tgtEl>
                                        <p:attrNameLst>
                                          <p:attrName>style.visibility</p:attrName>
                                        </p:attrNameLst>
                                      </p:cBhvr>
                                      <p:to>
                                        <p:strVal val="hidden"/>
                                      </p:to>
                                    </p:set>
                                  </p:childTnLst>
                                </p:cTn>
                              </p:par>
                            </p:childTnLst>
                          </p:cTn>
                        </p:par>
                        <p:par>
                          <p:cTn id="46" fill="hold" nodeType="afterGroup">
                            <p:stCondLst>
                              <p:cond delay="4000"/>
                            </p:stCondLst>
                            <p:childTnLst>
                              <p:par>
                                <p:cTn id="47" presetID="10" presetClass="exit" presetSubtype="0" fill="hold" nodeType="afterEffect">
                                  <p:stCondLst>
                                    <p:cond delay="0"/>
                                  </p:stCondLst>
                                  <p:childTnLst>
                                    <p:animEffect transition="out" filter="fade">
                                      <p:cBhvr>
                                        <p:cTn id="48" dur="2000"/>
                                        <p:tgtEl>
                                          <p:spTgt spid="11"/>
                                        </p:tgtEl>
                                      </p:cBhvr>
                                    </p:animEffect>
                                    <p:set>
                                      <p:cBhvr>
                                        <p:cTn id="49" dur="1" fill="hold">
                                          <p:stCondLst>
                                            <p:cond delay="1999"/>
                                          </p:stCondLst>
                                        </p:cTn>
                                        <p:tgtEl>
                                          <p:spTgt spid="11"/>
                                        </p:tgtEl>
                                        <p:attrNameLst>
                                          <p:attrName>style.visibility</p:attrName>
                                        </p:attrNameLst>
                                      </p:cBhvr>
                                      <p:to>
                                        <p:strVal val="hidden"/>
                                      </p:to>
                                    </p:set>
                                  </p:childTnLst>
                                </p:cTn>
                              </p:par>
                            </p:childTnLst>
                          </p:cTn>
                        </p:par>
                        <p:par>
                          <p:cTn id="50" fill="hold" nodeType="afterGroup">
                            <p:stCondLst>
                              <p:cond delay="6000"/>
                            </p:stCondLst>
                            <p:childTnLst>
                              <p:par>
                                <p:cTn id="51" presetID="10" presetClass="entr" presetSubtype="0" fill="hold" nodeType="after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363" grpId="0" build="p" autoUpdateAnimBg="0"/>
      <p:bldP spid="911364" grpId="0"/>
      <p:bldP spid="911365" grpId="0"/>
      <p:bldP spid="911407"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灯片编号占位符 1"/>
          <p:cNvSpPr>
            <a:spLocks noGrp="1"/>
          </p:cNvSpPr>
          <p:nvPr>
            <p:ph type="sldNum" sz="quarter" idx="10"/>
          </p:nvPr>
        </p:nvSpPr>
        <p:spPr/>
        <p:txBody>
          <a:bodyPr/>
          <a:lstStyle/>
          <a:p>
            <a:pPr>
              <a:defRPr/>
            </a:pPr>
            <a:fld id="{1EB4FDF9-523F-4DA7-8EB9-751161A16A0D}" type="slidenum">
              <a:rPr lang="en-US" altLang="zh-CN"/>
              <a:pPr>
                <a:defRPr/>
              </a:pPr>
              <a:t>9</a:t>
            </a:fld>
            <a:endParaRPr lang="en-US" altLang="zh-CN"/>
          </a:p>
        </p:txBody>
      </p:sp>
      <p:sp>
        <p:nvSpPr>
          <p:cNvPr id="843778" name="Text Box 2"/>
          <p:cNvSpPr txBox="1">
            <a:spLocks noChangeArrowheads="1"/>
          </p:cNvSpPr>
          <p:nvPr/>
        </p:nvSpPr>
        <p:spPr bwMode="auto">
          <a:xfrm>
            <a:off x="96838" y="414338"/>
            <a:ext cx="5699125"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en-US" altLang="zh-CN" b="1">
                <a:solidFill>
                  <a:schemeClr val="bg1"/>
                </a:solidFill>
                <a:latin typeface="楷体_GB2312" pitchFamily="49" charset="-122"/>
                <a:sym typeface="Symbol" pitchFamily="18" charset="2"/>
              </a:rPr>
              <a:t>【</a:t>
            </a:r>
            <a:r>
              <a:rPr kumimoji="1" lang="zh-CN" altLang="en-US" b="1">
                <a:solidFill>
                  <a:schemeClr val="bg1"/>
                </a:solidFill>
                <a:latin typeface="楷体_GB2312" pitchFamily="49" charset="-122"/>
                <a:sym typeface="Symbol" pitchFamily="18" charset="2"/>
              </a:rPr>
              <a:t>实例</a:t>
            </a:r>
            <a:r>
              <a:rPr kumimoji="1" lang="en-US" altLang="zh-CN" b="1">
                <a:solidFill>
                  <a:schemeClr val="bg1"/>
                </a:solidFill>
                <a:latin typeface="楷体_GB2312" pitchFamily="49" charset="-122"/>
                <a:sym typeface="Symbol" pitchFamily="18" charset="2"/>
              </a:rPr>
              <a:t>2】</a:t>
            </a:r>
            <a:r>
              <a:rPr kumimoji="1" lang="zh-CN" altLang="en-US" b="1">
                <a:solidFill>
                  <a:schemeClr val="bg1"/>
                </a:solidFill>
                <a:latin typeface="楷体_GB2312" pitchFamily="49" charset="-122"/>
                <a:sym typeface="Symbol" pitchFamily="18" charset="2"/>
              </a:rPr>
              <a:t>接地导体球附近有一个点电荷</a:t>
            </a:r>
          </a:p>
        </p:txBody>
      </p:sp>
      <p:sp>
        <p:nvSpPr>
          <p:cNvPr id="843779" name="Text Box 3"/>
          <p:cNvSpPr txBox="1">
            <a:spLocks noChangeArrowheads="1"/>
          </p:cNvSpPr>
          <p:nvPr/>
        </p:nvSpPr>
        <p:spPr bwMode="auto">
          <a:xfrm>
            <a:off x="6742113" y="1255713"/>
            <a:ext cx="1630362"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lang="zh-CN" altLang="en-US" sz="2000" b="1" dirty="0">
                <a:solidFill>
                  <a:schemeClr val="bg1"/>
                </a:solidFill>
                <a:latin typeface="宋体" pitchFamily="2" charset="-122"/>
                <a:ea typeface="宋体" pitchFamily="2" charset="-122"/>
              </a:rPr>
              <a:t>非均匀感应电荷产生的电位很难求解，可以用等效电荷的电位代替</a:t>
            </a:r>
          </a:p>
        </p:txBody>
      </p:sp>
      <p:sp>
        <p:nvSpPr>
          <p:cNvPr id="843780" name="Text Box 4"/>
          <p:cNvSpPr txBox="1">
            <a:spLocks noChangeArrowheads="1"/>
          </p:cNvSpPr>
          <p:nvPr/>
        </p:nvSpPr>
        <p:spPr bwMode="auto">
          <a:xfrm>
            <a:off x="107950" y="3937000"/>
            <a:ext cx="56880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en-US" altLang="zh-CN" b="1" dirty="0">
                <a:solidFill>
                  <a:schemeClr val="bg1"/>
                </a:solidFill>
                <a:latin typeface="楷体_GB2312" pitchFamily="49" charset="-122"/>
                <a:sym typeface="Symbol" pitchFamily="18" charset="2"/>
              </a:rPr>
              <a:t>【</a:t>
            </a:r>
            <a:r>
              <a:rPr kumimoji="1" lang="zh-CN" altLang="en-US" b="1" dirty="0">
                <a:solidFill>
                  <a:schemeClr val="bg1"/>
                </a:solidFill>
                <a:latin typeface="楷体_GB2312" pitchFamily="49" charset="-122"/>
                <a:sym typeface="Symbol" pitchFamily="18" charset="2"/>
              </a:rPr>
              <a:t>实例</a:t>
            </a:r>
            <a:r>
              <a:rPr kumimoji="1" lang="en-US" altLang="zh-CN" b="1" dirty="0">
                <a:solidFill>
                  <a:schemeClr val="bg1"/>
                </a:solidFill>
                <a:latin typeface="楷体_GB2312" pitchFamily="49" charset="-122"/>
                <a:sym typeface="Symbol" pitchFamily="18" charset="2"/>
              </a:rPr>
              <a:t>3】</a:t>
            </a:r>
            <a:r>
              <a:rPr kumimoji="1" lang="zh-CN" altLang="en-US" b="1" dirty="0">
                <a:solidFill>
                  <a:schemeClr val="bg1"/>
                </a:solidFill>
                <a:latin typeface="楷体_GB2312" pitchFamily="49" charset="-122"/>
                <a:sym typeface="Symbol" pitchFamily="18" charset="2"/>
              </a:rPr>
              <a:t>接地导体柱附近有一个线电荷</a:t>
            </a:r>
          </a:p>
        </p:txBody>
      </p:sp>
      <p:sp>
        <p:nvSpPr>
          <p:cNvPr id="843781" name="Rectangle 5"/>
          <p:cNvSpPr>
            <a:spLocks noChangeArrowheads="1"/>
          </p:cNvSpPr>
          <p:nvPr/>
        </p:nvSpPr>
        <p:spPr bwMode="auto">
          <a:xfrm>
            <a:off x="1546225" y="1052513"/>
            <a:ext cx="4681538" cy="2663825"/>
          </a:xfrm>
          <a:prstGeom prst="rect">
            <a:avLst/>
          </a:prstGeom>
          <a:solidFill>
            <a:srgbClr val="CCFFFF"/>
          </a:solidFill>
          <a:ln w="9525">
            <a:solidFill>
              <a:srgbClr val="FF00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nvGrpSpPr>
          <p:cNvPr id="2" name="Group 6"/>
          <p:cNvGrpSpPr>
            <a:grpSpLocks/>
          </p:cNvGrpSpPr>
          <p:nvPr/>
        </p:nvGrpSpPr>
        <p:grpSpPr bwMode="auto">
          <a:xfrm>
            <a:off x="2116138" y="1487488"/>
            <a:ext cx="1985962" cy="1946275"/>
            <a:chOff x="790" y="937"/>
            <a:chExt cx="1251" cy="1226"/>
          </a:xfrm>
        </p:grpSpPr>
        <p:sp>
          <p:nvSpPr>
            <p:cNvPr id="10282" name="Oval 7"/>
            <p:cNvSpPr>
              <a:spLocks noChangeArrowheads="1"/>
            </p:cNvSpPr>
            <p:nvPr/>
          </p:nvSpPr>
          <p:spPr bwMode="auto">
            <a:xfrm>
              <a:off x="870" y="937"/>
              <a:ext cx="1171" cy="1171"/>
            </a:xfrm>
            <a:prstGeom prst="ellipse">
              <a:avLst/>
            </a:prstGeom>
            <a:gradFill rotWithShape="1">
              <a:gsLst>
                <a:gs pos="0">
                  <a:srgbClr val="5E3108"/>
                </a:gs>
                <a:gs pos="100000">
                  <a:srgbClr val="F88216">
                    <a:alpha val="56000"/>
                  </a:srgbClr>
                </a:gs>
              </a:gsLst>
              <a:lin ang="18900000" scaled="1"/>
            </a:gradFill>
            <a:ln w="9525">
              <a:solidFill>
                <a:schemeClr val="tx1"/>
              </a:solidFill>
              <a:round/>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nvGrpSpPr>
            <p:cNvPr id="10283" name="Group 8"/>
            <p:cNvGrpSpPr>
              <a:grpSpLocks/>
            </p:cNvGrpSpPr>
            <p:nvPr/>
          </p:nvGrpSpPr>
          <p:grpSpPr bwMode="auto">
            <a:xfrm>
              <a:off x="790" y="1959"/>
              <a:ext cx="300" cy="204"/>
              <a:chOff x="313" y="1815"/>
              <a:chExt cx="300" cy="204"/>
            </a:xfrm>
          </p:grpSpPr>
          <p:sp>
            <p:nvSpPr>
              <p:cNvPr id="10284" name="Line 9"/>
              <p:cNvSpPr>
                <a:spLocks noChangeShapeType="1"/>
              </p:cNvSpPr>
              <p:nvPr/>
            </p:nvSpPr>
            <p:spPr bwMode="auto">
              <a:xfrm flipH="1" flipV="1">
                <a:off x="409" y="1820"/>
                <a:ext cx="204" cy="1"/>
              </a:xfrm>
              <a:prstGeom prst="line">
                <a:avLst/>
              </a:prstGeom>
              <a:noFill/>
              <a:ln w="28575">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85" name="Line 10"/>
              <p:cNvSpPr>
                <a:spLocks noChangeShapeType="1"/>
              </p:cNvSpPr>
              <p:nvPr/>
            </p:nvSpPr>
            <p:spPr bwMode="auto">
              <a:xfrm rot="-5400000" flipH="1" flipV="1">
                <a:off x="316" y="1916"/>
                <a:ext cx="204" cy="1"/>
              </a:xfrm>
              <a:prstGeom prst="line">
                <a:avLst/>
              </a:prstGeom>
              <a:noFill/>
              <a:ln w="28575">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86" name="Line 11"/>
              <p:cNvSpPr>
                <a:spLocks noChangeShapeType="1"/>
              </p:cNvSpPr>
              <p:nvPr/>
            </p:nvSpPr>
            <p:spPr bwMode="auto">
              <a:xfrm rot="10800000" flipH="1" flipV="1">
                <a:off x="313" y="2012"/>
                <a:ext cx="204" cy="1"/>
              </a:xfrm>
              <a:prstGeom prst="line">
                <a:avLst/>
              </a:prstGeom>
              <a:noFill/>
              <a:ln w="57150">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843788" name="Oval 12"/>
          <p:cNvSpPr>
            <a:spLocks noChangeArrowheads="1"/>
          </p:cNvSpPr>
          <p:nvPr/>
        </p:nvSpPr>
        <p:spPr bwMode="auto">
          <a:xfrm>
            <a:off x="4913313" y="2374900"/>
            <a:ext cx="152400" cy="152400"/>
          </a:xfrm>
          <a:prstGeom prst="ellipse">
            <a:avLst/>
          </a:prstGeom>
          <a:gradFill rotWithShape="1">
            <a:gsLst>
              <a:gs pos="0">
                <a:srgbClr val="5C2537"/>
              </a:gs>
              <a:gs pos="100000">
                <a:srgbClr val="FF6699"/>
              </a:gs>
            </a:gsLst>
            <a:lin ang="18900000" scaled="1"/>
          </a:gradFill>
          <a:ln w="9525">
            <a:solidFill>
              <a:srgbClr val="CC0000"/>
            </a:solidFill>
            <a:round/>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lnSpc>
                <a:spcPct val="130000"/>
              </a:lnSpc>
              <a:spcBef>
                <a:spcPct val="0"/>
              </a:spcBef>
            </a:pPr>
            <a:endParaRPr lang="zh-CN" altLang="zh-CN" b="1">
              <a:solidFill>
                <a:schemeClr val="bg1"/>
              </a:solidFill>
              <a:latin typeface="楷体_GB2312" pitchFamily="49" charset="-122"/>
            </a:endParaRPr>
          </a:p>
        </p:txBody>
      </p:sp>
      <p:sp>
        <p:nvSpPr>
          <p:cNvPr id="843789" name="Text Box 13"/>
          <p:cNvSpPr txBox="1">
            <a:spLocks noChangeArrowheads="1"/>
          </p:cNvSpPr>
          <p:nvPr/>
        </p:nvSpPr>
        <p:spPr bwMode="auto">
          <a:xfrm>
            <a:off x="4919663" y="1844675"/>
            <a:ext cx="369887"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C60000"/>
                </a:solidFill>
                <a:latin typeface="楷体_GB2312" pitchFamily="49" charset="-122"/>
              </a:rPr>
              <a:t>q</a:t>
            </a:r>
          </a:p>
        </p:txBody>
      </p:sp>
      <p:sp>
        <p:nvSpPr>
          <p:cNvPr id="843790" name="Text Box 14"/>
          <p:cNvSpPr txBox="1">
            <a:spLocks noChangeArrowheads="1"/>
          </p:cNvSpPr>
          <p:nvPr/>
        </p:nvSpPr>
        <p:spPr bwMode="auto">
          <a:xfrm>
            <a:off x="3851275" y="3068638"/>
            <a:ext cx="216058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lnSpc>
                <a:spcPct val="130000"/>
              </a:lnSpc>
              <a:spcBef>
                <a:spcPct val="0"/>
              </a:spcBef>
            </a:pPr>
            <a:r>
              <a:rPr lang="zh-CN" altLang="en-US" sz="2000" b="1">
                <a:solidFill>
                  <a:srgbClr val="FF5A07"/>
                </a:solidFill>
                <a:latin typeface="宋体" pitchFamily="2" charset="-122"/>
                <a:ea typeface="宋体" pitchFamily="2" charset="-122"/>
              </a:rPr>
              <a:t>非均匀感应电荷</a:t>
            </a:r>
          </a:p>
        </p:txBody>
      </p:sp>
      <p:cxnSp>
        <p:nvCxnSpPr>
          <p:cNvPr id="843791" name="AutoShape 15"/>
          <p:cNvCxnSpPr>
            <a:cxnSpLocks noChangeShapeType="1"/>
          </p:cNvCxnSpPr>
          <p:nvPr/>
        </p:nvCxnSpPr>
        <p:spPr bwMode="auto">
          <a:xfrm rot="5400000" flipH="1">
            <a:off x="4056857" y="2648743"/>
            <a:ext cx="628650" cy="481013"/>
          </a:xfrm>
          <a:prstGeom prst="curvedConnector3">
            <a:avLst>
              <a:gd name="adj1" fmla="val 50000"/>
            </a:avLst>
          </a:prstGeom>
          <a:noFill/>
          <a:ln w="28575">
            <a:solidFill>
              <a:srgbClr val="FF9900"/>
            </a:solidFill>
            <a:round/>
            <a:headEnd/>
            <a:tailEnd type="triangle" w="med" len="med"/>
          </a:ln>
          <a:extLst>
            <a:ext uri="{909E8E84-426E-40DD-AFC4-6F175D3DCCD1}">
              <a14:hiddenFill xmlns:a14="http://schemas.microsoft.com/office/drawing/2010/main">
                <a:noFill/>
              </a14:hiddenFill>
            </a:ext>
          </a:extLst>
        </p:spPr>
      </p:cxnSp>
      <p:sp>
        <p:nvSpPr>
          <p:cNvPr id="843792" name="Oval 16"/>
          <p:cNvSpPr>
            <a:spLocks noChangeArrowheads="1"/>
          </p:cNvSpPr>
          <p:nvPr/>
        </p:nvSpPr>
        <p:spPr bwMode="auto">
          <a:xfrm>
            <a:off x="3532188" y="2354263"/>
            <a:ext cx="152400" cy="152400"/>
          </a:xfrm>
          <a:prstGeom prst="ellipse">
            <a:avLst/>
          </a:prstGeom>
          <a:gradFill rotWithShape="1">
            <a:gsLst>
              <a:gs pos="0">
                <a:srgbClr val="002E00"/>
              </a:gs>
              <a:gs pos="100000">
                <a:srgbClr val="00800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lnSpc>
                <a:spcPct val="130000"/>
              </a:lnSpc>
              <a:spcBef>
                <a:spcPct val="0"/>
              </a:spcBef>
            </a:pPr>
            <a:endParaRPr lang="zh-CN" altLang="zh-CN" b="1">
              <a:solidFill>
                <a:schemeClr val="bg1"/>
              </a:solidFill>
              <a:latin typeface="楷体_GB2312" pitchFamily="49" charset="-122"/>
            </a:endParaRPr>
          </a:p>
        </p:txBody>
      </p:sp>
      <p:sp>
        <p:nvSpPr>
          <p:cNvPr id="843793" name="Text Box 17"/>
          <p:cNvSpPr txBox="1">
            <a:spLocks noChangeArrowheads="1"/>
          </p:cNvSpPr>
          <p:nvPr/>
        </p:nvSpPr>
        <p:spPr bwMode="auto">
          <a:xfrm>
            <a:off x="3529013" y="1844675"/>
            <a:ext cx="649287"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008080"/>
                </a:solidFill>
                <a:latin typeface="楷体_GB2312" pitchFamily="49" charset="-122"/>
              </a:rPr>
              <a:t>q′</a:t>
            </a:r>
          </a:p>
        </p:txBody>
      </p:sp>
      <p:sp>
        <p:nvSpPr>
          <p:cNvPr id="843794" name="Text Box 18"/>
          <p:cNvSpPr txBox="1">
            <a:spLocks noChangeArrowheads="1"/>
          </p:cNvSpPr>
          <p:nvPr/>
        </p:nvSpPr>
        <p:spPr bwMode="auto">
          <a:xfrm>
            <a:off x="2411413" y="1746250"/>
            <a:ext cx="14636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lnSpc>
                <a:spcPct val="130000"/>
              </a:lnSpc>
              <a:spcBef>
                <a:spcPct val="0"/>
              </a:spcBef>
            </a:pPr>
            <a:r>
              <a:rPr lang="zh-CN" altLang="en-US" sz="2000" b="1">
                <a:latin typeface="宋体" pitchFamily="2" charset="-122"/>
                <a:ea typeface="宋体" pitchFamily="2" charset="-122"/>
              </a:rPr>
              <a:t>等效电荷</a:t>
            </a:r>
          </a:p>
        </p:txBody>
      </p:sp>
      <p:cxnSp>
        <p:nvCxnSpPr>
          <p:cNvPr id="843795" name="AutoShape 19"/>
          <p:cNvCxnSpPr>
            <a:cxnSpLocks noChangeShapeType="1"/>
            <a:endCxn id="843792" idx="2"/>
          </p:cNvCxnSpPr>
          <p:nvPr/>
        </p:nvCxnSpPr>
        <p:spPr bwMode="auto">
          <a:xfrm rot="16200000" flipH="1">
            <a:off x="2429669" y="1327944"/>
            <a:ext cx="950913" cy="1254125"/>
          </a:xfrm>
          <a:prstGeom prst="curvedConnector2">
            <a:avLst/>
          </a:prstGeom>
          <a:noFill/>
          <a:ln w="28575">
            <a:solidFill>
              <a:srgbClr val="008000"/>
            </a:solidFill>
            <a:round/>
            <a:headEnd/>
            <a:tailEnd type="triangle" w="med" len="med"/>
          </a:ln>
          <a:extLst>
            <a:ext uri="{909E8E84-426E-40DD-AFC4-6F175D3DCCD1}">
              <a14:hiddenFill xmlns:a14="http://schemas.microsoft.com/office/drawing/2010/main">
                <a:noFill/>
              </a14:hiddenFill>
            </a:ext>
          </a:extLst>
        </p:spPr>
      </p:cxnSp>
      <p:sp>
        <p:nvSpPr>
          <p:cNvPr id="843796" name="Line 20"/>
          <p:cNvSpPr>
            <a:spLocks noChangeShapeType="1"/>
          </p:cNvSpPr>
          <p:nvPr/>
        </p:nvSpPr>
        <p:spPr bwMode="auto">
          <a:xfrm>
            <a:off x="3189288" y="2424113"/>
            <a:ext cx="2363787" cy="42862"/>
          </a:xfrm>
          <a:prstGeom prst="line">
            <a:avLst/>
          </a:prstGeom>
          <a:noFill/>
          <a:ln w="9525">
            <a:solidFill>
              <a:srgbClr val="5739C7"/>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 name="Group 21"/>
          <p:cNvGrpSpPr>
            <a:grpSpLocks/>
          </p:cNvGrpSpPr>
          <p:nvPr/>
        </p:nvGrpSpPr>
        <p:grpSpPr bwMode="auto">
          <a:xfrm>
            <a:off x="2133600" y="1457325"/>
            <a:ext cx="2092325" cy="1914525"/>
            <a:chOff x="801" y="918"/>
            <a:chExt cx="1318" cy="1206"/>
          </a:xfrm>
        </p:grpSpPr>
        <p:sp>
          <p:nvSpPr>
            <p:cNvPr id="10264" name="Line 22"/>
            <p:cNvSpPr>
              <a:spLocks noChangeShapeType="1"/>
            </p:cNvSpPr>
            <p:nvPr/>
          </p:nvSpPr>
          <p:spPr bwMode="auto">
            <a:xfrm>
              <a:off x="2028" y="1527"/>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5" name="Line 23"/>
            <p:cNvSpPr>
              <a:spLocks noChangeShapeType="1"/>
            </p:cNvSpPr>
            <p:nvPr/>
          </p:nvSpPr>
          <p:spPr bwMode="auto">
            <a:xfrm>
              <a:off x="2016" y="1452"/>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6" name="Line 24"/>
            <p:cNvSpPr>
              <a:spLocks noChangeShapeType="1"/>
            </p:cNvSpPr>
            <p:nvPr/>
          </p:nvSpPr>
          <p:spPr bwMode="auto">
            <a:xfrm>
              <a:off x="1995" y="1359"/>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7" name="Line 25"/>
            <p:cNvSpPr>
              <a:spLocks noChangeShapeType="1"/>
            </p:cNvSpPr>
            <p:nvPr/>
          </p:nvSpPr>
          <p:spPr bwMode="auto">
            <a:xfrm>
              <a:off x="1953" y="1254"/>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8" name="Line 26"/>
            <p:cNvSpPr>
              <a:spLocks noChangeShapeType="1"/>
            </p:cNvSpPr>
            <p:nvPr/>
          </p:nvSpPr>
          <p:spPr bwMode="auto">
            <a:xfrm>
              <a:off x="1872" y="1128"/>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69" name="Line 27"/>
            <p:cNvSpPr>
              <a:spLocks noChangeShapeType="1"/>
            </p:cNvSpPr>
            <p:nvPr/>
          </p:nvSpPr>
          <p:spPr bwMode="auto">
            <a:xfrm>
              <a:off x="1692" y="993"/>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0" name="Line 28"/>
            <p:cNvSpPr>
              <a:spLocks noChangeShapeType="1"/>
            </p:cNvSpPr>
            <p:nvPr/>
          </p:nvSpPr>
          <p:spPr bwMode="auto">
            <a:xfrm>
              <a:off x="1104" y="1008"/>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1" name="Line 29"/>
            <p:cNvSpPr>
              <a:spLocks noChangeShapeType="1"/>
            </p:cNvSpPr>
            <p:nvPr/>
          </p:nvSpPr>
          <p:spPr bwMode="auto">
            <a:xfrm>
              <a:off x="885" y="1212"/>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2" name="Line 30"/>
            <p:cNvSpPr>
              <a:spLocks noChangeShapeType="1"/>
            </p:cNvSpPr>
            <p:nvPr/>
          </p:nvSpPr>
          <p:spPr bwMode="auto">
            <a:xfrm>
              <a:off x="1410" y="918"/>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3" name="Line 31"/>
            <p:cNvSpPr>
              <a:spLocks noChangeShapeType="1"/>
            </p:cNvSpPr>
            <p:nvPr/>
          </p:nvSpPr>
          <p:spPr bwMode="auto">
            <a:xfrm>
              <a:off x="801" y="1515"/>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4" name="Line 32"/>
            <p:cNvSpPr>
              <a:spLocks noChangeShapeType="1"/>
            </p:cNvSpPr>
            <p:nvPr/>
          </p:nvSpPr>
          <p:spPr bwMode="auto">
            <a:xfrm flipV="1">
              <a:off x="2013" y="1599"/>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5" name="Line 33"/>
            <p:cNvSpPr>
              <a:spLocks noChangeShapeType="1"/>
            </p:cNvSpPr>
            <p:nvPr/>
          </p:nvSpPr>
          <p:spPr bwMode="auto">
            <a:xfrm flipV="1">
              <a:off x="1992" y="1692"/>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6" name="Line 34"/>
            <p:cNvSpPr>
              <a:spLocks noChangeShapeType="1"/>
            </p:cNvSpPr>
            <p:nvPr/>
          </p:nvSpPr>
          <p:spPr bwMode="auto">
            <a:xfrm flipV="1">
              <a:off x="1950" y="1797"/>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7" name="Line 35"/>
            <p:cNvSpPr>
              <a:spLocks noChangeShapeType="1"/>
            </p:cNvSpPr>
            <p:nvPr/>
          </p:nvSpPr>
          <p:spPr bwMode="auto">
            <a:xfrm flipV="1">
              <a:off x="1869" y="1923"/>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8" name="Line 36"/>
            <p:cNvSpPr>
              <a:spLocks noChangeShapeType="1"/>
            </p:cNvSpPr>
            <p:nvPr/>
          </p:nvSpPr>
          <p:spPr bwMode="auto">
            <a:xfrm flipV="1">
              <a:off x="1689" y="2058"/>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9" name="Line 37"/>
            <p:cNvSpPr>
              <a:spLocks noChangeShapeType="1"/>
            </p:cNvSpPr>
            <p:nvPr/>
          </p:nvSpPr>
          <p:spPr bwMode="auto">
            <a:xfrm flipV="1">
              <a:off x="1092" y="2043"/>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80" name="Line 38"/>
            <p:cNvSpPr>
              <a:spLocks noChangeShapeType="1"/>
            </p:cNvSpPr>
            <p:nvPr/>
          </p:nvSpPr>
          <p:spPr bwMode="auto">
            <a:xfrm flipV="1">
              <a:off x="882" y="1839"/>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81" name="Line 39"/>
            <p:cNvSpPr>
              <a:spLocks noChangeShapeType="1"/>
            </p:cNvSpPr>
            <p:nvPr/>
          </p:nvSpPr>
          <p:spPr bwMode="auto">
            <a:xfrm flipV="1">
              <a:off x="1407" y="2124"/>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43817" name="Text Box 41"/>
          <p:cNvSpPr txBox="1">
            <a:spLocks noChangeArrowheads="1"/>
          </p:cNvSpPr>
          <p:nvPr/>
        </p:nvSpPr>
        <p:spPr bwMode="auto">
          <a:xfrm>
            <a:off x="107950" y="4764088"/>
            <a:ext cx="8264525"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zh-CN" altLang="en-US" b="1" dirty="0">
                <a:solidFill>
                  <a:srgbClr val="FF7C80"/>
                </a:solidFill>
                <a:ea typeface="宋体" pitchFamily="2" charset="-122"/>
                <a:sym typeface="Symbol" pitchFamily="18" charset="2"/>
              </a:rPr>
              <a:t>结论</a:t>
            </a:r>
            <a:r>
              <a:rPr kumimoji="1" lang="zh-CN" altLang="en-US" b="1" dirty="0">
                <a:solidFill>
                  <a:schemeClr val="bg1"/>
                </a:solidFill>
                <a:sym typeface="Symbol" pitchFamily="18" charset="2"/>
              </a:rPr>
              <a:t>：镜像法就是将不均匀分布电荷的作用等效为点电荷</a:t>
            </a:r>
          </a:p>
          <a:p>
            <a:pPr algn="just" eaLnBrk="1" hangingPunct="1">
              <a:lnSpc>
                <a:spcPct val="130000"/>
              </a:lnSpc>
              <a:spcBef>
                <a:spcPct val="0"/>
              </a:spcBef>
            </a:pPr>
            <a:r>
              <a:rPr kumimoji="1" lang="zh-CN" altLang="en-US" b="1" dirty="0">
                <a:solidFill>
                  <a:schemeClr val="bg1"/>
                </a:solidFill>
                <a:sym typeface="Symbol" pitchFamily="18" charset="2"/>
              </a:rPr>
              <a:t>            或线电荷的作用。</a:t>
            </a:r>
          </a:p>
        </p:txBody>
      </p:sp>
      <p:sp>
        <p:nvSpPr>
          <p:cNvPr id="843818" name="Text Box 42"/>
          <p:cNvSpPr txBox="1">
            <a:spLocks noChangeArrowheads="1"/>
          </p:cNvSpPr>
          <p:nvPr/>
        </p:nvSpPr>
        <p:spPr bwMode="auto">
          <a:xfrm>
            <a:off x="107950" y="5815013"/>
            <a:ext cx="7429500"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zh-CN" altLang="en-US" b="1">
                <a:solidFill>
                  <a:srgbClr val="FF7C80"/>
                </a:solidFill>
                <a:ea typeface="宋体" pitchFamily="2" charset="-122"/>
                <a:sym typeface="Symbol" pitchFamily="18" charset="2"/>
              </a:rPr>
              <a:t>问题</a:t>
            </a:r>
            <a:r>
              <a:rPr kumimoji="1" lang="zh-CN" altLang="en-US" b="1">
                <a:solidFill>
                  <a:schemeClr val="bg1"/>
                </a:solidFill>
                <a:sym typeface="Symbol" pitchFamily="18" charset="2"/>
              </a:rPr>
              <a:t>：这种等效电荷是否存在？ 这种等效是否合理？</a:t>
            </a:r>
          </a:p>
        </p:txBody>
      </p:sp>
      <p:sp>
        <p:nvSpPr>
          <p:cNvPr id="10260" name="AutoShape 43">
            <a:hlinkClick r:id="rId2"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0261" name="AutoShape 44">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0262" name="AutoShape 45">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0263" name="AutoShape 46">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43778"/>
                                        </p:tgtEl>
                                        <p:attrNameLst>
                                          <p:attrName>style.visibility</p:attrName>
                                        </p:attrNameLst>
                                      </p:cBhvr>
                                      <p:to>
                                        <p:strVal val="visible"/>
                                      </p:to>
                                    </p:set>
                                    <p:animEffect transition="in" filter="wipe(up)">
                                      <p:cBhvr>
                                        <p:cTn id="7" dur="2000"/>
                                        <p:tgtEl>
                                          <p:spTgt spid="843778"/>
                                        </p:tgtEl>
                                      </p:cBhvr>
                                    </p:animEffect>
                                  </p:childTnLst>
                                </p:cTn>
                              </p:par>
                            </p:childTnLst>
                          </p:cTn>
                        </p:par>
                        <p:par>
                          <p:cTn id="8" fill="hold" nodeType="afterGroup">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843781"/>
                                        </p:tgtEl>
                                        <p:attrNameLst>
                                          <p:attrName>style.visibility</p:attrName>
                                        </p:attrNameLst>
                                      </p:cBhvr>
                                      <p:to>
                                        <p:strVal val="visible"/>
                                      </p:to>
                                    </p:set>
                                    <p:animEffect transition="in" filter="fade">
                                      <p:cBhvr>
                                        <p:cTn id="11" dur="2000"/>
                                        <p:tgtEl>
                                          <p:spTgt spid="843781"/>
                                        </p:tgtEl>
                                      </p:cBhvr>
                                    </p:animEffect>
                                  </p:childTnLst>
                                </p:cTn>
                              </p:par>
                            </p:childTnLst>
                          </p:cTn>
                        </p:par>
                        <p:par>
                          <p:cTn id="12" fill="hold" nodeType="afterGroup">
                            <p:stCondLst>
                              <p:cond delay="4000"/>
                            </p:stCondLst>
                            <p:childTnLst>
                              <p:par>
                                <p:cTn id="13" presetID="10"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2000"/>
                                        <p:tgtEl>
                                          <p:spTgt spid="2"/>
                                        </p:tgtEl>
                                      </p:cBhvr>
                                    </p:animEffect>
                                  </p:childTnLst>
                                </p:cTn>
                              </p:par>
                            </p:childTnLst>
                          </p:cTn>
                        </p:par>
                        <p:par>
                          <p:cTn id="16" fill="hold" nodeType="afterGroup">
                            <p:stCondLst>
                              <p:cond delay="6000"/>
                            </p:stCondLst>
                            <p:childTnLst>
                              <p:par>
                                <p:cTn id="17" presetID="9" presetClass="entr" presetSubtype="0" fill="hold" grpId="0" nodeType="afterEffect">
                                  <p:stCondLst>
                                    <p:cond delay="0"/>
                                  </p:stCondLst>
                                  <p:childTnLst>
                                    <p:set>
                                      <p:cBhvr>
                                        <p:cTn id="18" dur="1" fill="hold">
                                          <p:stCondLst>
                                            <p:cond delay="0"/>
                                          </p:stCondLst>
                                        </p:cTn>
                                        <p:tgtEl>
                                          <p:spTgt spid="843788"/>
                                        </p:tgtEl>
                                        <p:attrNameLst>
                                          <p:attrName>style.visibility</p:attrName>
                                        </p:attrNameLst>
                                      </p:cBhvr>
                                      <p:to>
                                        <p:strVal val="visible"/>
                                      </p:to>
                                    </p:set>
                                    <p:animEffect transition="in" filter="dissolve">
                                      <p:cBhvr>
                                        <p:cTn id="19" dur="500"/>
                                        <p:tgtEl>
                                          <p:spTgt spid="843788"/>
                                        </p:tgtEl>
                                      </p:cBhvr>
                                    </p:animEffect>
                                  </p:childTnLst>
                                </p:cTn>
                              </p:par>
                            </p:childTnLst>
                          </p:cTn>
                        </p:par>
                        <p:par>
                          <p:cTn id="20" fill="hold" nodeType="afterGroup">
                            <p:stCondLst>
                              <p:cond delay="6500"/>
                            </p:stCondLst>
                            <p:childTnLst>
                              <p:par>
                                <p:cTn id="21" presetID="9" presetClass="entr" presetSubtype="0" fill="hold" grpId="0" nodeType="afterEffect">
                                  <p:stCondLst>
                                    <p:cond delay="0"/>
                                  </p:stCondLst>
                                  <p:childTnLst>
                                    <p:set>
                                      <p:cBhvr>
                                        <p:cTn id="22" dur="1" fill="hold">
                                          <p:stCondLst>
                                            <p:cond delay="0"/>
                                          </p:stCondLst>
                                        </p:cTn>
                                        <p:tgtEl>
                                          <p:spTgt spid="843789"/>
                                        </p:tgtEl>
                                        <p:attrNameLst>
                                          <p:attrName>style.visibility</p:attrName>
                                        </p:attrNameLst>
                                      </p:cBhvr>
                                      <p:to>
                                        <p:strVal val="visible"/>
                                      </p:to>
                                    </p:set>
                                    <p:animEffect transition="in" filter="dissolve">
                                      <p:cBhvr>
                                        <p:cTn id="23" dur="500"/>
                                        <p:tgtEl>
                                          <p:spTgt spid="843789"/>
                                        </p:tgtEl>
                                      </p:cBhvr>
                                    </p:animEffect>
                                  </p:childTnLst>
                                </p:cTn>
                              </p:par>
                            </p:childTnLst>
                          </p:cTn>
                        </p:par>
                        <p:par>
                          <p:cTn id="24" fill="hold" nodeType="afterGroup">
                            <p:stCondLst>
                              <p:cond delay="7000"/>
                            </p:stCondLst>
                            <p:childTnLst>
                              <p:par>
                                <p:cTn id="25" presetID="1" presetClass="entr" presetSubtype="0" fill="hold" grpId="0" nodeType="afterEffect">
                                  <p:stCondLst>
                                    <p:cond delay="0"/>
                                  </p:stCondLst>
                                  <p:childTnLst>
                                    <p:set>
                                      <p:cBhvr>
                                        <p:cTn id="26" dur="1" fill="hold">
                                          <p:stCondLst>
                                            <p:cond delay="0"/>
                                          </p:stCondLst>
                                        </p:cTn>
                                        <p:tgtEl>
                                          <p:spTgt spid="84379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dissolve">
                                      <p:cBhvr>
                                        <p:cTn id="31" dur="500"/>
                                        <p:tgtEl>
                                          <p:spTgt spid="4"/>
                                        </p:tgtEl>
                                      </p:cBhvr>
                                    </p:animEffect>
                                  </p:childTnLst>
                                </p:cTn>
                              </p:par>
                            </p:childTnLst>
                          </p:cTn>
                        </p:par>
                        <p:par>
                          <p:cTn id="32" fill="hold" nodeType="afterGroup">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843790"/>
                                        </p:tgtEl>
                                        <p:attrNameLst>
                                          <p:attrName>style.visibility</p:attrName>
                                        </p:attrNameLst>
                                      </p:cBhvr>
                                      <p:to>
                                        <p:strVal val="visible"/>
                                      </p:to>
                                    </p:set>
                                    <p:animEffect transition="in" filter="dissolve">
                                      <p:cBhvr>
                                        <p:cTn id="35" dur="500"/>
                                        <p:tgtEl>
                                          <p:spTgt spid="843790"/>
                                        </p:tgtEl>
                                      </p:cBhvr>
                                    </p:animEffect>
                                  </p:childTnLst>
                                </p:cTn>
                              </p:par>
                            </p:childTnLst>
                          </p:cTn>
                        </p:par>
                        <p:par>
                          <p:cTn id="36" fill="hold" nodeType="afterGroup">
                            <p:stCondLst>
                              <p:cond delay="1000"/>
                            </p:stCondLst>
                            <p:childTnLst>
                              <p:par>
                                <p:cTn id="37" presetID="9" presetClass="entr" presetSubtype="0" fill="hold" nodeType="afterEffect">
                                  <p:stCondLst>
                                    <p:cond delay="0"/>
                                  </p:stCondLst>
                                  <p:childTnLst>
                                    <p:set>
                                      <p:cBhvr>
                                        <p:cTn id="38" dur="1" fill="hold">
                                          <p:stCondLst>
                                            <p:cond delay="0"/>
                                          </p:stCondLst>
                                        </p:cTn>
                                        <p:tgtEl>
                                          <p:spTgt spid="843791"/>
                                        </p:tgtEl>
                                        <p:attrNameLst>
                                          <p:attrName>style.visibility</p:attrName>
                                        </p:attrNameLst>
                                      </p:cBhvr>
                                      <p:to>
                                        <p:strVal val="visible"/>
                                      </p:to>
                                    </p:set>
                                    <p:animEffect transition="in" filter="dissolve">
                                      <p:cBhvr>
                                        <p:cTn id="39" dur="500"/>
                                        <p:tgtEl>
                                          <p:spTgt spid="84379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843792"/>
                                        </p:tgtEl>
                                        <p:attrNameLst>
                                          <p:attrName>style.visibility</p:attrName>
                                        </p:attrNameLst>
                                      </p:cBhvr>
                                      <p:to>
                                        <p:strVal val="visible"/>
                                      </p:to>
                                    </p:set>
                                    <p:animEffect transition="in" filter="dissolve">
                                      <p:cBhvr>
                                        <p:cTn id="44" dur="500"/>
                                        <p:tgtEl>
                                          <p:spTgt spid="843792"/>
                                        </p:tgtEl>
                                      </p:cBhvr>
                                    </p:animEffect>
                                  </p:childTnLst>
                                </p:cTn>
                              </p:par>
                            </p:childTnLst>
                          </p:cTn>
                        </p:par>
                        <p:par>
                          <p:cTn id="45" fill="hold" nodeType="afterGroup">
                            <p:stCondLst>
                              <p:cond delay="500"/>
                            </p:stCondLst>
                            <p:childTnLst>
                              <p:par>
                                <p:cTn id="46" presetID="9" presetClass="entr" presetSubtype="0" fill="hold" grpId="0" nodeType="afterEffect">
                                  <p:stCondLst>
                                    <p:cond delay="0"/>
                                  </p:stCondLst>
                                  <p:childTnLst>
                                    <p:set>
                                      <p:cBhvr>
                                        <p:cTn id="47" dur="1" fill="hold">
                                          <p:stCondLst>
                                            <p:cond delay="0"/>
                                          </p:stCondLst>
                                        </p:cTn>
                                        <p:tgtEl>
                                          <p:spTgt spid="843793"/>
                                        </p:tgtEl>
                                        <p:attrNameLst>
                                          <p:attrName>style.visibility</p:attrName>
                                        </p:attrNameLst>
                                      </p:cBhvr>
                                      <p:to>
                                        <p:strVal val="visible"/>
                                      </p:to>
                                    </p:set>
                                    <p:animEffect transition="in" filter="dissolve">
                                      <p:cBhvr>
                                        <p:cTn id="48" dur="500"/>
                                        <p:tgtEl>
                                          <p:spTgt spid="843793"/>
                                        </p:tgtEl>
                                      </p:cBhvr>
                                    </p:animEffect>
                                  </p:childTnLst>
                                </p:cTn>
                              </p:par>
                            </p:childTnLst>
                          </p:cTn>
                        </p:par>
                        <p:par>
                          <p:cTn id="49" fill="hold" nodeType="afterGroup">
                            <p:stCondLst>
                              <p:cond delay="1000"/>
                            </p:stCondLst>
                            <p:childTnLst>
                              <p:par>
                                <p:cTn id="50" presetID="9" presetClass="exit" presetSubtype="0" fill="hold" nodeType="afterEffect">
                                  <p:stCondLst>
                                    <p:cond delay="0"/>
                                  </p:stCondLst>
                                  <p:childTnLst>
                                    <p:animEffect transition="out" filter="dissolve">
                                      <p:cBhvr>
                                        <p:cTn id="51" dur="500"/>
                                        <p:tgtEl>
                                          <p:spTgt spid="4"/>
                                        </p:tgtEl>
                                      </p:cBhvr>
                                    </p:animEffect>
                                    <p:set>
                                      <p:cBhvr>
                                        <p:cTn id="52" dur="1" fill="hold">
                                          <p:stCondLst>
                                            <p:cond delay="499"/>
                                          </p:stCondLst>
                                        </p:cTn>
                                        <p:tgtEl>
                                          <p:spTgt spid="4"/>
                                        </p:tgtEl>
                                        <p:attrNameLst>
                                          <p:attrName>style.visibility</p:attrName>
                                        </p:attrNameLst>
                                      </p:cBhvr>
                                      <p:to>
                                        <p:strVal val="hidden"/>
                                      </p:to>
                                    </p:set>
                                  </p:childTnLst>
                                </p:cTn>
                              </p:par>
                            </p:childTnLst>
                          </p:cTn>
                        </p:par>
                        <p:par>
                          <p:cTn id="53" fill="hold" nodeType="afterGroup">
                            <p:stCondLst>
                              <p:cond delay="1500"/>
                            </p:stCondLst>
                            <p:childTnLst>
                              <p:par>
                                <p:cTn id="54" presetID="9" presetClass="entr" presetSubtype="0" fill="hold" grpId="0" nodeType="afterEffect">
                                  <p:stCondLst>
                                    <p:cond delay="0"/>
                                  </p:stCondLst>
                                  <p:childTnLst>
                                    <p:set>
                                      <p:cBhvr>
                                        <p:cTn id="55" dur="1" fill="hold">
                                          <p:stCondLst>
                                            <p:cond delay="0"/>
                                          </p:stCondLst>
                                        </p:cTn>
                                        <p:tgtEl>
                                          <p:spTgt spid="843794"/>
                                        </p:tgtEl>
                                        <p:attrNameLst>
                                          <p:attrName>style.visibility</p:attrName>
                                        </p:attrNameLst>
                                      </p:cBhvr>
                                      <p:to>
                                        <p:strVal val="visible"/>
                                      </p:to>
                                    </p:set>
                                    <p:animEffect transition="in" filter="dissolve">
                                      <p:cBhvr>
                                        <p:cTn id="56" dur="500"/>
                                        <p:tgtEl>
                                          <p:spTgt spid="843794"/>
                                        </p:tgtEl>
                                      </p:cBhvr>
                                    </p:animEffect>
                                  </p:childTnLst>
                                </p:cTn>
                              </p:par>
                            </p:childTnLst>
                          </p:cTn>
                        </p:par>
                        <p:par>
                          <p:cTn id="57" fill="hold" nodeType="afterGroup">
                            <p:stCondLst>
                              <p:cond delay="2000"/>
                            </p:stCondLst>
                            <p:childTnLst>
                              <p:par>
                                <p:cTn id="58" presetID="9" presetClass="entr" presetSubtype="0" fill="hold" nodeType="afterEffect">
                                  <p:stCondLst>
                                    <p:cond delay="0"/>
                                  </p:stCondLst>
                                  <p:childTnLst>
                                    <p:set>
                                      <p:cBhvr>
                                        <p:cTn id="59" dur="1" fill="hold">
                                          <p:stCondLst>
                                            <p:cond delay="0"/>
                                          </p:stCondLst>
                                        </p:cTn>
                                        <p:tgtEl>
                                          <p:spTgt spid="843795"/>
                                        </p:tgtEl>
                                        <p:attrNameLst>
                                          <p:attrName>style.visibility</p:attrName>
                                        </p:attrNameLst>
                                      </p:cBhvr>
                                      <p:to>
                                        <p:strVal val="visible"/>
                                      </p:to>
                                    </p:set>
                                    <p:animEffect transition="in" filter="dissolve">
                                      <p:cBhvr>
                                        <p:cTn id="60" dur="500"/>
                                        <p:tgtEl>
                                          <p:spTgt spid="843795"/>
                                        </p:tgtEl>
                                      </p:cBhvr>
                                    </p:animEffect>
                                  </p:childTnLst>
                                </p:cTn>
                              </p:par>
                            </p:childTnLst>
                          </p:cTn>
                        </p:par>
                        <p:par>
                          <p:cTn id="61" fill="hold" nodeType="afterGroup">
                            <p:stCondLst>
                              <p:cond delay="2500"/>
                            </p:stCondLst>
                            <p:childTnLst>
                              <p:par>
                                <p:cTn id="62" presetID="10" presetClass="entr" presetSubtype="0" fill="hold" grpId="0" nodeType="afterEffect">
                                  <p:stCondLst>
                                    <p:cond delay="0"/>
                                  </p:stCondLst>
                                  <p:childTnLst>
                                    <p:set>
                                      <p:cBhvr>
                                        <p:cTn id="63" dur="1" fill="hold">
                                          <p:stCondLst>
                                            <p:cond delay="0"/>
                                          </p:stCondLst>
                                        </p:cTn>
                                        <p:tgtEl>
                                          <p:spTgt spid="843779"/>
                                        </p:tgtEl>
                                        <p:attrNameLst>
                                          <p:attrName>style.visibility</p:attrName>
                                        </p:attrNameLst>
                                      </p:cBhvr>
                                      <p:to>
                                        <p:strVal val="visible"/>
                                      </p:to>
                                    </p:set>
                                    <p:animEffect transition="in" filter="fade">
                                      <p:cBhvr>
                                        <p:cTn id="64" dur="2000"/>
                                        <p:tgtEl>
                                          <p:spTgt spid="843779"/>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843780">
                                            <p:txEl>
                                              <p:pRg st="0" end="0"/>
                                            </p:txEl>
                                          </p:spTgt>
                                        </p:tgtEl>
                                        <p:attrNameLst>
                                          <p:attrName>style.visibility</p:attrName>
                                        </p:attrNameLst>
                                      </p:cBhvr>
                                      <p:to>
                                        <p:strVal val="visible"/>
                                      </p:to>
                                    </p:set>
                                    <p:animEffect transition="in" filter="wipe(up)">
                                      <p:cBhvr>
                                        <p:cTn id="69" dur="2000"/>
                                        <p:tgtEl>
                                          <p:spTgt spid="843780">
                                            <p:txEl>
                                              <p:pRg st="0" end="0"/>
                                            </p:txEl>
                                          </p:spTgt>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843817">
                                            <p:txEl>
                                              <p:pRg st="0" end="0"/>
                                            </p:txEl>
                                          </p:spTgt>
                                        </p:tgtEl>
                                        <p:attrNameLst>
                                          <p:attrName>style.visibility</p:attrName>
                                        </p:attrNameLst>
                                      </p:cBhvr>
                                      <p:to>
                                        <p:strVal val="visible"/>
                                      </p:to>
                                    </p:set>
                                    <p:animEffect transition="in" filter="wipe(up)">
                                      <p:cBhvr>
                                        <p:cTn id="74" dur="2000"/>
                                        <p:tgtEl>
                                          <p:spTgt spid="843817">
                                            <p:txEl>
                                              <p:pRg st="0" end="0"/>
                                            </p:txEl>
                                          </p:spTgt>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1" fill="hold" grpId="0" nodeType="clickEffect">
                                  <p:stCondLst>
                                    <p:cond delay="0"/>
                                  </p:stCondLst>
                                  <p:childTnLst>
                                    <p:set>
                                      <p:cBhvr>
                                        <p:cTn id="78" dur="1" fill="hold">
                                          <p:stCondLst>
                                            <p:cond delay="0"/>
                                          </p:stCondLst>
                                        </p:cTn>
                                        <p:tgtEl>
                                          <p:spTgt spid="843817">
                                            <p:txEl>
                                              <p:pRg st="1" end="1"/>
                                            </p:txEl>
                                          </p:spTgt>
                                        </p:tgtEl>
                                        <p:attrNameLst>
                                          <p:attrName>style.visibility</p:attrName>
                                        </p:attrNameLst>
                                      </p:cBhvr>
                                      <p:to>
                                        <p:strVal val="visible"/>
                                      </p:to>
                                    </p:set>
                                    <p:animEffect transition="in" filter="wipe(up)">
                                      <p:cBhvr>
                                        <p:cTn id="79" dur="2000"/>
                                        <p:tgtEl>
                                          <p:spTgt spid="843817">
                                            <p:txEl>
                                              <p:pRg st="1" end="1"/>
                                            </p:txEl>
                                          </p:spTgt>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843818">
                                            <p:txEl>
                                              <p:pRg st="0" end="0"/>
                                            </p:txEl>
                                          </p:spTgt>
                                        </p:tgtEl>
                                        <p:attrNameLst>
                                          <p:attrName>style.visibility</p:attrName>
                                        </p:attrNameLst>
                                      </p:cBhvr>
                                      <p:to>
                                        <p:strVal val="visible"/>
                                      </p:to>
                                    </p:set>
                                    <p:animEffect transition="in" filter="wipe(up)">
                                      <p:cBhvr>
                                        <p:cTn id="84" dur="2000"/>
                                        <p:tgtEl>
                                          <p:spTgt spid="8438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3778" grpId="0"/>
      <p:bldP spid="843779" grpId="0" autoUpdateAnimBg="0"/>
      <p:bldP spid="843780" grpId="0" build="p" autoUpdateAnimBg="0"/>
      <p:bldP spid="843781" grpId="0" animBg="1"/>
      <p:bldP spid="843788" grpId="0" animBg="1" autoUpdateAnimBg="0"/>
      <p:bldP spid="843789" grpId="0" autoUpdateAnimBg="0"/>
      <p:bldP spid="843790" grpId="0" autoUpdateAnimBg="0"/>
      <p:bldP spid="843792" grpId="0" animBg="1" autoUpdateAnimBg="0"/>
      <p:bldP spid="843793" grpId="0" autoUpdateAnimBg="0"/>
      <p:bldP spid="843794" grpId="0" autoUpdateAnimBg="0"/>
      <p:bldP spid="843796" grpId="0" animBg="1"/>
      <p:bldP spid="843817" grpId="0" build="p" autoUpdateAnimBg="0"/>
      <p:bldP spid="843818"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0"/>
          </p:nvPr>
        </p:nvSpPr>
        <p:spPr/>
        <p:txBody>
          <a:bodyPr/>
          <a:lstStyle/>
          <a:p>
            <a:pPr>
              <a:defRPr/>
            </a:pPr>
            <a:fld id="{D6D23DAA-B480-434E-910A-938ED69B455E}" type="slidenum">
              <a:rPr lang="en-US" altLang="zh-CN"/>
              <a:pPr>
                <a:defRPr/>
              </a:pPr>
              <a:t>10</a:t>
            </a:fld>
            <a:endParaRPr lang="en-US" altLang="zh-CN"/>
          </a:p>
        </p:txBody>
      </p:sp>
      <p:sp>
        <p:nvSpPr>
          <p:cNvPr id="844802" name="Rectangle 2"/>
          <p:cNvSpPr>
            <a:spLocks noChangeArrowheads="1"/>
          </p:cNvSpPr>
          <p:nvPr/>
        </p:nvSpPr>
        <p:spPr bwMode="auto">
          <a:xfrm>
            <a:off x="179388" y="404813"/>
            <a:ext cx="403225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a:solidFill>
                  <a:schemeClr val="bg1"/>
                </a:solidFill>
                <a:latin typeface="Times New Roman" pitchFamily="18" charset="0"/>
                <a:ea typeface="宋体" pitchFamily="2" charset="-122"/>
              </a:rPr>
              <a:t>2.  </a:t>
            </a:r>
            <a:r>
              <a:rPr lang="zh-CN" altLang="en-US" b="1">
                <a:solidFill>
                  <a:schemeClr val="bg1"/>
                </a:solidFill>
                <a:latin typeface="Times New Roman" pitchFamily="18" charset="0"/>
                <a:ea typeface="宋体" pitchFamily="2" charset="-122"/>
              </a:rPr>
              <a:t>镜像法的原理</a:t>
            </a:r>
            <a:endParaRPr lang="zh-CN" altLang="en-US">
              <a:solidFill>
                <a:schemeClr val="bg1"/>
              </a:solidFill>
              <a:latin typeface="Times New Roman" pitchFamily="18" charset="0"/>
              <a:ea typeface="宋体" pitchFamily="2" charset="-122"/>
            </a:endParaRPr>
          </a:p>
        </p:txBody>
      </p:sp>
      <p:sp>
        <p:nvSpPr>
          <p:cNvPr id="844803" name="Rectangle 3"/>
          <p:cNvSpPr>
            <a:spLocks noChangeArrowheads="1"/>
          </p:cNvSpPr>
          <p:nvPr/>
        </p:nvSpPr>
        <p:spPr bwMode="auto">
          <a:xfrm>
            <a:off x="179388" y="933450"/>
            <a:ext cx="8788400" cy="2012950"/>
          </a:xfrm>
          <a:prstGeom prst="rect">
            <a:avLst/>
          </a:prstGeom>
          <a:noFill/>
          <a:ln>
            <a:noFill/>
          </a:ln>
          <a:effectLs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defRPr/>
            </a:pPr>
            <a:r>
              <a:rPr lang="en-US" altLang="zh-CN" b="1" dirty="0" smtClean="0">
                <a:solidFill>
                  <a:schemeClr val="bg1"/>
                </a:solidFill>
                <a:latin typeface="Times New Roman" pitchFamily="18" charset="0"/>
              </a:rPr>
              <a:t>        </a:t>
            </a:r>
            <a:r>
              <a:rPr lang="zh-CN" altLang="en-US" b="1" dirty="0" smtClean="0">
                <a:solidFill>
                  <a:schemeClr val="bg1"/>
                </a:solidFill>
                <a:latin typeface="Times New Roman" pitchFamily="18" charset="0"/>
              </a:rPr>
              <a:t>用位于场域边界</a:t>
            </a:r>
            <a:r>
              <a:rPr lang="zh-CN" altLang="en-US" b="1" dirty="0" smtClean="0">
                <a:solidFill>
                  <a:srgbClr val="FF0000"/>
                </a:solidFill>
                <a:latin typeface="Times New Roman" pitchFamily="18" charset="0"/>
              </a:rPr>
              <a:t>外</a:t>
            </a:r>
            <a:r>
              <a:rPr lang="zh-CN" altLang="en-US" b="1" dirty="0" smtClean="0">
                <a:solidFill>
                  <a:schemeClr val="bg1"/>
                </a:solidFill>
                <a:latin typeface="Times New Roman" pitchFamily="18" charset="0"/>
              </a:rPr>
              <a:t>虚设的较简单的镜像电荷分布来</a:t>
            </a:r>
            <a:r>
              <a:rPr lang="zh-CN" altLang="en-US" b="1" dirty="0" smtClean="0">
                <a:solidFill>
                  <a:srgbClr val="FF0000"/>
                </a:solidFill>
                <a:latin typeface="Times New Roman" pitchFamily="18" charset="0"/>
              </a:rPr>
              <a:t>等效</a:t>
            </a:r>
            <a:r>
              <a:rPr lang="zh-CN" altLang="en-US" b="1" dirty="0" smtClean="0">
                <a:solidFill>
                  <a:schemeClr val="bg1"/>
                </a:solidFill>
                <a:latin typeface="Times New Roman" pitchFamily="18" charset="0"/>
              </a:rPr>
              <a:t>替代该边界上未知的较为复杂的电荷分布，从而将原含该边界的非均匀媒质空间变换成无限大单一均匀媒质的空间，使分析计算过程得以明显简化的一种</a:t>
            </a:r>
            <a:r>
              <a:rPr lang="zh-CN" altLang="en-US" b="1" dirty="0" smtClean="0">
                <a:solidFill>
                  <a:schemeClr val="accent3"/>
                </a:solidFill>
                <a:latin typeface="Times New Roman" pitchFamily="18" charset="0"/>
              </a:rPr>
              <a:t>间接求解</a:t>
            </a:r>
            <a:r>
              <a:rPr lang="zh-CN" altLang="en-US" b="1" dirty="0" smtClean="0">
                <a:solidFill>
                  <a:schemeClr val="bg1"/>
                </a:solidFill>
                <a:latin typeface="Times New Roman" pitchFamily="18" charset="0"/>
              </a:rPr>
              <a:t>法。</a:t>
            </a:r>
          </a:p>
        </p:txBody>
      </p:sp>
      <p:sp>
        <p:nvSpPr>
          <p:cNvPr id="844804" name="Rectangle 4"/>
          <p:cNvSpPr>
            <a:spLocks noChangeArrowheads="1"/>
          </p:cNvSpPr>
          <p:nvPr/>
        </p:nvSpPr>
        <p:spPr bwMode="auto">
          <a:xfrm>
            <a:off x="179388" y="3644900"/>
            <a:ext cx="8809037"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a:solidFill>
                  <a:schemeClr val="bg1"/>
                </a:solidFill>
                <a:latin typeface="Times New Roman" pitchFamily="18" charset="0"/>
              </a:rPr>
              <a:t>  </a:t>
            </a:r>
            <a:r>
              <a:rPr lang="en-US" altLang="zh-CN">
                <a:solidFill>
                  <a:schemeClr val="bg1"/>
                </a:solidFill>
                <a:latin typeface="Times New Roman" pitchFamily="18" charset="0"/>
              </a:rPr>
              <a:t>      </a:t>
            </a:r>
            <a:r>
              <a:rPr lang="zh-CN" altLang="en-US" b="1">
                <a:solidFill>
                  <a:schemeClr val="bg1"/>
                </a:solidFill>
                <a:latin typeface="Times New Roman" pitchFamily="18" charset="0"/>
              </a:rPr>
              <a:t>在导体形状、几何尺寸、带电状况和媒质几何结构、特性不变的前提条件下，根据惟一性定理，只要找出的解满足在同一泛定方程下问题所给定的边界条件，那就是该问题的解，并且是惟一的解。镜像法正是巧妙地应用了这一基本原理、面向多种典型结构的工程电磁场问题所构成的一种有效的解析求解法。</a:t>
            </a:r>
          </a:p>
        </p:txBody>
      </p:sp>
      <p:sp>
        <p:nvSpPr>
          <p:cNvPr id="844805" name="Rectangle 5"/>
          <p:cNvSpPr>
            <a:spLocks noChangeArrowheads="1"/>
          </p:cNvSpPr>
          <p:nvPr/>
        </p:nvSpPr>
        <p:spPr bwMode="auto">
          <a:xfrm>
            <a:off x="138113" y="3078163"/>
            <a:ext cx="7458075"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a:solidFill>
                  <a:schemeClr val="bg1"/>
                </a:solidFill>
                <a:latin typeface="Times New Roman" pitchFamily="18" charset="0"/>
                <a:ea typeface="宋体" pitchFamily="2" charset="-122"/>
              </a:rPr>
              <a:t>3.</a:t>
            </a:r>
            <a:r>
              <a:rPr lang="en-US" altLang="zh-CN" b="1">
                <a:solidFill>
                  <a:schemeClr val="bg1"/>
                </a:solidFill>
                <a:latin typeface="宋体" pitchFamily="2" charset="-122"/>
                <a:ea typeface="宋体" pitchFamily="2" charset="-122"/>
              </a:rPr>
              <a:t> </a:t>
            </a:r>
            <a:r>
              <a:rPr lang="zh-CN" altLang="en-US" b="1">
                <a:solidFill>
                  <a:schemeClr val="bg1"/>
                </a:solidFill>
                <a:latin typeface="宋体" pitchFamily="2" charset="-122"/>
                <a:ea typeface="宋体" pitchFamily="2" charset="-122"/>
              </a:rPr>
              <a:t>镜像法的理论基础</a:t>
            </a:r>
            <a:r>
              <a:rPr lang="en-US" altLang="zh-CN">
                <a:solidFill>
                  <a:schemeClr val="bg1"/>
                </a:solidFill>
                <a:ea typeface="宋体" pitchFamily="2" charset="-122"/>
              </a:rPr>
              <a:t>—— </a:t>
            </a:r>
            <a:r>
              <a:rPr lang="zh-CN" altLang="en-US" b="1">
                <a:solidFill>
                  <a:srgbClr val="FF7C80"/>
                </a:solidFill>
                <a:latin typeface="Times New Roman" pitchFamily="18" charset="0"/>
                <a:ea typeface="宋体" pitchFamily="2" charset="-122"/>
              </a:rPr>
              <a:t>解的</a:t>
            </a:r>
            <a:r>
              <a:rPr lang="zh-CN" altLang="en-US" b="1">
                <a:solidFill>
                  <a:srgbClr val="FF7C80"/>
                </a:solidFill>
                <a:latin typeface="宋体" pitchFamily="2" charset="-122"/>
                <a:ea typeface="宋体" pitchFamily="2" charset="-122"/>
              </a:rPr>
              <a:t>惟一性定理</a:t>
            </a:r>
          </a:p>
        </p:txBody>
      </p:sp>
      <p:sp>
        <p:nvSpPr>
          <p:cNvPr id="11271" name="AutoShape 6">
            <a:hlinkClick r:id="rId2"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1272" name="AutoShape 7">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1273" name="AutoShape 8">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1274" name="AutoShape 9">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44802"/>
                                        </p:tgtEl>
                                        <p:attrNameLst>
                                          <p:attrName>style.visibility</p:attrName>
                                        </p:attrNameLst>
                                      </p:cBhvr>
                                      <p:to>
                                        <p:strVal val="visible"/>
                                      </p:to>
                                    </p:set>
                                    <p:animEffect transition="in" filter="wipe(up)">
                                      <p:cBhvr>
                                        <p:cTn id="7" dur="2000"/>
                                        <p:tgtEl>
                                          <p:spTgt spid="8448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44803"/>
                                        </p:tgtEl>
                                        <p:attrNameLst>
                                          <p:attrName>style.visibility</p:attrName>
                                        </p:attrNameLst>
                                      </p:cBhvr>
                                      <p:to>
                                        <p:strVal val="visible"/>
                                      </p:to>
                                    </p:set>
                                    <p:animEffect transition="in" filter="wipe(up)">
                                      <p:cBhvr>
                                        <p:cTn id="12" dur="3000"/>
                                        <p:tgtEl>
                                          <p:spTgt spid="8448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44805"/>
                                        </p:tgtEl>
                                        <p:attrNameLst>
                                          <p:attrName>style.visibility</p:attrName>
                                        </p:attrNameLst>
                                      </p:cBhvr>
                                      <p:to>
                                        <p:strVal val="visible"/>
                                      </p:to>
                                    </p:set>
                                    <p:animEffect transition="in" filter="wipe(up)">
                                      <p:cBhvr>
                                        <p:cTn id="17" dur="2000"/>
                                        <p:tgtEl>
                                          <p:spTgt spid="84480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44804"/>
                                        </p:tgtEl>
                                        <p:attrNameLst>
                                          <p:attrName>style.visibility</p:attrName>
                                        </p:attrNameLst>
                                      </p:cBhvr>
                                      <p:to>
                                        <p:strVal val="visible"/>
                                      </p:to>
                                    </p:set>
                                    <p:animEffect transition="in" filter="wipe(up)">
                                      <p:cBhvr>
                                        <p:cTn id="22" dur="5000"/>
                                        <p:tgtEl>
                                          <p:spTgt spid="844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4802" grpId="0"/>
      <p:bldP spid="844803" grpId="0"/>
      <p:bldP spid="844804" grpId="0"/>
      <p:bldP spid="84480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3"/>
          <p:cNvSpPr>
            <a:spLocks noGrp="1"/>
          </p:cNvSpPr>
          <p:nvPr>
            <p:ph type="sldNum" sz="quarter" idx="10"/>
          </p:nvPr>
        </p:nvSpPr>
        <p:spPr/>
        <p:txBody>
          <a:bodyPr/>
          <a:lstStyle/>
          <a:p>
            <a:pPr>
              <a:defRPr/>
            </a:pPr>
            <a:fld id="{B9A7026E-A43C-4102-AF5A-9F83EC76F6A0}" type="slidenum">
              <a:rPr lang="en-US" altLang="zh-CN"/>
              <a:pPr>
                <a:defRPr/>
              </a:pPr>
              <a:t>11</a:t>
            </a:fld>
            <a:endParaRPr lang="en-US" altLang="zh-CN"/>
          </a:p>
        </p:txBody>
      </p:sp>
      <p:sp>
        <p:nvSpPr>
          <p:cNvPr id="845826" name="Rectangle 2"/>
          <p:cNvSpPr>
            <a:spLocks noChangeArrowheads="1"/>
          </p:cNvSpPr>
          <p:nvPr/>
        </p:nvSpPr>
        <p:spPr bwMode="auto">
          <a:xfrm>
            <a:off x="1004888" y="1798638"/>
            <a:ext cx="7718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30000"/>
              </a:spcBef>
            </a:pPr>
            <a:r>
              <a:rPr lang="zh-CN" altLang="en-US" b="1">
                <a:solidFill>
                  <a:schemeClr val="bg1"/>
                </a:solidFill>
                <a:latin typeface="楷体_GB2312" pitchFamily="49" charset="-122"/>
              </a:rPr>
              <a:t>镜像电荷的个数、位置及其电荷量大小</a:t>
            </a:r>
            <a:r>
              <a:rPr lang="zh-CN" altLang="en-US" b="1">
                <a:solidFill>
                  <a:schemeClr val="bg1"/>
                </a:solidFill>
              </a:rPr>
              <a:t>（</a:t>
            </a:r>
            <a:r>
              <a:rPr lang="zh-CN" altLang="en-US" b="1">
                <a:solidFill>
                  <a:schemeClr val="bg1"/>
                </a:solidFill>
                <a:latin typeface="Times New Roman" pitchFamily="18" charset="0"/>
              </a:rPr>
              <a:t>“</a:t>
            </a:r>
            <a:r>
              <a:rPr lang="zh-CN" altLang="en-US" b="1">
                <a:solidFill>
                  <a:schemeClr val="bg1"/>
                </a:solidFill>
                <a:latin typeface="楷体_GB2312" pitchFamily="49" charset="-122"/>
              </a:rPr>
              <a:t>三要素</a:t>
            </a:r>
            <a:r>
              <a:rPr lang="zh-CN" altLang="en-US" b="1">
                <a:solidFill>
                  <a:schemeClr val="bg1"/>
                </a:solidFill>
                <a:latin typeface="Times New Roman" pitchFamily="18" charset="0"/>
              </a:rPr>
              <a:t>”</a:t>
            </a:r>
            <a:r>
              <a:rPr lang="zh-CN" altLang="en-US" b="1">
                <a:solidFill>
                  <a:schemeClr val="bg1"/>
                </a:solidFill>
                <a:latin typeface="楷体_GB2312" pitchFamily="49" charset="-122"/>
              </a:rPr>
              <a:t>）</a:t>
            </a:r>
            <a:endParaRPr lang="zh-CN" altLang="en-US">
              <a:solidFill>
                <a:schemeClr val="bg1"/>
              </a:solidFill>
              <a:latin typeface="楷体_GB2312" pitchFamily="49" charset="-122"/>
            </a:endParaRPr>
          </a:p>
        </p:txBody>
      </p:sp>
      <p:sp>
        <p:nvSpPr>
          <p:cNvPr id="845827" name="Rectangle 3"/>
          <p:cNvSpPr>
            <a:spLocks noChangeArrowheads="1"/>
          </p:cNvSpPr>
          <p:nvPr/>
        </p:nvSpPr>
        <p:spPr bwMode="auto">
          <a:xfrm>
            <a:off x="165100" y="668338"/>
            <a:ext cx="462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30000"/>
              </a:spcBef>
            </a:pPr>
            <a:r>
              <a:rPr lang="en-US" altLang="zh-CN" b="1">
                <a:solidFill>
                  <a:schemeClr val="bg1"/>
                </a:solidFill>
                <a:latin typeface="Times New Roman" pitchFamily="18" charset="0"/>
                <a:ea typeface="宋体" pitchFamily="2" charset="-122"/>
              </a:rPr>
              <a:t>4.   </a:t>
            </a:r>
            <a:r>
              <a:rPr lang="zh-CN" altLang="en-US" b="1">
                <a:solidFill>
                  <a:schemeClr val="bg1"/>
                </a:solidFill>
                <a:latin typeface="Times New Roman" pitchFamily="18" charset="0"/>
                <a:ea typeface="宋体" pitchFamily="2" charset="-122"/>
              </a:rPr>
              <a:t>镜像法应用的关键点</a:t>
            </a:r>
          </a:p>
        </p:txBody>
      </p:sp>
      <p:sp>
        <p:nvSpPr>
          <p:cNvPr id="845828" name="Rectangle 4"/>
          <p:cNvSpPr>
            <a:spLocks noChangeArrowheads="1"/>
          </p:cNvSpPr>
          <p:nvPr/>
        </p:nvSpPr>
        <p:spPr bwMode="auto">
          <a:xfrm>
            <a:off x="179388" y="3467100"/>
            <a:ext cx="5397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0"/>
              </a:spcBef>
            </a:pPr>
            <a:r>
              <a:rPr lang="en-US" altLang="zh-CN" b="1">
                <a:solidFill>
                  <a:schemeClr val="bg1"/>
                </a:solidFill>
                <a:latin typeface="Times New Roman" pitchFamily="18" charset="0"/>
                <a:ea typeface="宋体" pitchFamily="2" charset="-122"/>
              </a:rPr>
              <a:t>5.</a:t>
            </a:r>
            <a:r>
              <a:rPr lang="en-US" altLang="zh-CN" b="1">
                <a:solidFill>
                  <a:schemeClr val="bg1"/>
                </a:solidFill>
                <a:latin typeface="宋体" pitchFamily="2" charset="-122"/>
                <a:ea typeface="宋体" pitchFamily="2" charset="-122"/>
              </a:rPr>
              <a:t> </a:t>
            </a:r>
            <a:r>
              <a:rPr lang="zh-CN" altLang="en-US" b="1">
                <a:solidFill>
                  <a:schemeClr val="bg1"/>
                </a:solidFill>
                <a:latin typeface="宋体" pitchFamily="2" charset="-122"/>
                <a:ea typeface="宋体" pitchFamily="2" charset="-122"/>
              </a:rPr>
              <a:t>确定镜像电荷的两条原则</a:t>
            </a:r>
          </a:p>
        </p:txBody>
      </p:sp>
      <p:sp>
        <p:nvSpPr>
          <p:cNvPr id="845829" name="Text Box 5"/>
          <p:cNvSpPr txBox="1">
            <a:spLocks noChangeArrowheads="1"/>
          </p:cNvSpPr>
          <p:nvPr/>
        </p:nvSpPr>
        <p:spPr bwMode="auto">
          <a:xfrm>
            <a:off x="455613" y="2568575"/>
            <a:ext cx="424815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buFontTx/>
              <a:buBlip>
                <a:blip r:embed="rId2"/>
              </a:buBlip>
            </a:pPr>
            <a:r>
              <a:rPr kumimoji="1" lang="zh-CN" altLang="en-US" b="1">
                <a:solidFill>
                  <a:schemeClr val="bg1"/>
                </a:solidFill>
                <a:latin typeface="楷体_GB2312" pitchFamily="49" charset="-122"/>
                <a:sym typeface="Symbol" pitchFamily="18" charset="2"/>
              </a:rPr>
              <a:t>　</a:t>
            </a:r>
            <a:r>
              <a:rPr lang="zh-CN" altLang="en-US" b="1">
                <a:solidFill>
                  <a:schemeClr val="bg1"/>
                </a:solidFill>
              </a:rPr>
              <a:t>等效求解的“有效场域”</a:t>
            </a:r>
            <a:endParaRPr lang="zh-CN" altLang="en-US">
              <a:solidFill>
                <a:schemeClr val="bg1"/>
              </a:solidFill>
            </a:endParaRPr>
          </a:p>
        </p:txBody>
      </p:sp>
      <p:sp>
        <p:nvSpPr>
          <p:cNvPr id="845830" name="Text Box 6"/>
          <p:cNvSpPr txBox="1">
            <a:spLocks noChangeArrowheads="1"/>
          </p:cNvSpPr>
          <p:nvPr/>
        </p:nvSpPr>
        <p:spPr bwMode="auto">
          <a:xfrm>
            <a:off x="466725" y="1125538"/>
            <a:ext cx="7067550"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buFontTx/>
              <a:buBlip>
                <a:blip r:embed="rId2"/>
              </a:buBlip>
            </a:pPr>
            <a:r>
              <a:rPr kumimoji="1" lang="zh-CN" altLang="en-US" b="1">
                <a:solidFill>
                  <a:schemeClr val="bg1"/>
                </a:solidFill>
                <a:latin typeface="楷体_GB2312" pitchFamily="49" charset="-122"/>
                <a:sym typeface="Symbol" pitchFamily="18" charset="2"/>
              </a:rPr>
              <a:t>　</a:t>
            </a:r>
            <a:r>
              <a:rPr lang="zh-CN" altLang="en-US" b="1">
                <a:solidFill>
                  <a:schemeClr val="bg1"/>
                </a:solidFill>
              </a:rPr>
              <a:t>镜像电荷的确定</a:t>
            </a:r>
            <a:endParaRPr kumimoji="1" lang="zh-CN" altLang="en-US" b="1">
              <a:solidFill>
                <a:schemeClr val="bg1"/>
              </a:solidFill>
              <a:latin typeface="楷体_GB2312" pitchFamily="49" charset="-122"/>
              <a:sym typeface="Symbol" pitchFamily="18" charset="2"/>
            </a:endParaRPr>
          </a:p>
        </p:txBody>
      </p:sp>
      <p:sp>
        <p:nvSpPr>
          <p:cNvPr id="845831" name="Text Box 7"/>
          <p:cNvSpPr txBox="1">
            <a:spLocks noChangeArrowheads="1"/>
          </p:cNvSpPr>
          <p:nvPr/>
        </p:nvSpPr>
        <p:spPr bwMode="auto">
          <a:xfrm>
            <a:off x="473075" y="4160838"/>
            <a:ext cx="7481888"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buFontTx/>
              <a:buBlip>
                <a:blip r:embed="rId2"/>
              </a:buBlip>
            </a:pPr>
            <a:r>
              <a:rPr kumimoji="1" lang="zh-CN" altLang="en-US" b="1">
                <a:solidFill>
                  <a:schemeClr val="bg1"/>
                </a:solidFill>
                <a:latin typeface="楷体_GB2312" pitchFamily="49" charset="-122"/>
                <a:sym typeface="Symbol" pitchFamily="18" charset="2"/>
              </a:rPr>
              <a:t>　镜像</a:t>
            </a:r>
            <a:r>
              <a:rPr lang="zh-CN" altLang="en-US" b="1">
                <a:solidFill>
                  <a:schemeClr val="bg1"/>
                </a:solidFill>
              </a:rPr>
              <a:t>电荷必须位于所求解的</a:t>
            </a:r>
            <a:r>
              <a:rPr lang="zh-CN" altLang="en-US" b="1">
                <a:solidFill>
                  <a:srgbClr val="FF0000"/>
                </a:solidFill>
              </a:rPr>
              <a:t>场区域以外</a:t>
            </a:r>
            <a:r>
              <a:rPr lang="zh-CN" altLang="en-US" b="1">
                <a:solidFill>
                  <a:schemeClr val="bg1"/>
                </a:solidFill>
              </a:rPr>
              <a:t>的空间中。</a:t>
            </a:r>
          </a:p>
        </p:txBody>
      </p:sp>
      <p:sp>
        <p:nvSpPr>
          <p:cNvPr id="845832" name="Text Box 8"/>
          <p:cNvSpPr txBox="1">
            <a:spLocks noChangeArrowheads="1"/>
          </p:cNvSpPr>
          <p:nvPr/>
        </p:nvSpPr>
        <p:spPr bwMode="auto">
          <a:xfrm>
            <a:off x="474663" y="5016500"/>
            <a:ext cx="8459787"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buFontTx/>
              <a:buBlip>
                <a:blip r:embed="rId2"/>
              </a:buBlip>
            </a:pPr>
            <a:r>
              <a:rPr kumimoji="1" lang="zh-CN" altLang="en-US" b="1">
                <a:solidFill>
                  <a:schemeClr val="bg1"/>
                </a:solidFill>
                <a:latin typeface="楷体_GB2312" pitchFamily="49" charset="-122"/>
                <a:sym typeface="Symbol" pitchFamily="18" charset="2"/>
              </a:rPr>
              <a:t>　镜像</a:t>
            </a:r>
            <a:r>
              <a:rPr lang="zh-CN" altLang="en-US" b="1">
                <a:solidFill>
                  <a:schemeClr val="bg1"/>
                </a:solidFill>
              </a:rPr>
              <a:t>电荷的确定以满足所求解的场区域的边界条件来确定。</a:t>
            </a:r>
          </a:p>
        </p:txBody>
      </p:sp>
      <p:sp>
        <p:nvSpPr>
          <p:cNvPr id="12298" name="AutoShape 9">
            <a:hlinkClick r:id="rId3"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2299" name="AutoShape 10">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2300" name="AutoShape 11">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2301" name="AutoShape 12">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45827"/>
                                        </p:tgtEl>
                                        <p:attrNameLst>
                                          <p:attrName>style.visibility</p:attrName>
                                        </p:attrNameLst>
                                      </p:cBhvr>
                                      <p:to>
                                        <p:strVal val="visible"/>
                                      </p:to>
                                    </p:set>
                                    <p:animEffect transition="in" filter="wipe(up)">
                                      <p:cBhvr>
                                        <p:cTn id="7" dur="2000"/>
                                        <p:tgtEl>
                                          <p:spTgt spid="8458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45830"/>
                                        </p:tgtEl>
                                        <p:attrNameLst>
                                          <p:attrName>style.visibility</p:attrName>
                                        </p:attrNameLst>
                                      </p:cBhvr>
                                      <p:to>
                                        <p:strVal val="visible"/>
                                      </p:to>
                                    </p:set>
                                    <p:animEffect transition="in" filter="wipe(up)">
                                      <p:cBhvr>
                                        <p:cTn id="12" dur="2000"/>
                                        <p:tgtEl>
                                          <p:spTgt spid="845830"/>
                                        </p:tgtEl>
                                      </p:cBhvr>
                                    </p:animEffect>
                                  </p:childTnLst>
                                </p:cTn>
                              </p:par>
                            </p:childTnLst>
                          </p:cTn>
                        </p:par>
                        <p:par>
                          <p:cTn id="13" fill="hold" nodeType="afterGroup">
                            <p:stCondLst>
                              <p:cond delay="2000"/>
                            </p:stCondLst>
                            <p:childTnLst>
                              <p:par>
                                <p:cTn id="14" presetID="22" presetClass="entr" presetSubtype="1" fill="hold" grpId="0" nodeType="afterEffect">
                                  <p:stCondLst>
                                    <p:cond delay="0"/>
                                  </p:stCondLst>
                                  <p:childTnLst>
                                    <p:set>
                                      <p:cBhvr>
                                        <p:cTn id="15" dur="1" fill="hold">
                                          <p:stCondLst>
                                            <p:cond delay="0"/>
                                          </p:stCondLst>
                                        </p:cTn>
                                        <p:tgtEl>
                                          <p:spTgt spid="845826"/>
                                        </p:tgtEl>
                                        <p:attrNameLst>
                                          <p:attrName>style.visibility</p:attrName>
                                        </p:attrNameLst>
                                      </p:cBhvr>
                                      <p:to>
                                        <p:strVal val="visible"/>
                                      </p:to>
                                    </p:set>
                                    <p:animEffect transition="in" filter="wipe(up)">
                                      <p:cBhvr>
                                        <p:cTn id="16" dur="2000"/>
                                        <p:tgtEl>
                                          <p:spTgt spid="84582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845829"/>
                                        </p:tgtEl>
                                        <p:attrNameLst>
                                          <p:attrName>style.visibility</p:attrName>
                                        </p:attrNameLst>
                                      </p:cBhvr>
                                      <p:to>
                                        <p:strVal val="visible"/>
                                      </p:to>
                                    </p:set>
                                    <p:animEffect transition="in" filter="wipe(up)">
                                      <p:cBhvr>
                                        <p:cTn id="21" dur="2000"/>
                                        <p:tgtEl>
                                          <p:spTgt spid="84582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845828"/>
                                        </p:tgtEl>
                                        <p:attrNameLst>
                                          <p:attrName>style.visibility</p:attrName>
                                        </p:attrNameLst>
                                      </p:cBhvr>
                                      <p:to>
                                        <p:strVal val="visible"/>
                                      </p:to>
                                    </p:set>
                                    <p:animEffect transition="in" filter="wipe(up)">
                                      <p:cBhvr>
                                        <p:cTn id="26" dur="2000"/>
                                        <p:tgtEl>
                                          <p:spTgt spid="84582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845831"/>
                                        </p:tgtEl>
                                        <p:attrNameLst>
                                          <p:attrName>style.visibility</p:attrName>
                                        </p:attrNameLst>
                                      </p:cBhvr>
                                      <p:to>
                                        <p:strVal val="visible"/>
                                      </p:to>
                                    </p:set>
                                    <p:animEffect transition="in" filter="wipe(up)">
                                      <p:cBhvr>
                                        <p:cTn id="31" dur="2000"/>
                                        <p:tgtEl>
                                          <p:spTgt spid="84583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845832"/>
                                        </p:tgtEl>
                                        <p:attrNameLst>
                                          <p:attrName>style.visibility</p:attrName>
                                        </p:attrNameLst>
                                      </p:cBhvr>
                                      <p:to>
                                        <p:strVal val="visible"/>
                                      </p:to>
                                    </p:set>
                                    <p:animEffect transition="in" filter="wipe(up)">
                                      <p:cBhvr>
                                        <p:cTn id="36" dur="2000"/>
                                        <p:tgtEl>
                                          <p:spTgt spid="8458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5826" grpId="0"/>
      <p:bldP spid="845827" grpId="0"/>
      <p:bldP spid="845828" grpId="0"/>
      <p:bldP spid="845829" grpId="0"/>
      <p:bldP spid="845830" grpId="0"/>
      <p:bldP spid="845831" grpId="0"/>
      <p:bldP spid="84583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灯片编号占位符 5"/>
          <p:cNvSpPr>
            <a:spLocks noGrp="1"/>
          </p:cNvSpPr>
          <p:nvPr>
            <p:ph type="sldNum" sz="quarter" idx="10"/>
          </p:nvPr>
        </p:nvSpPr>
        <p:spPr/>
        <p:txBody>
          <a:bodyPr/>
          <a:lstStyle/>
          <a:p>
            <a:pPr>
              <a:defRPr/>
            </a:pPr>
            <a:fld id="{AF4E34F6-8398-4883-B01E-CD8F10B74508}" type="slidenum">
              <a:rPr lang="en-US" altLang="zh-CN"/>
              <a:pPr>
                <a:defRPr/>
              </a:pPr>
              <a:t>12</a:t>
            </a:fld>
            <a:endParaRPr lang="en-US" altLang="zh-CN"/>
          </a:p>
        </p:txBody>
      </p:sp>
      <p:sp>
        <p:nvSpPr>
          <p:cNvPr id="846850" name="Rectangle 2"/>
          <p:cNvSpPr>
            <a:spLocks noChangeArrowheads="1"/>
          </p:cNvSpPr>
          <p:nvPr/>
        </p:nvSpPr>
        <p:spPr bwMode="auto">
          <a:xfrm>
            <a:off x="107950" y="1027113"/>
            <a:ext cx="6697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0"/>
              </a:spcBef>
            </a:pPr>
            <a:r>
              <a:rPr lang="en-US" altLang="zh-CN" b="1">
                <a:solidFill>
                  <a:schemeClr val="bg1"/>
                </a:solidFill>
                <a:latin typeface="Times New Roman" pitchFamily="18" charset="0"/>
                <a:ea typeface="宋体" pitchFamily="2" charset="-122"/>
              </a:rPr>
              <a:t>1.  </a:t>
            </a:r>
            <a:r>
              <a:rPr lang="zh-CN" altLang="en-US" b="1">
                <a:solidFill>
                  <a:schemeClr val="bg1"/>
                </a:solidFill>
                <a:latin typeface="Times New Roman" pitchFamily="18" charset="0"/>
                <a:ea typeface="宋体" pitchFamily="2" charset="-122"/>
              </a:rPr>
              <a:t>点电荷对无限大接地导体平面的镜像</a:t>
            </a:r>
          </a:p>
        </p:txBody>
      </p:sp>
      <p:sp>
        <p:nvSpPr>
          <p:cNvPr id="846851" name="AutoShape 3"/>
          <p:cNvSpPr>
            <a:spLocks noChangeArrowheads="1"/>
          </p:cNvSpPr>
          <p:nvPr/>
        </p:nvSpPr>
        <p:spPr bwMode="auto">
          <a:xfrm>
            <a:off x="4660900" y="2995613"/>
            <a:ext cx="703263" cy="217487"/>
          </a:xfrm>
          <a:prstGeom prst="rightArrow">
            <a:avLst>
              <a:gd name="adj1" fmla="val 50000"/>
              <a:gd name="adj2" fmla="val 80840"/>
            </a:avLst>
          </a:prstGeom>
          <a:solidFill>
            <a:srgbClr val="FF99CC"/>
          </a:solidFill>
          <a:ln w="9525">
            <a:solidFill>
              <a:srgbClr val="FF00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aphicFrame>
        <p:nvGraphicFramePr>
          <p:cNvPr id="846852" name="Object 4"/>
          <p:cNvGraphicFramePr>
            <a:graphicFrameLocks noGrp="1" noChangeAspect="1"/>
          </p:cNvGraphicFramePr>
          <p:nvPr>
            <p:ph sz="quarter" idx="3"/>
          </p:nvPr>
        </p:nvGraphicFramePr>
        <p:xfrm>
          <a:off x="2133600" y="3716338"/>
          <a:ext cx="2173288" cy="469900"/>
        </p:xfrm>
        <a:graphic>
          <a:graphicData uri="http://schemas.openxmlformats.org/presentationml/2006/ole">
            <mc:AlternateContent xmlns:mc="http://schemas.openxmlformats.org/markup-compatibility/2006">
              <mc:Choice xmlns:v="urn:schemas-microsoft-com:vml" Requires="v">
                <p:oleObj spid="_x0000_s13629" name="Equation" r:id="rId3" imgW="847772" imgH="104608" progId="Equation.DSMT4">
                  <p:embed/>
                </p:oleObj>
              </mc:Choice>
              <mc:Fallback>
                <p:oleObj name="Equation" r:id="rId3" imgW="847772" imgH="104608" progId="Equation.DSMT4">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3716338"/>
                        <a:ext cx="2173288"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46853" name="Object 5"/>
          <p:cNvGraphicFramePr>
            <a:graphicFrameLocks noChangeAspect="1"/>
          </p:cNvGraphicFramePr>
          <p:nvPr/>
        </p:nvGraphicFramePr>
        <p:xfrm>
          <a:off x="1857375" y="4237038"/>
          <a:ext cx="3673475" cy="942975"/>
        </p:xfrm>
        <a:graphic>
          <a:graphicData uri="http://schemas.openxmlformats.org/presentationml/2006/ole">
            <mc:AlternateContent xmlns:mc="http://schemas.openxmlformats.org/markup-compatibility/2006">
              <mc:Choice xmlns:v="urn:schemas-microsoft-com:vml" Requires="v">
                <p:oleObj spid="_x0000_s13630" name="Equation" r:id="rId5" imgW="1676458" imgH="352399" progId="Equation.DSMT4">
                  <p:embed/>
                </p:oleObj>
              </mc:Choice>
              <mc:Fallback>
                <p:oleObj name="Equation" r:id="rId5" imgW="1676458" imgH="352399"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7375" y="4237038"/>
                        <a:ext cx="3673475" cy="94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6854" name="Object 6"/>
          <p:cNvGraphicFramePr>
            <a:graphicFrameLocks noChangeAspect="1"/>
          </p:cNvGraphicFramePr>
          <p:nvPr/>
        </p:nvGraphicFramePr>
        <p:xfrm>
          <a:off x="2012950" y="5238750"/>
          <a:ext cx="2919413" cy="668338"/>
        </p:xfrm>
        <a:graphic>
          <a:graphicData uri="http://schemas.openxmlformats.org/presentationml/2006/ole">
            <mc:AlternateContent xmlns:mc="http://schemas.openxmlformats.org/markup-compatibility/2006">
              <mc:Choice xmlns:v="urn:schemas-microsoft-com:vml" Requires="v">
                <p:oleObj spid="_x0000_s13631" name="Equation" r:id="rId7" imgW="1247887" imgH="218946" progId="Equation.DSMT4">
                  <p:embed/>
                </p:oleObj>
              </mc:Choice>
              <mc:Fallback>
                <p:oleObj name="Equation" r:id="rId7" imgW="1247887" imgH="218946"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12950" y="5238750"/>
                        <a:ext cx="2919413"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6855" name="Rectangle 7"/>
          <p:cNvSpPr>
            <a:spLocks noChangeArrowheads="1"/>
          </p:cNvSpPr>
          <p:nvPr/>
        </p:nvSpPr>
        <p:spPr bwMode="auto">
          <a:xfrm>
            <a:off x="319088" y="5924550"/>
            <a:ext cx="6399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0"/>
              </a:spcBef>
            </a:pPr>
            <a:r>
              <a:rPr kumimoji="1" lang="zh-CN" altLang="en-US" b="1">
                <a:solidFill>
                  <a:schemeClr val="bg1"/>
                </a:solidFill>
                <a:latin typeface="楷体_GB2312" pitchFamily="49" charset="-122"/>
                <a:sym typeface="Symbol" pitchFamily="18" charset="2"/>
              </a:rPr>
              <a:t>满足原问题的边界条件，所得结果是正确的。</a:t>
            </a:r>
          </a:p>
        </p:txBody>
      </p:sp>
      <p:sp>
        <p:nvSpPr>
          <p:cNvPr id="846856" name="Rectangle 8"/>
          <p:cNvSpPr>
            <a:spLocks noChangeArrowheads="1"/>
          </p:cNvSpPr>
          <p:nvPr/>
        </p:nvSpPr>
        <p:spPr bwMode="auto">
          <a:xfrm>
            <a:off x="107950" y="547688"/>
            <a:ext cx="3857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0"/>
              </a:spcBef>
            </a:pPr>
            <a:r>
              <a:rPr lang="en-US" altLang="zh-CN" b="1">
                <a:solidFill>
                  <a:schemeClr val="bg1"/>
                </a:solidFill>
                <a:latin typeface="Times New Roman" pitchFamily="18" charset="0"/>
                <a:ea typeface="幼圆" pitchFamily="49" charset="-122"/>
              </a:rPr>
              <a:t>3.5.1   </a:t>
            </a:r>
            <a:r>
              <a:rPr lang="zh-CN" altLang="en-US" b="1">
                <a:solidFill>
                  <a:schemeClr val="bg1"/>
                </a:solidFill>
                <a:latin typeface="Times New Roman" pitchFamily="18" charset="0"/>
                <a:ea typeface="幼圆" pitchFamily="49" charset="-122"/>
              </a:rPr>
              <a:t>接地导体平面的镜像</a:t>
            </a:r>
          </a:p>
        </p:txBody>
      </p:sp>
      <p:sp>
        <p:nvSpPr>
          <p:cNvPr id="846857" name="Rectangle 9"/>
          <p:cNvSpPr>
            <a:spLocks noChangeArrowheads="1"/>
          </p:cNvSpPr>
          <p:nvPr/>
        </p:nvSpPr>
        <p:spPr bwMode="auto">
          <a:xfrm>
            <a:off x="323850" y="3716338"/>
            <a:ext cx="4608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0"/>
              </a:spcBef>
            </a:pPr>
            <a:r>
              <a:rPr kumimoji="1" lang="zh-CN" altLang="en-US" b="1">
                <a:solidFill>
                  <a:schemeClr val="bg1"/>
                </a:solidFill>
                <a:latin typeface="楷体_GB2312" pitchFamily="49" charset="-122"/>
                <a:sym typeface="Symbol" pitchFamily="18" charset="2"/>
              </a:rPr>
              <a:t>镜像电荷</a:t>
            </a:r>
          </a:p>
        </p:txBody>
      </p:sp>
      <p:sp>
        <p:nvSpPr>
          <p:cNvPr id="846858" name="Rectangle 10"/>
          <p:cNvSpPr>
            <a:spLocks noChangeArrowheads="1"/>
          </p:cNvSpPr>
          <p:nvPr/>
        </p:nvSpPr>
        <p:spPr bwMode="auto">
          <a:xfrm>
            <a:off x="279400" y="4508500"/>
            <a:ext cx="2708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0"/>
              </a:spcBef>
            </a:pPr>
            <a:r>
              <a:rPr kumimoji="1" lang="zh-CN" altLang="en-US" b="1">
                <a:solidFill>
                  <a:schemeClr val="bg1"/>
                </a:solidFill>
                <a:latin typeface="楷体_GB2312" pitchFamily="49" charset="-122"/>
                <a:sym typeface="Symbol" pitchFamily="18" charset="2"/>
              </a:rPr>
              <a:t>电位函数</a:t>
            </a:r>
          </a:p>
        </p:txBody>
      </p:sp>
      <p:sp>
        <p:nvSpPr>
          <p:cNvPr id="846859" name="Rectangle 11"/>
          <p:cNvSpPr>
            <a:spLocks noChangeArrowheads="1"/>
          </p:cNvSpPr>
          <p:nvPr/>
        </p:nvSpPr>
        <p:spPr bwMode="auto">
          <a:xfrm>
            <a:off x="323850" y="5300663"/>
            <a:ext cx="4608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0"/>
              </a:spcBef>
            </a:pPr>
            <a:r>
              <a:rPr kumimoji="1" lang="zh-CN" altLang="en-US" b="1">
                <a:solidFill>
                  <a:schemeClr val="bg1"/>
                </a:solidFill>
                <a:latin typeface="楷体_GB2312" pitchFamily="49" charset="-122"/>
                <a:sym typeface="Symbol" pitchFamily="18" charset="2"/>
              </a:rPr>
              <a:t>因 </a:t>
            </a:r>
            <a:r>
              <a:rPr kumimoji="1" lang="en-US" altLang="zh-CN" i="1">
                <a:solidFill>
                  <a:schemeClr val="bg1"/>
                </a:solidFill>
                <a:latin typeface="Times New Roman" pitchFamily="18" charset="0"/>
                <a:sym typeface="Symbol" pitchFamily="18" charset="2"/>
              </a:rPr>
              <a:t>z</a:t>
            </a:r>
            <a:r>
              <a:rPr kumimoji="1" lang="en-US" altLang="zh-CN" b="1">
                <a:solidFill>
                  <a:schemeClr val="bg1"/>
                </a:solidFill>
                <a:latin typeface="Times New Roman" pitchFamily="18" charset="0"/>
                <a:sym typeface="Symbol" pitchFamily="18" charset="2"/>
              </a:rPr>
              <a:t> = 0 </a:t>
            </a:r>
            <a:r>
              <a:rPr kumimoji="1" lang="zh-CN" altLang="en-US" b="1">
                <a:solidFill>
                  <a:schemeClr val="bg1"/>
                </a:solidFill>
                <a:latin typeface="Times New Roman" pitchFamily="18" charset="0"/>
                <a:sym typeface="Symbol" pitchFamily="18" charset="2"/>
              </a:rPr>
              <a:t>时 </a:t>
            </a:r>
            <a:endParaRPr kumimoji="1" lang="zh-CN" altLang="en-US" b="1">
              <a:solidFill>
                <a:schemeClr val="bg1"/>
              </a:solidFill>
              <a:latin typeface="楷体_GB2312" pitchFamily="49" charset="-122"/>
              <a:sym typeface="Symbol" pitchFamily="18" charset="2"/>
            </a:endParaRPr>
          </a:p>
        </p:txBody>
      </p:sp>
      <p:sp>
        <p:nvSpPr>
          <p:cNvPr id="846860" name="Rectangle 12"/>
          <p:cNvSpPr>
            <a:spLocks noChangeArrowheads="1"/>
          </p:cNvSpPr>
          <p:nvPr/>
        </p:nvSpPr>
        <p:spPr bwMode="auto">
          <a:xfrm>
            <a:off x="5651500" y="3141663"/>
            <a:ext cx="3275013" cy="1524000"/>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846861" name="Rectangle 13"/>
          <p:cNvSpPr>
            <a:spLocks noChangeArrowheads="1"/>
          </p:cNvSpPr>
          <p:nvPr/>
        </p:nvSpPr>
        <p:spPr bwMode="auto">
          <a:xfrm>
            <a:off x="5651500" y="1628775"/>
            <a:ext cx="3275013" cy="1524000"/>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846873" name="Rectangle 25"/>
          <p:cNvSpPr>
            <a:spLocks noChangeArrowheads="1"/>
          </p:cNvSpPr>
          <p:nvPr/>
        </p:nvSpPr>
        <p:spPr bwMode="auto">
          <a:xfrm>
            <a:off x="5683250" y="1739900"/>
            <a:ext cx="1206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0"/>
              </a:spcBef>
            </a:pPr>
            <a:r>
              <a:rPr lang="zh-CN" altLang="en-US" sz="2000" b="1">
                <a:solidFill>
                  <a:srgbClr val="FF5A07"/>
                </a:solidFill>
                <a:latin typeface="宋体" pitchFamily="2" charset="-122"/>
                <a:ea typeface="宋体" pitchFamily="2" charset="-122"/>
              </a:rPr>
              <a:t>有效区域</a:t>
            </a:r>
          </a:p>
        </p:txBody>
      </p:sp>
      <p:sp>
        <p:nvSpPr>
          <p:cNvPr id="846874" name="Line 26"/>
          <p:cNvSpPr>
            <a:spLocks noChangeShapeType="1"/>
          </p:cNvSpPr>
          <p:nvPr/>
        </p:nvSpPr>
        <p:spPr bwMode="auto">
          <a:xfrm flipV="1">
            <a:off x="5453063" y="3151188"/>
            <a:ext cx="3656012" cy="0"/>
          </a:xfrm>
          <a:prstGeom prst="line">
            <a:avLst/>
          </a:prstGeom>
          <a:noFill/>
          <a:ln w="25400">
            <a:solidFill>
              <a:srgbClr val="000000"/>
            </a:solidFill>
            <a:prstDash val="lgDash"/>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grpSp>
        <p:nvGrpSpPr>
          <p:cNvPr id="2" name="Group 67"/>
          <p:cNvGrpSpPr>
            <a:grpSpLocks/>
          </p:cNvGrpSpPr>
          <p:nvPr/>
        </p:nvGrpSpPr>
        <p:grpSpPr bwMode="auto">
          <a:xfrm>
            <a:off x="7242175" y="2090738"/>
            <a:ext cx="1146175" cy="474662"/>
            <a:chOff x="4552" y="1317"/>
            <a:chExt cx="722" cy="299"/>
          </a:xfrm>
        </p:grpSpPr>
        <p:sp>
          <p:nvSpPr>
            <p:cNvPr id="13384" name="Line 27"/>
            <p:cNvSpPr>
              <a:spLocks noChangeShapeType="1"/>
            </p:cNvSpPr>
            <p:nvPr/>
          </p:nvSpPr>
          <p:spPr bwMode="auto">
            <a:xfrm flipV="1">
              <a:off x="4552" y="1317"/>
              <a:ext cx="722" cy="83"/>
            </a:xfrm>
            <a:prstGeom prst="line">
              <a:avLst/>
            </a:prstGeom>
            <a:noFill/>
            <a:ln w="25400">
              <a:solidFill>
                <a:srgbClr val="FF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3385" name="Object 29"/>
            <p:cNvGraphicFramePr>
              <a:graphicFrameLocks noChangeAspect="1"/>
            </p:cNvGraphicFramePr>
            <p:nvPr/>
          </p:nvGraphicFramePr>
          <p:xfrm>
            <a:off x="4784" y="1359"/>
            <a:ext cx="236" cy="257"/>
          </p:xfrm>
          <a:graphic>
            <a:graphicData uri="http://schemas.openxmlformats.org/presentationml/2006/ole">
              <mc:AlternateContent xmlns:mc="http://schemas.openxmlformats.org/markup-compatibility/2006">
                <mc:Choice xmlns:v="urn:schemas-microsoft-com:vml" Requires="v">
                  <p:oleObj spid="_x0000_s13632" name="Equation" r:id="rId9" imgW="152268" imgH="164957" progId="Equation.DSMT4">
                    <p:embed/>
                  </p:oleObj>
                </mc:Choice>
                <mc:Fallback>
                  <p:oleObj name="Equation" r:id="rId9" imgW="152268" imgH="164957" progId="Equation.DSMT4">
                    <p:embed/>
                    <p:pic>
                      <p:nvPicPr>
                        <p:cNvPr id="0" name="Object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84" y="1359"/>
                          <a:ext cx="23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68"/>
          <p:cNvGrpSpPr>
            <a:grpSpLocks/>
          </p:cNvGrpSpPr>
          <p:nvPr/>
        </p:nvGrpSpPr>
        <p:grpSpPr bwMode="auto">
          <a:xfrm>
            <a:off x="7254875" y="2106613"/>
            <a:ext cx="1204913" cy="1973262"/>
            <a:chOff x="4570" y="1327"/>
            <a:chExt cx="759" cy="1243"/>
          </a:xfrm>
        </p:grpSpPr>
        <p:sp>
          <p:nvSpPr>
            <p:cNvPr id="13382" name="Line 28"/>
            <p:cNvSpPr>
              <a:spLocks noChangeShapeType="1"/>
            </p:cNvSpPr>
            <p:nvPr/>
          </p:nvSpPr>
          <p:spPr bwMode="auto">
            <a:xfrm flipV="1">
              <a:off x="4570" y="1327"/>
              <a:ext cx="695" cy="1243"/>
            </a:xfrm>
            <a:prstGeom prst="line">
              <a:avLst/>
            </a:prstGeom>
            <a:noFill/>
            <a:ln w="25400">
              <a:solidFill>
                <a:srgbClr val="008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3383" name="Object 30"/>
            <p:cNvGraphicFramePr>
              <a:graphicFrameLocks noChangeAspect="1"/>
            </p:cNvGraphicFramePr>
            <p:nvPr/>
          </p:nvGraphicFramePr>
          <p:xfrm>
            <a:off x="5064" y="1649"/>
            <a:ext cx="265" cy="230"/>
          </p:xfrm>
          <a:graphic>
            <a:graphicData uri="http://schemas.openxmlformats.org/presentationml/2006/ole">
              <mc:AlternateContent xmlns:mc="http://schemas.openxmlformats.org/markup-compatibility/2006">
                <mc:Choice xmlns:v="urn:schemas-microsoft-com:vml" Requires="v">
                  <p:oleObj spid="_x0000_s13633" name="Equation" r:id="rId11" imgW="190335" imgH="164957" progId="Equation.DSMT4">
                    <p:embed/>
                  </p:oleObj>
                </mc:Choice>
                <mc:Fallback>
                  <p:oleObj name="Equation" r:id="rId11" imgW="190335" imgH="164957" progId="Equation.DSMT4">
                    <p:embed/>
                    <p:pic>
                      <p:nvPicPr>
                        <p:cNvPr id="0" name="Object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64" y="1649"/>
                          <a:ext cx="265"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 name="Group 65"/>
          <p:cNvGrpSpPr>
            <a:grpSpLocks/>
          </p:cNvGrpSpPr>
          <p:nvPr/>
        </p:nvGrpSpPr>
        <p:grpSpPr bwMode="auto">
          <a:xfrm>
            <a:off x="6613525" y="1663700"/>
            <a:ext cx="1014413" cy="2641600"/>
            <a:chOff x="4166" y="1048"/>
            <a:chExt cx="639" cy="1664"/>
          </a:xfrm>
        </p:grpSpPr>
        <p:sp>
          <p:nvSpPr>
            <p:cNvPr id="13375" name="Text Box 14"/>
            <p:cNvSpPr txBox="1">
              <a:spLocks noChangeArrowheads="1"/>
            </p:cNvSpPr>
            <p:nvPr/>
          </p:nvSpPr>
          <p:spPr bwMode="auto">
            <a:xfrm>
              <a:off x="4572" y="1074"/>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rgbClr val="C60000"/>
                  </a:solidFill>
                  <a:latin typeface="楷体_GB2312" pitchFamily="49" charset="-122"/>
                </a:rPr>
                <a:t>q</a:t>
              </a:r>
            </a:p>
          </p:txBody>
        </p:sp>
        <p:sp>
          <p:nvSpPr>
            <p:cNvPr id="13376" name="Line 15"/>
            <p:cNvSpPr>
              <a:spLocks noChangeShapeType="1"/>
            </p:cNvSpPr>
            <p:nvPr/>
          </p:nvSpPr>
          <p:spPr bwMode="auto">
            <a:xfrm>
              <a:off x="4553" y="1048"/>
              <a:ext cx="0" cy="1664"/>
            </a:xfrm>
            <a:prstGeom prst="line">
              <a:avLst/>
            </a:prstGeom>
            <a:noFill/>
            <a:ln w="22225">
              <a:solidFill>
                <a:srgbClr val="5739C7"/>
              </a:solidFill>
              <a:round/>
              <a:headEnd type="triangl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nvGrpSpPr>
            <p:cNvPr id="13377" name="Group 20"/>
            <p:cNvGrpSpPr>
              <a:grpSpLocks/>
            </p:cNvGrpSpPr>
            <p:nvPr/>
          </p:nvGrpSpPr>
          <p:grpSpPr bwMode="auto">
            <a:xfrm>
              <a:off x="4166" y="1413"/>
              <a:ext cx="295" cy="576"/>
              <a:chOff x="4067" y="1284"/>
              <a:chExt cx="295" cy="576"/>
            </a:xfrm>
          </p:grpSpPr>
          <p:graphicFrame>
            <p:nvGraphicFramePr>
              <p:cNvPr id="13379" name="Object 21"/>
              <p:cNvGraphicFramePr>
                <a:graphicFrameLocks noChangeAspect="1"/>
              </p:cNvGraphicFramePr>
              <p:nvPr/>
            </p:nvGraphicFramePr>
            <p:xfrm>
              <a:off x="4067" y="1399"/>
              <a:ext cx="215" cy="300"/>
            </p:xfrm>
            <a:graphic>
              <a:graphicData uri="http://schemas.openxmlformats.org/presentationml/2006/ole">
                <mc:AlternateContent xmlns:mc="http://schemas.openxmlformats.org/markup-compatibility/2006">
                  <mc:Choice xmlns:v="urn:schemas-microsoft-com:vml" Requires="v">
                    <p:oleObj spid="_x0000_s13634" name="Equation" r:id="rId13" imgW="126725" imgH="177415" progId="Equation.DSMT4">
                      <p:embed/>
                    </p:oleObj>
                  </mc:Choice>
                  <mc:Fallback>
                    <p:oleObj name="Equation" r:id="rId13" imgW="126725" imgH="177415" progId="Equation.DSMT4">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67" y="1399"/>
                            <a:ext cx="215"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80" name="Line 22"/>
              <p:cNvSpPr>
                <a:spLocks noChangeShapeType="1"/>
              </p:cNvSpPr>
              <p:nvPr/>
            </p:nvSpPr>
            <p:spPr bwMode="auto">
              <a:xfrm>
                <a:off x="4133" y="1284"/>
                <a:ext cx="22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81" name="Line 23"/>
              <p:cNvSpPr>
                <a:spLocks noChangeShapeType="1"/>
              </p:cNvSpPr>
              <p:nvPr/>
            </p:nvSpPr>
            <p:spPr bwMode="auto">
              <a:xfrm>
                <a:off x="4306" y="1284"/>
                <a:ext cx="0" cy="576"/>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13378" name="Oval 31"/>
            <p:cNvSpPr>
              <a:spLocks noChangeArrowheads="1"/>
            </p:cNvSpPr>
            <p:nvPr/>
          </p:nvSpPr>
          <p:spPr bwMode="auto">
            <a:xfrm>
              <a:off x="4502" y="1355"/>
              <a:ext cx="96" cy="96"/>
            </a:xfrm>
            <a:prstGeom prst="ellipse">
              <a:avLst/>
            </a:prstGeom>
            <a:gradFill rotWithShape="1">
              <a:gsLst>
                <a:gs pos="0">
                  <a:srgbClr val="5E0000"/>
                </a:gs>
                <a:gs pos="100000">
                  <a:srgbClr val="CC0000"/>
                </a:gs>
              </a:gsLst>
              <a:lin ang="18900000" scaled="1"/>
            </a:gradFill>
            <a:ln w="9525">
              <a:solidFill>
                <a:srgbClr val="CC0000"/>
              </a:solidFill>
              <a:round/>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spcBef>
                  <a:spcPct val="0"/>
                </a:spcBef>
              </a:pPr>
              <a:endParaRPr lang="zh-CN" altLang="zh-CN">
                <a:solidFill>
                  <a:schemeClr val="bg1"/>
                </a:solidFill>
                <a:latin typeface="楷体_GB2312" pitchFamily="49" charset="-122"/>
              </a:endParaRPr>
            </a:p>
          </p:txBody>
        </p:sp>
      </p:grpSp>
      <p:grpSp>
        <p:nvGrpSpPr>
          <p:cNvPr id="6" name="Group 66"/>
          <p:cNvGrpSpPr>
            <a:grpSpLocks/>
          </p:cNvGrpSpPr>
          <p:nvPr/>
        </p:nvGrpSpPr>
        <p:grpSpPr bwMode="auto">
          <a:xfrm>
            <a:off x="6542088" y="3133725"/>
            <a:ext cx="1184275" cy="1219200"/>
            <a:chOff x="4121" y="1974"/>
            <a:chExt cx="746" cy="768"/>
          </a:xfrm>
        </p:grpSpPr>
        <p:grpSp>
          <p:nvGrpSpPr>
            <p:cNvPr id="13368" name="Group 16"/>
            <p:cNvGrpSpPr>
              <a:grpSpLocks/>
            </p:cNvGrpSpPr>
            <p:nvPr/>
          </p:nvGrpSpPr>
          <p:grpSpPr bwMode="auto">
            <a:xfrm>
              <a:off x="4121" y="1974"/>
              <a:ext cx="340" cy="594"/>
              <a:chOff x="4121" y="2007"/>
              <a:chExt cx="340" cy="594"/>
            </a:xfrm>
          </p:grpSpPr>
          <p:graphicFrame>
            <p:nvGraphicFramePr>
              <p:cNvPr id="13372" name="Object 17"/>
              <p:cNvGraphicFramePr>
                <a:graphicFrameLocks noChangeAspect="1"/>
              </p:cNvGraphicFramePr>
              <p:nvPr/>
            </p:nvGraphicFramePr>
            <p:xfrm>
              <a:off x="4121" y="2154"/>
              <a:ext cx="261" cy="281"/>
            </p:xfrm>
            <a:graphic>
              <a:graphicData uri="http://schemas.openxmlformats.org/presentationml/2006/ole">
                <mc:AlternateContent xmlns:mc="http://schemas.openxmlformats.org/markup-compatibility/2006">
                  <mc:Choice xmlns:v="urn:schemas-microsoft-com:vml" Requires="v">
                    <p:oleObj spid="_x0000_s13635" name="Equation" r:id="rId15" imgW="164814" imgH="177492" progId="Equation.DSMT4">
                      <p:embed/>
                    </p:oleObj>
                  </mc:Choice>
                  <mc:Fallback>
                    <p:oleObj name="Equation" r:id="rId15" imgW="164814" imgH="177492" progId="Equation.DSMT4">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21" y="2154"/>
                            <a:ext cx="261"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73" name="Line 18"/>
              <p:cNvSpPr>
                <a:spLocks noChangeShapeType="1"/>
              </p:cNvSpPr>
              <p:nvPr/>
            </p:nvSpPr>
            <p:spPr bwMode="auto">
              <a:xfrm>
                <a:off x="4232" y="2601"/>
                <a:ext cx="22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74" name="Line 19"/>
              <p:cNvSpPr>
                <a:spLocks noChangeShapeType="1"/>
              </p:cNvSpPr>
              <p:nvPr/>
            </p:nvSpPr>
            <p:spPr bwMode="auto">
              <a:xfrm>
                <a:off x="4405" y="2007"/>
                <a:ext cx="0" cy="576"/>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3369" name="Group 64"/>
            <p:cNvGrpSpPr>
              <a:grpSpLocks/>
            </p:cNvGrpSpPr>
            <p:nvPr/>
          </p:nvGrpSpPr>
          <p:grpSpPr bwMode="auto">
            <a:xfrm>
              <a:off x="4507" y="2432"/>
              <a:ext cx="360" cy="310"/>
              <a:chOff x="4507" y="2455"/>
              <a:chExt cx="360" cy="310"/>
            </a:xfrm>
          </p:grpSpPr>
          <p:graphicFrame>
            <p:nvGraphicFramePr>
              <p:cNvPr id="13370" name="Object 24"/>
              <p:cNvGraphicFramePr>
                <a:graphicFrameLocks noChangeAspect="1"/>
              </p:cNvGraphicFramePr>
              <p:nvPr/>
            </p:nvGraphicFramePr>
            <p:xfrm>
              <a:off x="4615" y="2455"/>
              <a:ext cx="252" cy="310"/>
            </p:xfrm>
            <a:graphic>
              <a:graphicData uri="http://schemas.openxmlformats.org/presentationml/2006/ole">
                <mc:AlternateContent xmlns:mc="http://schemas.openxmlformats.org/markup-compatibility/2006">
                  <mc:Choice xmlns:v="urn:schemas-microsoft-com:vml" Requires="v">
                    <p:oleObj spid="_x0000_s13636" name="Equation" r:id="rId17" imgW="164957" imgH="203024" progId="Equation.DSMT4">
                      <p:embed/>
                    </p:oleObj>
                  </mc:Choice>
                  <mc:Fallback>
                    <p:oleObj name="Equation" r:id="rId17" imgW="164957" imgH="203024" progId="Equation.DSMT4">
                      <p:embed/>
                      <p:pic>
                        <p:nvPicPr>
                          <p:cNvPr id="0"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15" y="2455"/>
                            <a:ext cx="252"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71" name="Oval 32"/>
              <p:cNvSpPr>
                <a:spLocks noChangeArrowheads="1"/>
              </p:cNvSpPr>
              <p:nvPr/>
            </p:nvSpPr>
            <p:spPr bwMode="auto">
              <a:xfrm>
                <a:off x="4507" y="2543"/>
                <a:ext cx="96" cy="96"/>
              </a:xfrm>
              <a:prstGeom prst="ellipse">
                <a:avLst/>
              </a:prstGeom>
              <a:gradFill rotWithShape="1">
                <a:gsLst>
                  <a:gs pos="0">
                    <a:srgbClr val="003B00"/>
                  </a:gs>
                  <a:gs pos="100000">
                    <a:srgbClr val="00800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spcBef>
                    <a:spcPct val="0"/>
                  </a:spcBef>
                </a:pPr>
                <a:endParaRPr lang="zh-CN" altLang="zh-CN">
                  <a:solidFill>
                    <a:schemeClr val="bg1"/>
                  </a:solidFill>
                  <a:latin typeface="楷体_GB2312" pitchFamily="49" charset="-122"/>
                </a:endParaRPr>
              </a:p>
            </p:txBody>
          </p:sp>
        </p:grpSp>
      </p:grpSp>
      <p:grpSp>
        <p:nvGrpSpPr>
          <p:cNvPr id="9" name="Group 63"/>
          <p:cNvGrpSpPr>
            <a:grpSpLocks/>
          </p:cNvGrpSpPr>
          <p:nvPr/>
        </p:nvGrpSpPr>
        <p:grpSpPr bwMode="auto">
          <a:xfrm>
            <a:off x="971550" y="1700213"/>
            <a:ext cx="3527425" cy="1768475"/>
            <a:chOff x="612" y="1071"/>
            <a:chExt cx="2222" cy="1114"/>
          </a:xfrm>
        </p:grpSpPr>
        <p:sp>
          <p:nvSpPr>
            <p:cNvPr id="13356" name="Rectangle 33"/>
            <p:cNvSpPr>
              <a:spLocks noChangeArrowheads="1"/>
            </p:cNvSpPr>
            <p:nvPr/>
          </p:nvSpPr>
          <p:spPr bwMode="auto">
            <a:xfrm>
              <a:off x="657" y="1071"/>
              <a:ext cx="2132" cy="907"/>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3357" name="Text Box 34"/>
            <p:cNvSpPr txBox="1">
              <a:spLocks noChangeArrowheads="1"/>
            </p:cNvSpPr>
            <p:nvPr/>
          </p:nvSpPr>
          <p:spPr bwMode="auto">
            <a:xfrm>
              <a:off x="1749" y="1109"/>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rgbClr val="C60000"/>
                  </a:solidFill>
                  <a:latin typeface="楷体_GB2312" pitchFamily="49" charset="-122"/>
                </a:rPr>
                <a:t>q</a:t>
              </a:r>
            </a:p>
          </p:txBody>
        </p:sp>
        <p:grpSp>
          <p:nvGrpSpPr>
            <p:cNvPr id="13358" name="Group 35"/>
            <p:cNvGrpSpPr>
              <a:grpSpLocks/>
            </p:cNvGrpSpPr>
            <p:nvPr/>
          </p:nvGrpSpPr>
          <p:grpSpPr bwMode="auto">
            <a:xfrm>
              <a:off x="612" y="1933"/>
              <a:ext cx="2222" cy="252"/>
              <a:chOff x="731" y="3181"/>
              <a:chExt cx="2926" cy="279"/>
            </a:xfrm>
          </p:grpSpPr>
          <p:grpSp>
            <p:nvGrpSpPr>
              <p:cNvPr id="13364" name="Group 36"/>
              <p:cNvGrpSpPr>
                <a:grpSpLocks/>
              </p:cNvGrpSpPr>
              <p:nvPr/>
            </p:nvGrpSpPr>
            <p:grpSpPr bwMode="auto">
              <a:xfrm>
                <a:off x="832" y="3252"/>
                <a:ext cx="205" cy="208"/>
                <a:chOff x="832" y="3252"/>
                <a:chExt cx="205" cy="208"/>
              </a:xfrm>
            </p:grpSpPr>
            <p:sp>
              <p:nvSpPr>
                <p:cNvPr id="13366" name="Line 37"/>
                <p:cNvSpPr>
                  <a:spLocks noChangeShapeType="1"/>
                </p:cNvSpPr>
                <p:nvPr/>
              </p:nvSpPr>
              <p:spPr bwMode="auto">
                <a:xfrm>
                  <a:off x="938" y="3252"/>
                  <a:ext cx="0" cy="20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67" name="Line 38"/>
                <p:cNvSpPr>
                  <a:spLocks noChangeShapeType="1"/>
                </p:cNvSpPr>
                <p:nvPr/>
              </p:nvSpPr>
              <p:spPr bwMode="auto">
                <a:xfrm rot="-5400000">
                  <a:off x="935" y="3357"/>
                  <a:ext cx="0" cy="205"/>
                </a:xfrm>
                <a:prstGeom prst="line">
                  <a:avLst/>
                </a:prstGeom>
                <a:noFill/>
                <a:ln w="571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3365" name="Rectangle 39" descr="宽上对角线"/>
              <p:cNvSpPr>
                <a:spLocks noChangeArrowheads="1"/>
              </p:cNvSpPr>
              <p:nvPr/>
            </p:nvSpPr>
            <p:spPr bwMode="auto">
              <a:xfrm>
                <a:off x="731" y="3181"/>
                <a:ext cx="2926" cy="101"/>
              </a:xfrm>
              <a:prstGeom prst="rect">
                <a:avLst/>
              </a:prstGeom>
              <a:pattFill prst="wdUpDiag">
                <a:fgClr>
                  <a:srgbClr val="599390"/>
                </a:fgClr>
                <a:bgClr>
                  <a:srgbClr val="BFBFBF"/>
                </a:bgClr>
              </a:pattFill>
              <a:ln w="9525">
                <a:solidFill>
                  <a:srgbClr val="5B97A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sp>
          <p:nvSpPr>
            <p:cNvPr id="13359" name="Oval 40"/>
            <p:cNvSpPr>
              <a:spLocks noChangeArrowheads="1"/>
            </p:cNvSpPr>
            <p:nvPr/>
          </p:nvSpPr>
          <p:spPr bwMode="auto">
            <a:xfrm>
              <a:off x="1674" y="1317"/>
              <a:ext cx="96" cy="96"/>
            </a:xfrm>
            <a:prstGeom prst="ellipse">
              <a:avLst/>
            </a:prstGeom>
            <a:gradFill rotWithShape="1">
              <a:gsLst>
                <a:gs pos="0">
                  <a:srgbClr val="5E0000"/>
                </a:gs>
                <a:gs pos="100000">
                  <a:srgbClr val="CC0000"/>
                </a:gs>
              </a:gsLst>
              <a:lin ang="18900000" scaled="1"/>
            </a:gradFill>
            <a:ln w="9525">
              <a:solidFill>
                <a:srgbClr val="CC0000"/>
              </a:solidFill>
              <a:round/>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spcBef>
                  <a:spcPct val="0"/>
                </a:spcBef>
              </a:pPr>
              <a:endParaRPr lang="zh-CN" altLang="zh-CN">
                <a:solidFill>
                  <a:schemeClr val="bg1"/>
                </a:solidFill>
                <a:latin typeface="楷体_GB2312" pitchFamily="49" charset="-122"/>
              </a:endParaRPr>
            </a:p>
          </p:txBody>
        </p:sp>
        <p:grpSp>
          <p:nvGrpSpPr>
            <p:cNvPr id="13360" name="Group 41"/>
            <p:cNvGrpSpPr>
              <a:grpSpLocks/>
            </p:cNvGrpSpPr>
            <p:nvPr/>
          </p:nvGrpSpPr>
          <p:grpSpPr bwMode="auto">
            <a:xfrm>
              <a:off x="1366" y="1371"/>
              <a:ext cx="292" cy="576"/>
              <a:chOff x="1366" y="1280"/>
              <a:chExt cx="292" cy="576"/>
            </a:xfrm>
          </p:grpSpPr>
          <p:sp>
            <p:nvSpPr>
              <p:cNvPr id="13361" name="Line 42"/>
              <p:cNvSpPr>
                <a:spLocks noChangeShapeType="1"/>
              </p:cNvSpPr>
              <p:nvPr/>
            </p:nvSpPr>
            <p:spPr bwMode="auto">
              <a:xfrm>
                <a:off x="1429" y="1280"/>
                <a:ext cx="22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62" name="Line 43"/>
              <p:cNvSpPr>
                <a:spLocks noChangeShapeType="1"/>
              </p:cNvSpPr>
              <p:nvPr/>
            </p:nvSpPr>
            <p:spPr bwMode="auto">
              <a:xfrm>
                <a:off x="1593" y="1280"/>
                <a:ext cx="0" cy="576"/>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3363" name="Object 44"/>
              <p:cNvGraphicFramePr>
                <a:graphicFrameLocks noChangeAspect="1"/>
              </p:cNvGraphicFramePr>
              <p:nvPr/>
            </p:nvGraphicFramePr>
            <p:xfrm>
              <a:off x="1366" y="1440"/>
              <a:ext cx="214" cy="300"/>
            </p:xfrm>
            <a:graphic>
              <a:graphicData uri="http://schemas.openxmlformats.org/presentationml/2006/ole">
                <mc:AlternateContent xmlns:mc="http://schemas.openxmlformats.org/markup-compatibility/2006">
                  <mc:Choice xmlns:v="urn:schemas-microsoft-com:vml" Requires="v">
                    <p:oleObj spid="_x0000_s13637" name="Equation" r:id="rId19" imgW="126725" imgH="177415" progId="Equation.DSMT4">
                      <p:embed/>
                    </p:oleObj>
                  </mc:Choice>
                  <mc:Fallback>
                    <p:oleObj name="Equation" r:id="rId19" imgW="126725" imgH="177415" progId="Equation.DSMT4">
                      <p:embed/>
                      <p:pic>
                        <p:nvPicPr>
                          <p:cNvPr id="0" name="Object 4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66" y="1440"/>
                            <a:ext cx="214"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13" name="Group 45"/>
          <p:cNvGrpSpPr>
            <a:grpSpLocks/>
          </p:cNvGrpSpPr>
          <p:nvPr/>
        </p:nvGrpSpPr>
        <p:grpSpPr bwMode="auto">
          <a:xfrm flipV="1">
            <a:off x="1119188" y="3068638"/>
            <a:ext cx="3170237" cy="7937"/>
            <a:chOff x="741" y="3141"/>
            <a:chExt cx="2908" cy="9"/>
          </a:xfrm>
        </p:grpSpPr>
        <p:sp>
          <p:nvSpPr>
            <p:cNvPr id="13339" name="Line 46"/>
            <p:cNvSpPr>
              <a:spLocks noChangeShapeType="1"/>
            </p:cNvSpPr>
            <p:nvPr/>
          </p:nvSpPr>
          <p:spPr bwMode="auto">
            <a:xfrm>
              <a:off x="2154" y="3147"/>
              <a:ext cx="91"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40" name="Group 47"/>
            <p:cNvGrpSpPr>
              <a:grpSpLocks/>
            </p:cNvGrpSpPr>
            <p:nvPr/>
          </p:nvGrpSpPr>
          <p:grpSpPr bwMode="auto">
            <a:xfrm>
              <a:off x="741" y="3144"/>
              <a:ext cx="1363" cy="6"/>
              <a:chOff x="741" y="3117"/>
              <a:chExt cx="1363" cy="6"/>
            </a:xfrm>
          </p:grpSpPr>
          <p:sp>
            <p:nvSpPr>
              <p:cNvPr id="13349" name="Line 48"/>
              <p:cNvSpPr>
                <a:spLocks noChangeShapeType="1"/>
              </p:cNvSpPr>
              <p:nvPr/>
            </p:nvSpPr>
            <p:spPr bwMode="auto">
              <a:xfrm>
                <a:off x="2013" y="3123"/>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0" name="Line 49"/>
              <p:cNvSpPr>
                <a:spLocks noChangeShapeType="1"/>
              </p:cNvSpPr>
              <p:nvPr/>
            </p:nvSpPr>
            <p:spPr bwMode="auto">
              <a:xfrm>
                <a:off x="1866"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1" name="Line 50"/>
              <p:cNvSpPr>
                <a:spLocks noChangeShapeType="1"/>
              </p:cNvSpPr>
              <p:nvPr/>
            </p:nvSpPr>
            <p:spPr bwMode="auto">
              <a:xfrm>
                <a:off x="1710" y="3117"/>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2" name="Line 51"/>
              <p:cNvSpPr>
                <a:spLocks noChangeShapeType="1"/>
              </p:cNvSpPr>
              <p:nvPr/>
            </p:nvSpPr>
            <p:spPr bwMode="auto">
              <a:xfrm>
                <a:off x="1515"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3" name="Line 52"/>
              <p:cNvSpPr>
                <a:spLocks noChangeShapeType="1"/>
              </p:cNvSpPr>
              <p:nvPr/>
            </p:nvSpPr>
            <p:spPr bwMode="auto">
              <a:xfrm>
                <a:off x="1299"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4" name="Line 53"/>
              <p:cNvSpPr>
                <a:spLocks noChangeShapeType="1"/>
              </p:cNvSpPr>
              <p:nvPr/>
            </p:nvSpPr>
            <p:spPr bwMode="auto">
              <a:xfrm>
                <a:off x="1038"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5" name="Line 54"/>
              <p:cNvSpPr>
                <a:spLocks noChangeShapeType="1"/>
              </p:cNvSpPr>
              <p:nvPr/>
            </p:nvSpPr>
            <p:spPr bwMode="auto">
              <a:xfrm>
                <a:off x="741"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41" name="Group 55"/>
            <p:cNvGrpSpPr>
              <a:grpSpLocks/>
            </p:cNvGrpSpPr>
            <p:nvPr/>
          </p:nvGrpSpPr>
          <p:grpSpPr bwMode="auto">
            <a:xfrm flipH="1">
              <a:off x="2286" y="3141"/>
              <a:ext cx="1363" cy="6"/>
              <a:chOff x="741" y="3117"/>
              <a:chExt cx="1363" cy="6"/>
            </a:xfrm>
          </p:grpSpPr>
          <p:sp>
            <p:nvSpPr>
              <p:cNvPr id="13342" name="Line 56"/>
              <p:cNvSpPr>
                <a:spLocks noChangeShapeType="1"/>
              </p:cNvSpPr>
              <p:nvPr/>
            </p:nvSpPr>
            <p:spPr bwMode="auto">
              <a:xfrm>
                <a:off x="2013" y="3123"/>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3" name="Line 57"/>
              <p:cNvSpPr>
                <a:spLocks noChangeShapeType="1"/>
              </p:cNvSpPr>
              <p:nvPr/>
            </p:nvSpPr>
            <p:spPr bwMode="auto">
              <a:xfrm>
                <a:off x="1866"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4" name="Line 58"/>
              <p:cNvSpPr>
                <a:spLocks noChangeShapeType="1"/>
              </p:cNvSpPr>
              <p:nvPr/>
            </p:nvSpPr>
            <p:spPr bwMode="auto">
              <a:xfrm>
                <a:off x="1710" y="3117"/>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5" name="Line 59"/>
              <p:cNvSpPr>
                <a:spLocks noChangeShapeType="1"/>
              </p:cNvSpPr>
              <p:nvPr/>
            </p:nvSpPr>
            <p:spPr bwMode="auto">
              <a:xfrm>
                <a:off x="1515"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6" name="Line 60"/>
              <p:cNvSpPr>
                <a:spLocks noChangeShapeType="1"/>
              </p:cNvSpPr>
              <p:nvPr/>
            </p:nvSpPr>
            <p:spPr bwMode="auto">
              <a:xfrm>
                <a:off x="1299"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7" name="Line 61"/>
              <p:cNvSpPr>
                <a:spLocks noChangeShapeType="1"/>
              </p:cNvSpPr>
              <p:nvPr/>
            </p:nvSpPr>
            <p:spPr bwMode="auto">
              <a:xfrm>
                <a:off x="1038"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8" name="Line 62"/>
              <p:cNvSpPr>
                <a:spLocks noChangeShapeType="1"/>
              </p:cNvSpPr>
              <p:nvPr/>
            </p:nvSpPr>
            <p:spPr bwMode="auto">
              <a:xfrm>
                <a:off x="741"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3335" name="AutoShape 69">
            <a:hlinkClick r:id="rId21"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3336" name="AutoShape 70">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3337" name="AutoShape 71">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3338" name="AutoShape 72">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46856"/>
                                        </p:tgtEl>
                                        <p:attrNameLst>
                                          <p:attrName>style.visibility</p:attrName>
                                        </p:attrNameLst>
                                      </p:cBhvr>
                                      <p:to>
                                        <p:strVal val="visible"/>
                                      </p:to>
                                    </p:set>
                                    <p:animEffect transition="in" filter="wipe(up)">
                                      <p:cBhvr>
                                        <p:cTn id="7" dur="2000"/>
                                        <p:tgtEl>
                                          <p:spTgt spid="8468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46850"/>
                                        </p:tgtEl>
                                        <p:attrNameLst>
                                          <p:attrName>style.visibility</p:attrName>
                                        </p:attrNameLst>
                                      </p:cBhvr>
                                      <p:to>
                                        <p:strVal val="visible"/>
                                      </p:to>
                                    </p:set>
                                    <p:animEffect transition="in" filter="wipe(up)">
                                      <p:cBhvr>
                                        <p:cTn id="12" dur="2000"/>
                                        <p:tgtEl>
                                          <p:spTgt spid="846850"/>
                                        </p:tgtEl>
                                      </p:cBhvr>
                                    </p:animEffect>
                                  </p:childTnLst>
                                </p:cTn>
                              </p:par>
                            </p:childTnLst>
                          </p:cTn>
                        </p:par>
                        <p:par>
                          <p:cTn id="13" fill="hold" nodeType="afterGroup">
                            <p:stCondLst>
                              <p:cond delay="2000"/>
                            </p:stCondLst>
                            <p:childTnLst>
                              <p:par>
                                <p:cTn id="14" presetID="10" presetClass="entr" presetSubtype="0"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2000"/>
                                        <p:tgtEl>
                                          <p:spTgt spid="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4685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46861"/>
                                        </p:tgtEl>
                                        <p:attrNameLst>
                                          <p:attrName>style.visibility</p:attrName>
                                        </p:attrNameLst>
                                      </p:cBhvr>
                                      <p:to>
                                        <p:strVal val="visible"/>
                                      </p:to>
                                    </p:set>
                                    <p:animEffect transition="in" filter="fade">
                                      <p:cBhvr>
                                        <p:cTn id="29" dur="2000"/>
                                        <p:tgtEl>
                                          <p:spTgt spid="846861"/>
                                        </p:tgtEl>
                                      </p:cBhvr>
                                    </p:animEffect>
                                  </p:childTnLst>
                                </p:cTn>
                              </p:par>
                            </p:childTnLst>
                          </p:cTn>
                        </p:par>
                        <p:par>
                          <p:cTn id="30" fill="hold" nodeType="afterGroup">
                            <p:stCondLst>
                              <p:cond delay="2000"/>
                            </p:stCondLst>
                            <p:childTnLst>
                              <p:par>
                                <p:cTn id="31" presetID="10" presetClass="entr" presetSubtype="0"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2000"/>
                                        <p:tgtEl>
                                          <p:spTgt spid="4"/>
                                        </p:tgtEl>
                                      </p:cBhvr>
                                    </p:animEffect>
                                  </p:childTnLst>
                                </p:cTn>
                              </p:par>
                            </p:childTnLst>
                          </p:cTn>
                        </p:par>
                        <p:par>
                          <p:cTn id="34" fill="hold" nodeType="afterGroup">
                            <p:stCondLst>
                              <p:cond delay="4000"/>
                            </p:stCondLst>
                            <p:childTnLst>
                              <p:par>
                                <p:cTn id="35" presetID="1" presetClass="entr" presetSubtype="0" fill="hold" grpId="0" nodeType="afterEffect">
                                  <p:stCondLst>
                                    <p:cond delay="0"/>
                                  </p:stCondLst>
                                  <p:childTnLst>
                                    <p:set>
                                      <p:cBhvr>
                                        <p:cTn id="36" dur="1" fill="hold">
                                          <p:stCondLst>
                                            <p:cond delay="0"/>
                                          </p:stCondLst>
                                        </p:cTn>
                                        <p:tgtEl>
                                          <p:spTgt spid="846874"/>
                                        </p:tgtEl>
                                        <p:attrNameLst>
                                          <p:attrName>style.visibility</p:attrName>
                                        </p:attrNameLst>
                                      </p:cBhvr>
                                      <p:to>
                                        <p:strVal val="visible"/>
                                      </p:to>
                                    </p:set>
                                  </p:childTnLst>
                                </p:cTn>
                              </p:par>
                            </p:childTnLst>
                          </p:cTn>
                        </p:par>
                        <p:par>
                          <p:cTn id="37" fill="hold" nodeType="afterGroup">
                            <p:stCondLst>
                              <p:cond delay="4000"/>
                            </p:stCondLst>
                            <p:childTnLst>
                              <p:par>
                                <p:cTn id="38" presetID="10" presetClass="entr" presetSubtype="0" fill="hold" grpId="0" nodeType="afterEffect">
                                  <p:stCondLst>
                                    <p:cond delay="0"/>
                                  </p:stCondLst>
                                  <p:childTnLst>
                                    <p:set>
                                      <p:cBhvr>
                                        <p:cTn id="39" dur="1" fill="hold">
                                          <p:stCondLst>
                                            <p:cond delay="0"/>
                                          </p:stCondLst>
                                        </p:cTn>
                                        <p:tgtEl>
                                          <p:spTgt spid="846860"/>
                                        </p:tgtEl>
                                        <p:attrNameLst>
                                          <p:attrName>style.visibility</p:attrName>
                                        </p:attrNameLst>
                                      </p:cBhvr>
                                      <p:to>
                                        <p:strVal val="visible"/>
                                      </p:to>
                                    </p:set>
                                    <p:animEffect transition="in" filter="fade">
                                      <p:cBhvr>
                                        <p:cTn id="40" dur="2000"/>
                                        <p:tgtEl>
                                          <p:spTgt spid="846860"/>
                                        </p:tgtEl>
                                      </p:cBhvr>
                                    </p:animEffect>
                                  </p:childTnLst>
                                </p:cTn>
                              </p:par>
                            </p:childTnLst>
                          </p:cTn>
                        </p:par>
                        <p:par>
                          <p:cTn id="41" fill="hold" nodeType="afterGroup">
                            <p:stCondLst>
                              <p:cond delay="6000"/>
                            </p:stCondLst>
                            <p:childTnLst>
                              <p:par>
                                <p:cTn id="42" presetID="10" presetClass="entr" presetSubtype="0" fill="hold" nodeType="after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2000"/>
                                        <p:tgtEl>
                                          <p:spTgt spid="6"/>
                                        </p:tgtEl>
                                      </p:cBhvr>
                                    </p:animEffect>
                                  </p:childTnLst>
                                </p:cTn>
                              </p:par>
                            </p:childTnLst>
                          </p:cTn>
                        </p:par>
                        <p:par>
                          <p:cTn id="45" fill="hold" nodeType="afterGroup">
                            <p:stCondLst>
                              <p:cond delay="8000"/>
                            </p:stCondLst>
                            <p:childTnLst>
                              <p:par>
                                <p:cTn id="46" presetID="10" presetClass="entr" presetSubtype="0" fill="hold" nodeType="after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fade">
                                      <p:cBhvr>
                                        <p:cTn id="48" dur="2000"/>
                                        <p:tgtEl>
                                          <p:spTgt spid="2"/>
                                        </p:tgtEl>
                                      </p:cBhvr>
                                    </p:animEffect>
                                  </p:childTnLst>
                                </p:cTn>
                              </p:par>
                            </p:childTnLst>
                          </p:cTn>
                        </p:par>
                        <p:par>
                          <p:cTn id="49" fill="hold" nodeType="afterGroup">
                            <p:stCondLst>
                              <p:cond delay="10000"/>
                            </p:stCondLst>
                            <p:childTnLst>
                              <p:par>
                                <p:cTn id="50" presetID="10" presetClass="entr" presetSubtype="0" fill="hold" nodeType="after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fade">
                                      <p:cBhvr>
                                        <p:cTn id="52" dur="2000"/>
                                        <p:tgtEl>
                                          <p:spTgt spid="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846857"/>
                                        </p:tgtEl>
                                        <p:attrNameLst>
                                          <p:attrName>style.visibility</p:attrName>
                                        </p:attrNameLst>
                                      </p:cBhvr>
                                      <p:to>
                                        <p:strVal val="visible"/>
                                      </p:to>
                                    </p:set>
                                    <p:animEffect transition="in" filter="wipe(up)">
                                      <p:cBhvr>
                                        <p:cTn id="57" dur="2000"/>
                                        <p:tgtEl>
                                          <p:spTgt spid="846857"/>
                                        </p:tgtEl>
                                      </p:cBhvr>
                                    </p:animEffect>
                                  </p:childTnLst>
                                </p:cTn>
                              </p:par>
                            </p:childTnLst>
                          </p:cTn>
                        </p:par>
                        <p:par>
                          <p:cTn id="58" fill="hold" nodeType="afterGroup">
                            <p:stCondLst>
                              <p:cond delay="2000"/>
                            </p:stCondLst>
                            <p:childTnLst>
                              <p:par>
                                <p:cTn id="59" presetID="22" presetClass="entr" presetSubtype="1" fill="hold" nodeType="afterEffect">
                                  <p:stCondLst>
                                    <p:cond delay="0"/>
                                  </p:stCondLst>
                                  <p:childTnLst>
                                    <p:set>
                                      <p:cBhvr>
                                        <p:cTn id="60" dur="1" fill="hold">
                                          <p:stCondLst>
                                            <p:cond delay="0"/>
                                          </p:stCondLst>
                                        </p:cTn>
                                        <p:tgtEl>
                                          <p:spTgt spid="846852"/>
                                        </p:tgtEl>
                                        <p:attrNameLst>
                                          <p:attrName>style.visibility</p:attrName>
                                        </p:attrNameLst>
                                      </p:cBhvr>
                                      <p:to>
                                        <p:strVal val="visible"/>
                                      </p:to>
                                    </p:set>
                                    <p:animEffect transition="in" filter="wipe(up)">
                                      <p:cBhvr>
                                        <p:cTn id="61" dur="2000"/>
                                        <p:tgtEl>
                                          <p:spTgt spid="846852"/>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846858"/>
                                        </p:tgtEl>
                                        <p:attrNameLst>
                                          <p:attrName>style.visibility</p:attrName>
                                        </p:attrNameLst>
                                      </p:cBhvr>
                                      <p:to>
                                        <p:strVal val="visible"/>
                                      </p:to>
                                    </p:set>
                                    <p:animEffect transition="in" filter="wipe(up)">
                                      <p:cBhvr>
                                        <p:cTn id="66" dur="2000"/>
                                        <p:tgtEl>
                                          <p:spTgt spid="846858"/>
                                        </p:tgtEl>
                                      </p:cBhvr>
                                    </p:animEffect>
                                  </p:childTnLst>
                                </p:cTn>
                              </p:par>
                            </p:childTnLst>
                          </p:cTn>
                        </p:par>
                        <p:par>
                          <p:cTn id="67" fill="hold" nodeType="afterGroup">
                            <p:stCondLst>
                              <p:cond delay="2000"/>
                            </p:stCondLst>
                            <p:childTnLst>
                              <p:par>
                                <p:cTn id="68" presetID="22" presetClass="entr" presetSubtype="1" fill="hold" nodeType="afterEffect">
                                  <p:stCondLst>
                                    <p:cond delay="0"/>
                                  </p:stCondLst>
                                  <p:childTnLst>
                                    <p:set>
                                      <p:cBhvr>
                                        <p:cTn id="69" dur="1" fill="hold">
                                          <p:stCondLst>
                                            <p:cond delay="0"/>
                                          </p:stCondLst>
                                        </p:cTn>
                                        <p:tgtEl>
                                          <p:spTgt spid="846853"/>
                                        </p:tgtEl>
                                        <p:attrNameLst>
                                          <p:attrName>style.visibility</p:attrName>
                                        </p:attrNameLst>
                                      </p:cBhvr>
                                      <p:to>
                                        <p:strVal val="visible"/>
                                      </p:to>
                                    </p:set>
                                    <p:animEffect transition="in" filter="wipe(up)">
                                      <p:cBhvr>
                                        <p:cTn id="70" dur="2000"/>
                                        <p:tgtEl>
                                          <p:spTgt spid="846853"/>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846873"/>
                                        </p:tgtEl>
                                        <p:attrNameLst>
                                          <p:attrName>style.visibility</p:attrName>
                                        </p:attrNameLst>
                                      </p:cBhvr>
                                      <p:to>
                                        <p:strVal val="visible"/>
                                      </p:to>
                                    </p:set>
                                  </p:childTnLst>
                                </p:cTn>
                              </p:par>
                              <p:par>
                                <p:cTn id="75" presetID="24" presetClass="emph" presetSubtype="0" fill="hold" grpId="1" nodeType="withEffect">
                                  <p:stCondLst>
                                    <p:cond delay="0"/>
                                  </p:stCondLst>
                                  <p:childTnLst>
                                    <p:animClr clrSpc="hsl" dir="cw">
                                      <p:cBhvr override="childStyle">
                                        <p:cTn id="76" dur="500" fill="hold"/>
                                        <p:tgtEl>
                                          <p:spTgt spid="846861"/>
                                        </p:tgtEl>
                                        <p:attrNameLst>
                                          <p:attrName>style.color</p:attrName>
                                        </p:attrNameLst>
                                      </p:cBhvr>
                                      <p:by>
                                        <p:hsl h="0" s="-12549" l="-25098"/>
                                      </p:by>
                                    </p:animClr>
                                    <p:animClr clrSpc="hsl" dir="cw">
                                      <p:cBhvr>
                                        <p:cTn id="77" dur="500" fill="hold"/>
                                        <p:tgtEl>
                                          <p:spTgt spid="846861"/>
                                        </p:tgtEl>
                                        <p:attrNameLst>
                                          <p:attrName>fillcolor</p:attrName>
                                        </p:attrNameLst>
                                      </p:cBhvr>
                                      <p:by>
                                        <p:hsl h="0" s="-12549" l="-25098"/>
                                      </p:by>
                                    </p:animClr>
                                    <p:animClr clrSpc="hsl" dir="cw">
                                      <p:cBhvr>
                                        <p:cTn id="78" dur="500" fill="hold"/>
                                        <p:tgtEl>
                                          <p:spTgt spid="846861"/>
                                        </p:tgtEl>
                                        <p:attrNameLst>
                                          <p:attrName>stroke.color</p:attrName>
                                        </p:attrNameLst>
                                      </p:cBhvr>
                                      <p:by>
                                        <p:hsl h="0" s="-12549" l="-25098"/>
                                      </p:by>
                                    </p:animClr>
                                    <p:set>
                                      <p:cBhvr>
                                        <p:cTn id="79" dur="500" fill="hold"/>
                                        <p:tgtEl>
                                          <p:spTgt spid="846861"/>
                                        </p:tgtEl>
                                        <p:attrNameLst>
                                          <p:attrName>fill.type</p:attrName>
                                        </p:attrNameLst>
                                      </p:cBhvr>
                                      <p:to>
                                        <p:strVal val="solid"/>
                                      </p:to>
                                    </p:se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846859"/>
                                        </p:tgtEl>
                                        <p:attrNameLst>
                                          <p:attrName>style.visibility</p:attrName>
                                        </p:attrNameLst>
                                      </p:cBhvr>
                                      <p:to>
                                        <p:strVal val="visible"/>
                                      </p:to>
                                    </p:set>
                                    <p:animEffect transition="in" filter="wipe(up)">
                                      <p:cBhvr>
                                        <p:cTn id="84" dur="2000"/>
                                        <p:tgtEl>
                                          <p:spTgt spid="846859"/>
                                        </p:tgtEl>
                                      </p:cBhvr>
                                    </p:animEffect>
                                  </p:childTnLst>
                                </p:cTn>
                              </p:par>
                            </p:childTnLst>
                          </p:cTn>
                        </p:par>
                        <p:par>
                          <p:cTn id="85" fill="hold" nodeType="afterGroup">
                            <p:stCondLst>
                              <p:cond delay="2000"/>
                            </p:stCondLst>
                            <p:childTnLst>
                              <p:par>
                                <p:cTn id="86" presetID="22" presetClass="entr" presetSubtype="1" fill="hold" nodeType="afterEffect">
                                  <p:stCondLst>
                                    <p:cond delay="0"/>
                                  </p:stCondLst>
                                  <p:childTnLst>
                                    <p:set>
                                      <p:cBhvr>
                                        <p:cTn id="87" dur="1" fill="hold">
                                          <p:stCondLst>
                                            <p:cond delay="0"/>
                                          </p:stCondLst>
                                        </p:cTn>
                                        <p:tgtEl>
                                          <p:spTgt spid="846854"/>
                                        </p:tgtEl>
                                        <p:attrNameLst>
                                          <p:attrName>style.visibility</p:attrName>
                                        </p:attrNameLst>
                                      </p:cBhvr>
                                      <p:to>
                                        <p:strVal val="visible"/>
                                      </p:to>
                                    </p:set>
                                    <p:animEffect transition="in" filter="wipe(up)">
                                      <p:cBhvr>
                                        <p:cTn id="88" dur="2000"/>
                                        <p:tgtEl>
                                          <p:spTgt spid="846854"/>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1" fill="hold" grpId="0" nodeType="clickEffect">
                                  <p:stCondLst>
                                    <p:cond delay="0"/>
                                  </p:stCondLst>
                                  <p:childTnLst>
                                    <p:set>
                                      <p:cBhvr>
                                        <p:cTn id="92" dur="1" fill="hold">
                                          <p:stCondLst>
                                            <p:cond delay="0"/>
                                          </p:stCondLst>
                                        </p:cTn>
                                        <p:tgtEl>
                                          <p:spTgt spid="846855"/>
                                        </p:tgtEl>
                                        <p:attrNameLst>
                                          <p:attrName>style.visibility</p:attrName>
                                        </p:attrNameLst>
                                      </p:cBhvr>
                                      <p:to>
                                        <p:strVal val="visible"/>
                                      </p:to>
                                    </p:set>
                                    <p:animEffect transition="in" filter="wipe(up)">
                                      <p:cBhvr>
                                        <p:cTn id="93" dur="2000"/>
                                        <p:tgtEl>
                                          <p:spTgt spid="8468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6850" grpId="0"/>
      <p:bldP spid="846851" grpId="0" animBg="1"/>
      <p:bldP spid="846855" grpId="0"/>
      <p:bldP spid="846856" grpId="0"/>
      <p:bldP spid="846857" grpId="0"/>
      <p:bldP spid="846858" grpId="0"/>
      <p:bldP spid="846859" grpId="0"/>
      <p:bldP spid="846860" grpId="0" animBg="1"/>
      <p:bldP spid="846861" grpId="0" animBg="1"/>
      <p:bldP spid="846861" grpId="1" animBg="1"/>
      <p:bldP spid="846873" grpId="0"/>
      <p:bldP spid="84687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灯片编号占位符 5"/>
          <p:cNvSpPr>
            <a:spLocks noGrp="1"/>
          </p:cNvSpPr>
          <p:nvPr>
            <p:ph type="sldNum" sz="quarter" idx="10"/>
          </p:nvPr>
        </p:nvSpPr>
        <p:spPr/>
        <p:txBody>
          <a:bodyPr/>
          <a:lstStyle/>
          <a:p>
            <a:pPr>
              <a:defRPr/>
            </a:pPr>
            <a:fld id="{A254D1F0-A5D9-436D-A294-9EC49B7D82C9}" type="slidenum">
              <a:rPr lang="en-US" altLang="zh-CN"/>
              <a:pPr>
                <a:defRPr/>
              </a:pPr>
              <a:t>13</a:t>
            </a:fld>
            <a:endParaRPr lang="en-US" altLang="zh-CN"/>
          </a:p>
        </p:txBody>
      </p:sp>
      <p:sp>
        <p:nvSpPr>
          <p:cNvPr id="847874" name="Rectangle 2"/>
          <p:cNvSpPr>
            <a:spLocks noChangeArrowheads="1"/>
          </p:cNvSpPr>
          <p:nvPr/>
        </p:nvSpPr>
        <p:spPr bwMode="auto">
          <a:xfrm>
            <a:off x="107950" y="620713"/>
            <a:ext cx="5976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0"/>
              </a:spcBef>
            </a:pPr>
            <a:r>
              <a:rPr kumimoji="1" lang="zh-CN" altLang="en-US" b="1">
                <a:solidFill>
                  <a:schemeClr val="bg1"/>
                </a:solidFill>
                <a:latin typeface="楷体_GB2312" pitchFamily="49" charset="-122"/>
                <a:sym typeface="Symbol" pitchFamily="18" charset="2"/>
              </a:rPr>
              <a:t>上半空间</a:t>
            </a:r>
            <a:r>
              <a:rPr kumimoji="1" lang="en-US" altLang="zh-CN" b="1">
                <a:solidFill>
                  <a:schemeClr val="bg1"/>
                </a:solidFill>
                <a:latin typeface="楷体_GB2312" pitchFamily="49" charset="-122"/>
                <a:sym typeface="Symbol" pitchFamily="18" charset="2"/>
              </a:rPr>
              <a:t>( </a:t>
            </a:r>
            <a:r>
              <a:rPr kumimoji="1" lang="en-US" altLang="zh-CN" i="1">
                <a:solidFill>
                  <a:schemeClr val="bg1"/>
                </a:solidFill>
                <a:latin typeface="Times New Roman" pitchFamily="18" charset="0"/>
                <a:sym typeface="Symbol" pitchFamily="18" charset="2"/>
              </a:rPr>
              <a:t>z</a:t>
            </a:r>
            <a:r>
              <a:rPr kumimoji="1" lang="en-US" altLang="zh-CN" b="1">
                <a:solidFill>
                  <a:schemeClr val="bg1"/>
                </a:solidFill>
                <a:latin typeface="Times New Roman" pitchFamily="18" charset="0"/>
                <a:sym typeface="Symbol" pitchFamily="18" charset="2"/>
              </a:rPr>
              <a:t>≥0 </a:t>
            </a:r>
            <a:r>
              <a:rPr kumimoji="1" lang="zh-CN" altLang="en-US" b="1">
                <a:solidFill>
                  <a:schemeClr val="bg1"/>
                </a:solidFill>
                <a:latin typeface="Times New Roman" pitchFamily="18" charset="0"/>
                <a:sym typeface="Symbol" pitchFamily="18" charset="2"/>
              </a:rPr>
              <a:t>）的电位函数</a:t>
            </a:r>
          </a:p>
        </p:txBody>
      </p:sp>
      <p:grpSp>
        <p:nvGrpSpPr>
          <p:cNvPr id="2" name="Group 45"/>
          <p:cNvGrpSpPr>
            <a:grpSpLocks/>
          </p:cNvGrpSpPr>
          <p:nvPr/>
        </p:nvGrpSpPr>
        <p:grpSpPr bwMode="auto">
          <a:xfrm>
            <a:off x="5581650" y="2308225"/>
            <a:ext cx="3527425" cy="1808163"/>
            <a:chOff x="3516" y="1454"/>
            <a:chExt cx="2222" cy="1139"/>
          </a:xfrm>
        </p:grpSpPr>
        <p:sp>
          <p:nvSpPr>
            <p:cNvPr id="14370" name="Rectangle 3"/>
            <p:cNvSpPr>
              <a:spLocks noChangeArrowheads="1"/>
            </p:cNvSpPr>
            <p:nvPr/>
          </p:nvSpPr>
          <p:spPr bwMode="auto">
            <a:xfrm>
              <a:off x="3561" y="1454"/>
              <a:ext cx="2132" cy="907"/>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4371" name="Text Box 4"/>
            <p:cNvSpPr txBox="1">
              <a:spLocks noChangeArrowheads="1"/>
            </p:cNvSpPr>
            <p:nvPr/>
          </p:nvSpPr>
          <p:spPr bwMode="auto">
            <a:xfrm>
              <a:off x="4653" y="1492"/>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rgbClr val="C60000"/>
                  </a:solidFill>
                  <a:latin typeface="楷体_GB2312" pitchFamily="49" charset="-122"/>
                </a:rPr>
                <a:t>q</a:t>
              </a:r>
            </a:p>
          </p:txBody>
        </p:sp>
        <p:grpSp>
          <p:nvGrpSpPr>
            <p:cNvPr id="14372" name="Group 5"/>
            <p:cNvGrpSpPr>
              <a:grpSpLocks/>
            </p:cNvGrpSpPr>
            <p:nvPr/>
          </p:nvGrpSpPr>
          <p:grpSpPr bwMode="auto">
            <a:xfrm>
              <a:off x="3516" y="2341"/>
              <a:ext cx="2222" cy="252"/>
              <a:chOff x="731" y="3181"/>
              <a:chExt cx="2926" cy="279"/>
            </a:xfrm>
          </p:grpSpPr>
          <p:grpSp>
            <p:nvGrpSpPr>
              <p:cNvPr id="14378" name="Group 6"/>
              <p:cNvGrpSpPr>
                <a:grpSpLocks/>
              </p:cNvGrpSpPr>
              <p:nvPr/>
            </p:nvGrpSpPr>
            <p:grpSpPr bwMode="auto">
              <a:xfrm>
                <a:off x="832" y="3252"/>
                <a:ext cx="205" cy="208"/>
                <a:chOff x="832" y="3252"/>
                <a:chExt cx="205" cy="208"/>
              </a:xfrm>
            </p:grpSpPr>
            <p:sp>
              <p:nvSpPr>
                <p:cNvPr id="14380" name="Line 7"/>
                <p:cNvSpPr>
                  <a:spLocks noChangeShapeType="1"/>
                </p:cNvSpPr>
                <p:nvPr/>
              </p:nvSpPr>
              <p:spPr bwMode="auto">
                <a:xfrm>
                  <a:off x="938" y="3252"/>
                  <a:ext cx="0" cy="20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81" name="Line 8"/>
                <p:cNvSpPr>
                  <a:spLocks noChangeShapeType="1"/>
                </p:cNvSpPr>
                <p:nvPr/>
              </p:nvSpPr>
              <p:spPr bwMode="auto">
                <a:xfrm rot="-5400000">
                  <a:off x="935" y="3357"/>
                  <a:ext cx="0" cy="205"/>
                </a:xfrm>
                <a:prstGeom prst="line">
                  <a:avLst/>
                </a:prstGeom>
                <a:noFill/>
                <a:ln w="5715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4379" name="Rectangle 9" descr="宽上对角线"/>
              <p:cNvSpPr>
                <a:spLocks noChangeArrowheads="1"/>
              </p:cNvSpPr>
              <p:nvPr/>
            </p:nvSpPr>
            <p:spPr bwMode="auto">
              <a:xfrm>
                <a:off x="731" y="3181"/>
                <a:ext cx="2926" cy="101"/>
              </a:xfrm>
              <a:prstGeom prst="rect">
                <a:avLst/>
              </a:prstGeom>
              <a:pattFill prst="wdUpDiag">
                <a:fgClr>
                  <a:srgbClr val="94BEBC"/>
                </a:fgClr>
                <a:bgClr>
                  <a:srgbClr val="FFFFFF"/>
                </a:bgClr>
              </a:pattFill>
              <a:ln w="9525">
                <a:solidFill>
                  <a:srgbClr val="9AC0C6"/>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sp>
          <p:nvSpPr>
            <p:cNvPr id="14373" name="Oval 10"/>
            <p:cNvSpPr>
              <a:spLocks noChangeArrowheads="1"/>
            </p:cNvSpPr>
            <p:nvPr/>
          </p:nvSpPr>
          <p:spPr bwMode="auto">
            <a:xfrm>
              <a:off x="4578" y="1700"/>
              <a:ext cx="96" cy="96"/>
            </a:xfrm>
            <a:prstGeom prst="ellipse">
              <a:avLst/>
            </a:prstGeom>
            <a:gradFill rotWithShape="1">
              <a:gsLst>
                <a:gs pos="0">
                  <a:srgbClr val="5E0000"/>
                </a:gs>
                <a:gs pos="100000">
                  <a:srgbClr val="CC0000"/>
                </a:gs>
              </a:gsLst>
              <a:lin ang="18900000" scaled="1"/>
            </a:gradFill>
            <a:ln w="9525">
              <a:solidFill>
                <a:srgbClr val="CC0000"/>
              </a:solidFill>
              <a:round/>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spcBef>
                  <a:spcPct val="0"/>
                </a:spcBef>
              </a:pPr>
              <a:endParaRPr lang="zh-CN" altLang="zh-CN">
                <a:solidFill>
                  <a:schemeClr val="bg1"/>
                </a:solidFill>
                <a:latin typeface="楷体_GB2312" pitchFamily="49" charset="-122"/>
              </a:endParaRPr>
            </a:p>
          </p:txBody>
        </p:sp>
        <p:grpSp>
          <p:nvGrpSpPr>
            <p:cNvPr id="14374" name="Group 11"/>
            <p:cNvGrpSpPr>
              <a:grpSpLocks/>
            </p:cNvGrpSpPr>
            <p:nvPr/>
          </p:nvGrpSpPr>
          <p:grpSpPr bwMode="auto">
            <a:xfrm>
              <a:off x="4270" y="1754"/>
              <a:ext cx="292" cy="576"/>
              <a:chOff x="1366" y="1280"/>
              <a:chExt cx="292" cy="576"/>
            </a:xfrm>
          </p:grpSpPr>
          <p:sp>
            <p:nvSpPr>
              <p:cNvPr id="14375" name="Line 12"/>
              <p:cNvSpPr>
                <a:spLocks noChangeShapeType="1"/>
              </p:cNvSpPr>
              <p:nvPr/>
            </p:nvSpPr>
            <p:spPr bwMode="auto">
              <a:xfrm>
                <a:off x="1429" y="1280"/>
                <a:ext cx="22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76" name="Line 13"/>
              <p:cNvSpPr>
                <a:spLocks noChangeShapeType="1"/>
              </p:cNvSpPr>
              <p:nvPr/>
            </p:nvSpPr>
            <p:spPr bwMode="auto">
              <a:xfrm>
                <a:off x="1593" y="1280"/>
                <a:ext cx="0" cy="576"/>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4377" name="Object 14"/>
              <p:cNvGraphicFramePr>
                <a:graphicFrameLocks noChangeAspect="1"/>
              </p:cNvGraphicFramePr>
              <p:nvPr/>
            </p:nvGraphicFramePr>
            <p:xfrm>
              <a:off x="1366" y="1440"/>
              <a:ext cx="214" cy="300"/>
            </p:xfrm>
            <a:graphic>
              <a:graphicData uri="http://schemas.openxmlformats.org/presentationml/2006/ole">
                <mc:AlternateContent xmlns:mc="http://schemas.openxmlformats.org/markup-compatibility/2006">
                  <mc:Choice xmlns:v="urn:schemas-microsoft-com:vml" Requires="v">
                    <p:oleObj spid="_x0000_s14544" name="Equation" r:id="rId3" imgW="126725" imgH="177415" progId="Equation.DSMT4">
                      <p:embed/>
                    </p:oleObj>
                  </mc:Choice>
                  <mc:Fallback>
                    <p:oleObj name="Equation" r:id="rId3" imgW="126725" imgH="177415" progId="Equation.DSMT4">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6" y="1440"/>
                            <a:ext cx="214"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6" name="Group 15"/>
          <p:cNvGrpSpPr>
            <a:grpSpLocks/>
          </p:cNvGrpSpPr>
          <p:nvPr/>
        </p:nvGrpSpPr>
        <p:grpSpPr bwMode="auto">
          <a:xfrm flipV="1">
            <a:off x="5729288" y="3708400"/>
            <a:ext cx="3170237" cy="7938"/>
            <a:chOff x="741" y="3141"/>
            <a:chExt cx="2908" cy="9"/>
          </a:xfrm>
        </p:grpSpPr>
        <p:sp>
          <p:nvSpPr>
            <p:cNvPr id="14353" name="Line 16"/>
            <p:cNvSpPr>
              <a:spLocks noChangeShapeType="1"/>
            </p:cNvSpPr>
            <p:nvPr/>
          </p:nvSpPr>
          <p:spPr bwMode="auto">
            <a:xfrm>
              <a:off x="2154" y="3147"/>
              <a:ext cx="91"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4354" name="Group 17"/>
            <p:cNvGrpSpPr>
              <a:grpSpLocks/>
            </p:cNvGrpSpPr>
            <p:nvPr/>
          </p:nvGrpSpPr>
          <p:grpSpPr bwMode="auto">
            <a:xfrm>
              <a:off x="741" y="3144"/>
              <a:ext cx="1363" cy="6"/>
              <a:chOff x="741" y="3117"/>
              <a:chExt cx="1363" cy="6"/>
            </a:xfrm>
          </p:grpSpPr>
          <p:sp>
            <p:nvSpPr>
              <p:cNvPr id="14363" name="Line 18"/>
              <p:cNvSpPr>
                <a:spLocks noChangeShapeType="1"/>
              </p:cNvSpPr>
              <p:nvPr/>
            </p:nvSpPr>
            <p:spPr bwMode="auto">
              <a:xfrm>
                <a:off x="2013" y="3123"/>
                <a:ext cx="91"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4" name="Line 19"/>
              <p:cNvSpPr>
                <a:spLocks noChangeShapeType="1"/>
              </p:cNvSpPr>
              <p:nvPr/>
            </p:nvSpPr>
            <p:spPr bwMode="auto">
              <a:xfrm>
                <a:off x="1866" y="3120"/>
                <a:ext cx="91"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5" name="Line 20"/>
              <p:cNvSpPr>
                <a:spLocks noChangeShapeType="1"/>
              </p:cNvSpPr>
              <p:nvPr/>
            </p:nvSpPr>
            <p:spPr bwMode="auto">
              <a:xfrm>
                <a:off x="1710" y="3117"/>
                <a:ext cx="91"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6" name="Line 21"/>
              <p:cNvSpPr>
                <a:spLocks noChangeShapeType="1"/>
              </p:cNvSpPr>
              <p:nvPr/>
            </p:nvSpPr>
            <p:spPr bwMode="auto">
              <a:xfrm>
                <a:off x="1515" y="3120"/>
                <a:ext cx="91"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7" name="Line 22"/>
              <p:cNvSpPr>
                <a:spLocks noChangeShapeType="1"/>
              </p:cNvSpPr>
              <p:nvPr/>
            </p:nvSpPr>
            <p:spPr bwMode="auto">
              <a:xfrm>
                <a:off x="1299" y="3120"/>
                <a:ext cx="91"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8" name="Line 23"/>
              <p:cNvSpPr>
                <a:spLocks noChangeShapeType="1"/>
              </p:cNvSpPr>
              <p:nvPr/>
            </p:nvSpPr>
            <p:spPr bwMode="auto">
              <a:xfrm>
                <a:off x="1038" y="3120"/>
                <a:ext cx="91"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9" name="Line 24"/>
              <p:cNvSpPr>
                <a:spLocks noChangeShapeType="1"/>
              </p:cNvSpPr>
              <p:nvPr/>
            </p:nvSpPr>
            <p:spPr bwMode="auto">
              <a:xfrm>
                <a:off x="741" y="3120"/>
                <a:ext cx="91"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4355" name="Group 25"/>
            <p:cNvGrpSpPr>
              <a:grpSpLocks/>
            </p:cNvGrpSpPr>
            <p:nvPr/>
          </p:nvGrpSpPr>
          <p:grpSpPr bwMode="auto">
            <a:xfrm flipH="1">
              <a:off x="2286" y="3141"/>
              <a:ext cx="1363" cy="6"/>
              <a:chOff x="741" y="3117"/>
              <a:chExt cx="1363" cy="6"/>
            </a:xfrm>
          </p:grpSpPr>
          <p:sp>
            <p:nvSpPr>
              <p:cNvPr id="14356" name="Line 26"/>
              <p:cNvSpPr>
                <a:spLocks noChangeShapeType="1"/>
              </p:cNvSpPr>
              <p:nvPr/>
            </p:nvSpPr>
            <p:spPr bwMode="auto">
              <a:xfrm>
                <a:off x="2013" y="3123"/>
                <a:ext cx="91"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7" name="Line 27"/>
              <p:cNvSpPr>
                <a:spLocks noChangeShapeType="1"/>
              </p:cNvSpPr>
              <p:nvPr/>
            </p:nvSpPr>
            <p:spPr bwMode="auto">
              <a:xfrm>
                <a:off x="1866" y="3120"/>
                <a:ext cx="91"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8" name="Line 28"/>
              <p:cNvSpPr>
                <a:spLocks noChangeShapeType="1"/>
              </p:cNvSpPr>
              <p:nvPr/>
            </p:nvSpPr>
            <p:spPr bwMode="auto">
              <a:xfrm>
                <a:off x="1710" y="3117"/>
                <a:ext cx="91"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59" name="Line 29"/>
              <p:cNvSpPr>
                <a:spLocks noChangeShapeType="1"/>
              </p:cNvSpPr>
              <p:nvPr/>
            </p:nvSpPr>
            <p:spPr bwMode="auto">
              <a:xfrm>
                <a:off x="1515" y="3120"/>
                <a:ext cx="91"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0" name="Line 30"/>
              <p:cNvSpPr>
                <a:spLocks noChangeShapeType="1"/>
              </p:cNvSpPr>
              <p:nvPr/>
            </p:nvSpPr>
            <p:spPr bwMode="auto">
              <a:xfrm>
                <a:off x="1299" y="3120"/>
                <a:ext cx="91"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1" name="Line 31"/>
              <p:cNvSpPr>
                <a:spLocks noChangeShapeType="1"/>
              </p:cNvSpPr>
              <p:nvPr/>
            </p:nvSpPr>
            <p:spPr bwMode="auto">
              <a:xfrm>
                <a:off x="1038" y="3120"/>
                <a:ext cx="91"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62" name="Line 32"/>
              <p:cNvSpPr>
                <a:spLocks noChangeShapeType="1"/>
              </p:cNvSpPr>
              <p:nvPr/>
            </p:nvSpPr>
            <p:spPr bwMode="auto">
              <a:xfrm>
                <a:off x="741" y="3120"/>
                <a:ext cx="91"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847905" name="Object 33"/>
          <p:cNvGraphicFramePr>
            <a:graphicFrameLocks noChangeAspect="1"/>
          </p:cNvGraphicFramePr>
          <p:nvPr/>
        </p:nvGraphicFramePr>
        <p:xfrm>
          <a:off x="587375" y="1052513"/>
          <a:ext cx="6792913" cy="1182687"/>
        </p:xfrm>
        <a:graphic>
          <a:graphicData uri="http://schemas.openxmlformats.org/presentationml/2006/ole">
            <mc:AlternateContent xmlns:mc="http://schemas.openxmlformats.org/markup-compatibility/2006">
              <mc:Choice xmlns:v="urn:schemas-microsoft-com:vml" Requires="v">
                <p:oleObj spid="_x0000_s14545" name="Equation" r:id="rId5" imgW="3533714" imgH="466738" progId="Equation.DSMT4">
                  <p:embed/>
                </p:oleObj>
              </mc:Choice>
              <mc:Fallback>
                <p:oleObj name="Equation" r:id="rId5" imgW="3533714" imgH="466738" progId="Equation.DSMT4">
                  <p:embed/>
                  <p:pic>
                    <p:nvPicPr>
                      <p:cNvPr id="0"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7375" y="1052513"/>
                        <a:ext cx="6792913" cy="118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47906" name="Object 34"/>
          <p:cNvGraphicFramePr>
            <a:graphicFrameLocks noChangeAspect="1"/>
          </p:cNvGraphicFramePr>
          <p:nvPr/>
        </p:nvGraphicFramePr>
        <p:xfrm>
          <a:off x="7596188" y="1412875"/>
          <a:ext cx="1152525" cy="515938"/>
        </p:xfrm>
        <a:graphic>
          <a:graphicData uri="http://schemas.openxmlformats.org/presentationml/2006/ole">
            <mc:AlternateContent xmlns:mc="http://schemas.openxmlformats.org/markup-compatibility/2006">
              <mc:Choice xmlns:v="urn:schemas-microsoft-com:vml" Requires="v">
                <p:oleObj spid="_x0000_s14546" name="Equation" r:id="rId7" imgW="352573" imgH="104608" progId="Equation.DSMT4">
                  <p:embed/>
                </p:oleObj>
              </mc:Choice>
              <mc:Fallback>
                <p:oleObj name="Equation" r:id="rId7" imgW="352573" imgH="104608" progId="Equation.DSMT4">
                  <p:embed/>
                  <p:pic>
                    <p:nvPicPr>
                      <p:cNvPr id="0" name="Object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96188" y="1412875"/>
                        <a:ext cx="115252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47907" name="Object 35"/>
          <p:cNvGraphicFramePr>
            <a:graphicFrameLocks noChangeAspect="1"/>
          </p:cNvGraphicFramePr>
          <p:nvPr/>
        </p:nvGraphicFramePr>
        <p:xfrm>
          <a:off x="409575" y="2781300"/>
          <a:ext cx="5011738" cy="1079500"/>
        </p:xfrm>
        <a:graphic>
          <a:graphicData uri="http://schemas.openxmlformats.org/presentationml/2006/ole">
            <mc:AlternateContent xmlns:mc="http://schemas.openxmlformats.org/markup-compatibility/2006">
              <mc:Choice xmlns:v="urn:schemas-microsoft-com:vml" Requires="v">
                <p:oleObj spid="_x0000_s14547" name="Equation" r:id="rId9" imgW="2238285" imgH="409742" progId="Equation.DSMT4">
                  <p:embed/>
                </p:oleObj>
              </mc:Choice>
              <mc:Fallback>
                <p:oleObj name="Equation" r:id="rId9" imgW="2238285" imgH="409742" progId="Equation.DSMT4">
                  <p:embed/>
                  <p:pic>
                    <p:nvPicPr>
                      <p:cNvPr id="0" name="Object 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9575" y="2781300"/>
                        <a:ext cx="5011738"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47909" name="Object 37"/>
          <p:cNvGraphicFramePr>
            <a:graphicFrameLocks noChangeAspect="1"/>
          </p:cNvGraphicFramePr>
          <p:nvPr/>
        </p:nvGraphicFramePr>
        <p:xfrm>
          <a:off x="698500" y="4557713"/>
          <a:ext cx="6164263" cy="958850"/>
        </p:xfrm>
        <a:graphic>
          <a:graphicData uri="http://schemas.openxmlformats.org/presentationml/2006/ole">
            <mc:AlternateContent xmlns:mc="http://schemas.openxmlformats.org/markup-compatibility/2006">
              <mc:Choice xmlns:v="urn:schemas-microsoft-com:vml" Requires="v">
                <p:oleObj spid="_x0000_s14548" name="Equation" r:id="rId11" imgW="2600227" imgH="323901" progId="Equation.DSMT4">
                  <p:embed/>
                </p:oleObj>
              </mc:Choice>
              <mc:Fallback>
                <p:oleObj name="Equation" r:id="rId11" imgW="2600227" imgH="323901" progId="Equation.DSMT4">
                  <p:embed/>
                  <p:pic>
                    <p:nvPicPr>
                      <p:cNvPr id="0" name="Object 3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8500" y="4557713"/>
                        <a:ext cx="6164263"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47910" name="Object 38"/>
          <p:cNvGraphicFramePr>
            <a:graphicFrameLocks noChangeAspect="1"/>
          </p:cNvGraphicFramePr>
          <p:nvPr/>
        </p:nvGraphicFramePr>
        <p:xfrm>
          <a:off x="1143000" y="5618163"/>
          <a:ext cx="4121150" cy="906462"/>
        </p:xfrm>
        <a:graphic>
          <a:graphicData uri="http://schemas.openxmlformats.org/presentationml/2006/ole">
            <mc:AlternateContent xmlns:mc="http://schemas.openxmlformats.org/markup-compatibility/2006">
              <mc:Choice xmlns:v="urn:schemas-microsoft-com:vml" Requires="v">
                <p:oleObj spid="_x0000_s14549" name="Equation" r:id="rId13" imgW="1809714" imgH="323901" progId="Equation.DSMT4">
                  <p:embed/>
                </p:oleObj>
              </mc:Choice>
              <mc:Fallback>
                <p:oleObj name="Equation" r:id="rId13" imgW="1809714" imgH="323901" progId="Equation.DSMT4">
                  <p:embed/>
                  <p:pic>
                    <p:nvPicPr>
                      <p:cNvPr id="0" name="Object 3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43000" y="5618163"/>
                        <a:ext cx="4121150" cy="90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47911" name="Rectangle 39"/>
          <p:cNvSpPr>
            <a:spLocks noChangeArrowheads="1"/>
          </p:cNvSpPr>
          <p:nvPr/>
        </p:nvSpPr>
        <p:spPr bwMode="auto">
          <a:xfrm>
            <a:off x="117475" y="2349500"/>
            <a:ext cx="5391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lang="zh-CN" altLang="en-US" b="1">
                <a:solidFill>
                  <a:schemeClr val="bg1"/>
                </a:solidFill>
              </a:rPr>
              <a:t>导体平面上的感应电荷密度为</a:t>
            </a:r>
          </a:p>
        </p:txBody>
      </p:sp>
      <p:sp>
        <p:nvSpPr>
          <p:cNvPr id="847912" name="Rectangle 40"/>
          <p:cNvSpPr>
            <a:spLocks noChangeArrowheads="1"/>
          </p:cNvSpPr>
          <p:nvPr/>
        </p:nvSpPr>
        <p:spPr bwMode="auto">
          <a:xfrm>
            <a:off x="107950" y="3979863"/>
            <a:ext cx="5400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lang="zh-CN" altLang="en-US" b="1">
                <a:solidFill>
                  <a:schemeClr val="bg1"/>
                </a:solidFill>
              </a:rPr>
              <a:t>导体平面上的总感应电荷为</a:t>
            </a:r>
          </a:p>
        </p:txBody>
      </p:sp>
      <p:sp>
        <p:nvSpPr>
          <p:cNvPr id="14349" name="AutoShape 41">
            <a:hlinkClick r:id="rId15"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4350" name="AutoShape 42">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4351" name="AutoShape 43">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4352" name="AutoShape 44">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nodeType="afterGroup">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847874"/>
                                        </p:tgtEl>
                                        <p:attrNameLst>
                                          <p:attrName>style.visibility</p:attrName>
                                        </p:attrNameLst>
                                      </p:cBhvr>
                                      <p:to>
                                        <p:strVal val="visible"/>
                                      </p:to>
                                    </p:set>
                                    <p:animEffect transition="in" filter="wipe(up)">
                                      <p:cBhvr>
                                        <p:cTn id="11" dur="2000"/>
                                        <p:tgtEl>
                                          <p:spTgt spid="847874"/>
                                        </p:tgtEl>
                                      </p:cBhvr>
                                    </p:animEffect>
                                  </p:childTnLst>
                                </p:cTn>
                              </p:par>
                            </p:childTnLst>
                          </p:cTn>
                        </p:par>
                        <p:par>
                          <p:cTn id="12" fill="hold" nodeType="afterGroup">
                            <p:stCondLst>
                              <p:cond delay="4000"/>
                            </p:stCondLst>
                            <p:childTnLst>
                              <p:par>
                                <p:cTn id="13" presetID="22" presetClass="entr" presetSubtype="1" fill="hold" nodeType="afterEffect">
                                  <p:stCondLst>
                                    <p:cond delay="0"/>
                                  </p:stCondLst>
                                  <p:childTnLst>
                                    <p:set>
                                      <p:cBhvr>
                                        <p:cTn id="14" dur="1" fill="hold">
                                          <p:stCondLst>
                                            <p:cond delay="0"/>
                                          </p:stCondLst>
                                        </p:cTn>
                                        <p:tgtEl>
                                          <p:spTgt spid="847905"/>
                                        </p:tgtEl>
                                        <p:attrNameLst>
                                          <p:attrName>style.visibility</p:attrName>
                                        </p:attrNameLst>
                                      </p:cBhvr>
                                      <p:to>
                                        <p:strVal val="visible"/>
                                      </p:to>
                                    </p:set>
                                    <p:animEffect transition="in" filter="wipe(up)">
                                      <p:cBhvr>
                                        <p:cTn id="15" dur="2000"/>
                                        <p:tgtEl>
                                          <p:spTgt spid="847905"/>
                                        </p:tgtEl>
                                      </p:cBhvr>
                                    </p:animEffect>
                                  </p:childTnLst>
                                </p:cTn>
                              </p:par>
                            </p:childTnLst>
                          </p:cTn>
                        </p:par>
                        <p:par>
                          <p:cTn id="16" fill="hold" nodeType="afterGroup">
                            <p:stCondLst>
                              <p:cond delay="6000"/>
                            </p:stCondLst>
                            <p:childTnLst>
                              <p:par>
                                <p:cTn id="17" presetID="22" presetClass="entr" presetSubtype="1" fill="hold" nodeType="afterEffect">
                                  <p:stCondLst>
                                    <p:cond delay="0"/>
                                  </p:stCondLst>
                                  <p:childTnLst>
                                    <p:set>
                                      <p:cBhvr>
                                        <p:cTn id="18" dur="1" fill="hold">
                                          <p:stCondLst>
                                            <p:cond delay="0"/>
                                          </p:stCondLst>
                                        </p:cTn>
                                        <p:tgtEl>
                                          <p:spTgt spid="847906"/>
                                        </p:tgtEl>
                                        <p:attrNameLst>
                                          <p:attrName>style.visibility</p:attrName>
                                        </p:attrNameLst>
                                      </p:cBhvr>
                                      <p:to>
                                        <p:strVal val="visible"/>
                                      </p:to>
                                    </p:set>
                                    <p:animEffect transition="in" filter="wipe(up)">
                                      <p:cBhvr>
                                        <p:cTn id="19" dur="2000"/>
                                        <p:tgtEl>
                                          <p:spTgt spid="847906"/>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847911"/>
                                        </p:tgtEl>
                                        <p:attrNameLst>
                                          <p:attrName>style.visibility</p:attrName>
                                        </p:attrNameLst>
                                      </p:cBhvr>
                                      <p:to>
                                        <p:strVal val="visible"/>
                                      </p:to>
                                    </p:set>
                                    <p:animEffect transition="in" filter="wipe(up)">
                                      <p:cBhvr>
                                        <p:cTn id="24" dur="2000"/>
                                        <p:tgtEl>
                                          <p:spTgt spid="847911"/>
                                        </p:tgtEl>
                                      </p:cBhvr>
                                    </p:animEffect>
                                  </p:childTnLst>
                                </p:cTn>
                              </p:par>
                            </p:childTnLst>
                          </p:cTn>
                        </p:par>
                        <p:par>
                          <p:cTn id="25" fill="hold" nodeType="afterGroup">
                            <p:stCondLst>
                              <p:cond delay="2000"/>
                            </p:stCondLst>
                            <p:childTnLst>
                              <p:par>
                                <p:cTn id="26" presetID="22" presetClass="entr" presetSubtype="1" fill="hold" nodeType="afterEffect">
                                  <p:stCondLst>
                                    <p:cond delay="0"/>
                                  </p:stCondLst>
                                  <p:childTnLst>
                                    <p:set>
                                      <p:cBhvr>
                                        <p:cTn id="27" dur="1" fill="hold">
                                          <p:stCondLst>
                                            <p:cond delay="0"/>
                                          </p:stCondLst>
                                        </p:cTn>
                                        <p:tgtEl>
                                          <p:spTgt spid="847907"/>
                                        </p:tgtEl>
                                        <p:attrNameLst>
                                          <p:attrName>style.visibility</p:attrName>
                                        </p:attrNameLst>
                                      </p:cBhvr>
                                      <p:to>
                                        <p:strVal val="visible"/>
                                      </p:to>
                                    </p:set>
                                    <p:animEffect transition="in" filter="wipe(up)">
                                      <p:cBhvr>
                                        <p:cTn id="28" dur="2000"/>
                                        <p:tgtEl>
                                          <p:spTgt spid="84790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2000"/>
                                        <p:tgtEl>
                                          <p:spTgt spid="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847912"/>
                                        </p:tgtEl>
                                        <p:attrNameLst>
                                          <p:attrName>style.visibility</p:attrName>
                                        </p:attrNameLst>
                                      </p:cBhvr>
                                      <p:to>
                                        <p:strVal val="visible"/>
                                      </p:to>
                                    </p:set>
                                    <p:animEffect transition="in" filter="wipe(up)">
                                      <p:cBhvr>
                                        <p:cTn id="38" dur="2000"/>
                                        <p:tgtEl>
                                          <p:spTgt spid="847912"/>
                                        </p:tgtEl>
                                      </p:cBhvr>
                                    </p:animEffect>
                                  </p:childTnLst>
                                </p:cTn>
                              </p:par>
                            </p:childTnLst>
                          </p:cTn>
                        </p:par>
                        <p:par>
                          <p:cTn id="39" fill="hold" nodeType="afterGroup">
                            <p:stCondLst>
                              <p:cond delay="2000"/>
                            </p:stCondLst>
                            <p:childTnLst>
                              <p:par>
                                <p:cTn id="40" presetID="22" presetClass="entr" presetSubtype="1" fill="hold" nodeType="afterEffect">
                                  <p:stCondLst>
                                    <p:cond delay="0"/>
                                  </p:stCondLst>
                                  <p:childTnLst>
                                    <p:set>
                                      <p:cBhvr>
                                        <p:cTn id="41" dur="1" fill="hold">
                                          <p:stCondLst>
                                            <p:cond delay="0"/>
                                          </p:stCondLst>
                                        </p:cTn>
                                        <p:tgtEl>
                                          <p:spTgt spid="847909"/>
                                        </p:tgtEl>
                                        <p:attrNameLst>
                                          <p:attrName>style.visibility</p:attrName>
                                        </p:attrNameLst>
                                      </p:cBhvr>
                                      <p:to>
                                        <p:strVal val="visible"/>
                                      </p:to>
                                    </p:set>
                                    <p:animEffect transition="in" filter="wipe(up)">
                                      <p:cBhvr>
                                        <p:cTn id="42" dur="2000"/>
                                        <p:tgtEl>
                                          <p:spTgt spid="84790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847910"/>
                                        </p:tgtEl>
                                        <p:attrNameLst>
                                          <p:attrName>style.visibility</p:attrName>
                                        </p:attrNameLst>
                                      </p:cBhvr>
                                      <p:to>
                                        <p:strVal val="visible"/>
                                      </p:to>
                                    </p:set>
                                    <p:animEffect transition="in" filter="wipe(up)">
                                      <p:cBhvr>
                                        <p:cTn id="47" dur="2000"/>
                                        <p:tgtEl>
                                          <p:spTgt spid="847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7874" grpId="0"/>
      <p:bldP spid="847911" grpId="0"/>
      <p:bldP spid="8479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灯片编号占位符 1"/>
          <p:cNvSpPr>
            <a:spLocks noGrp="1"/>
          </p:cNvSpPr>
          <p:nvPr>
            <p:ph type="sldNum" sz="quarter" idx="10"/>
          </p:nvPr>
        </p:nvSpPr>
        <p:spPr/>
        <p:txBody>
          <a:bodyPr/>
          <a:lstStyle/>
          <a:p>
            <a:pPr>
              <a:defRPr/>
            </a:pPr>
            <a:fld id="{6C41BC7C-64E7-4EC5-9180-82677F0BD5FE}" type="slidenum">
              <a:rPr lang="en-US" altLang="zh-CN"/>
              <a:pPr>
                <a:defRPr/>
              </a:pPr>
              <a:t>14</a:t>
            </a:fld>
            <a:endParaRPr lang="en-US" altLang="zh-CN"/>
          </a:p>
        </p:txBody>
      </p:sp>
      <p:sp>
        <p:nvSpPr>
          <p:cNvPr id="848898" name="Text Box 2"/>
          <p:cNvSpPr txBox="1">
            <a:spLocks noChangeArrowheads="1"/>
          </p:cNvSpPr>
          <p:nvPr/>
        </p:nvSpPr>
        <p:spPr bwMode="auto">
          <a:xfrm>
            <a:off x="107950" y="558800"/>
            <a:ext cx="734377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pPr>
            <a:r>
              <a:rPr kumimoji="1" lang="en-US" altLang="zh-CN" b="1">
                <a:solidFill>
                  <a:schemeClr val="bg1"/>
                </a:solidFill>
                <a:latin typeface="Times New Roman" pitchFamily="18" charset="0"/>
                <a:ea typeface="宋体" pitchFamily="2" charset="-122"/>
                <a:sym typeface="Symbol" pitchFamily="18" charset="2"/>
              </a:rPr>
              <a:t>2.   </a:t>
            </a:r>
            <a:r>
              <a:rPr kumimoji="1" lang="zh-CN" altLang="en-US" b="1">
                <a:solidFill>
                  <a:schemeClr val="bg1"/>
                </a:solidFill>
                <a:latin typeface="Times New Roman" pitchFamily="18" charset="0"/>
                <a:ea typeface="宋体" pitchFamily="2" charset="-122"/>
                <a:sym typeface="Symbol" pitchFamily="18" charset="2"/>
              </a:rPr>
              <a:t>线电荷对无限大接地导体平面的镜像</a:t>
            </a:r>
          </a:p>
        </p:txBody>
      </p:sp>
      <p:graphicFrame>
        <p:nvGraphicFramePr>
          <p:cNvPr id="848899" name="Object 3"/>
          <p:cNvGraphicFramePr>
            <a:graphicFrameLocks noChangeAspect="1"/>
          </p:cNvGraphicFramePr>
          <p:nvPr/>
        </p:nvGraphicFramePr>
        <p:xfrm>
          <a:off x="1646238" y="1201738"/>
          <a:ext cx="5302250" cy="787400"/>
        </p:xfrm>
        <a:graphic>
          <a:graphicData uri="http://schemas.openxmlformats.org/presentationml/2006/ole">
            <mc:AlternateContent xmlns:mc="http://schemas.openxmlformats.org/markup-compatibility/2006">
              <mc:Choice xmlns:v="urn:schemas-microsoft-com:vml" Requires="v">
                <p:oleObj spid="_x0000_s15722" name="Equation" r:id="rId3" imgW="2562055" imgH="295404" progId="Equation.DSMT4">
                  <p:embed/>
                </p:oleObj>
              </mc:Choice>
              <mc:Fallback>
                <p:oleObj name="Equation" r:id="rId3" imgW="2562055" imgH="295404"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6238" y="1201738"/>
                        <a:ext cx="530225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8900" name="Text Box 4"/>
          <p:cNvSpPr txBox="1">
            <a:spLocks noChangeArrowheads="1"/>
          </p:cNvSpPr>
          <p:nvPr/>
        </p:nvSpPr>
        <p:spPr bwMode="auto">
          <a:xfrm>
            <a:off x="250825" y="2139950"/>
            <a:ext cx="19446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40000"/>
              </a:lnSpc>
              <a:spcBef>
                <a:spcPct val="0"/>
              </a:spcBef>
            </a:pPr>
            <a:r>
              <a:rPr kumimoji="1" lang="zh-CN" altLang="en-US" b="1">
                <a:solidFill>
                  <a:schemeClr val="bg1"/>
                </a:solidFill>
                <a:latin typeface="Times New Roman" pitchFamily="18" charset="0"/>
                <a:sym typeface="Symbol" pitchFamily="18" charset="2"/>
              </a:rPr>
              <a:t>镜像线电荷</a:t>
            </a:r>
          </a:p>
        </p:txBody>
      </p:sp>
      <p:graphicFrame>
        <p:nvGraphicFramePr>
          <p:cNvPr id="848901" name="Object 5"/>
          <p:cNvGraphicFramePr>
            <a:graphicFrameLocks noChangeAspect="1"/>
          </p:cNvGraphicFramePr>
          <p:nvPr/>
        </p:nvGraphicFramePr>
        <p:xfrm>
          <a:off x="1655763" y="2933700"/>
          <a:ext cx="3079750" cy="990600"/>
        </p:xfrm>
        <a:graphic>
          <a:graphicData uri="http://schemas.openxmlformats.org/presentationml/2006/ole">
            <mc:AlternateContent xmlns:mc="http://schemas.openxmlformats.org/markup-compatibility/2006">
              <mc:Choice xmlns:v="urn:schemas-microsoft-com:vml" Requires="v">
                <p:oleObj spid="_x0000_s15723" name="Equation" r:id="rId5" imgW="1323885" imgH="352399" progId="Equation.DSMT4">
                  <p:embed/>
                </p:oleObj>
              </mc:Choice>
              <mc:Fallback>
                <p:oleObj name="Equation" r:id="rId5" imgW="1323885" imgH="352399"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5763" y="2933700"/>
                        <a:ext cx="307975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8902" name="Text Box 6"/>
          <p:cNvSpPr txBox="1">
            <a:spLocks noChangeArrowheads="1"/>
          </p:cNvSpPr>
          <p:nvPr/>
        </p:nvSpPr>
        <p:spPr bwMode="auto">
          <a:xfrm>
            <a:off x="250825" y="5240338"/>
            <a:ext cx="70580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pPr>
            <a:r>
              <a:rPr kumimoji="1" lang="zh-CN" altLang="en-US" b="1">
                <a:solidFill>
                  <a:schemeClr val="bg1"/>
                </a:solidFill>
                <a:latin typeface="Times New Roman" pitchFamily="18" charset="0"/>
                <a:sym typeface="Symbol" pitchFamily="18" charset="2"/>
              </a:rPr>
              <a:t>满足原问题的边界条件，</a:t>
            </a:r>
            <a:r>
              <a:rPr kumimoji="1" lang="zh-CN" altLang="en-US" b="1">
                <a:solidFill>
                  <a:schemeClr val="bg1"/>
                </a:solidFill>
                <a:sym typeface="Symbol" pitchFamily="18" charset="2"/>
              </a:rPr>
              <a:t>所得的解是正确的。</a:t>
            </a:r>
          </a:p>
        </p:txBody>
      </p:sp>
      <p:sp>
        <p:nvSpPr>
          <p:cNvPr id="848903" name="Text Box 7"/>
          <p:cNvSpPr txBox="1">
            <a:spLocks noChangeArrowheads="1"/>
          </p:cNvSpPr>
          <p:nvPr/>
        </p:nvSpPr>
        <p:spPr bwMode="auto">
          <a:xfrm>
            <a:off x="179388" y="3197225"/>
            <a:ext cx="280828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pPr>
            <a:r>
              <a:rPr kumimoji="1" lang="zh-CN" altLang="en-US" b="1">
                <a:solidFill>
                  <a:schemeClr val="bg1"/>
                </a:solidFill>
                <a:latin typeface="Times New Roman" pitchFamily="18" charset="0"/>
                <a:sym typeface="Symbol" pitchFamily="18" charset="2"/>
              </a:rPr>
              <a:t>电位函数</a:t>
            </a:r>
          </a:p>
        </p:txBody>
      </p:sp>
      <p:sp>
        <p:nvSpPr>
          <p:cNvPr id="848944" name="Rectangle 48"/>
          <p:cNvSpPr>
            <a:spLocks noChangeArrowheads="1"/>
          </p:cNvSpPr>
          <p:nvPr/>
        </p:nvSpPr>
        <p:spPr bwMode="auto">
          <a:xfrm>
            <a:off x="250825" y="1344613"/>
            <a:ext cx="230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kumimoji="1" lang="zh-CN" altLang="en-US" b="1">
                <a:solidFill>
                  <a:schemeClr val="bg1"/>
                </a:solidFill>
                <a:sym typeface="Symbol" pitchFamily="18" charset="2"/>
              </a:rPr>
              <a:t>原问题</a:t>
            </a:r>
          </a:p>
        </p:txBody>
      </p:sp>
      <p:sp>
        <p:nvSpPr>
          <p:cNvPr id="848947" name="Text Box 51"/>
          <p:cNvSpPr txBox="1">
            <a:spLocks noChangeArrowheads="1"/>
          </p:cNvSpPr>
          <p:nvPr/>
        </p:nvSpPr>
        <p:spPr bwMode="auto">
          <a:xfrm>
            <a:off x="236538" y="4275138"/>
            <a:ext cx="47529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pPr>
            <a:r>
              <a:rPr kumimoji="1" lang="zh-CN" altLang="en-US" b="1">
                <a:solidFill>
                  <a:schemeClr val="bg1"/>
                </a:solidFill>
                <a:latin typeface="Times New Roman" pitchFamily="18" charset="0"/>
                <a:sym typeface="Symbol" pitchFamily="18" charset="2"/>
              </a:rPr>
              <a:t>当</a:t>
            </a:r>
            <a:r>
              <a:rPr kumimoji="1" lang="en-US" altLang="zh-CN" i="1">
                <a:solidFill>
                  <a:schemeClr val="bg1"/>
                </a:solidFill>
                <a:latin typeface="Times New Roman" pitchFamily="18" charset="0"/>
                <a:sym typeface="Symbol" pitchFamily="18" charset="2"/>
              </a:rPr>
              <a:t>z </a:t>
            </a:r>
            <a:r>
              <a:rPr kumimoji="1" lang="en-US" altLang="zh-CN" b="1">
                <a:solidFill>
                  <a:schemeClr val="bg1"/>
                </a:solidFill>
                <a:latin typeface="Times New Roman" pitchFamily="18" charset="0"/>
                <a:sym typeface="Symbol" pitchFamily="18" charset="2"/>
              </a:rPr>
              <a:t>= 0 </a:t>
            </a:r>
            <a:r>
              <a:rPr kumimoji="1" lang="zh-CN" altLang="en-US" b="1">
                <a:solidFill>
                  <a:schemeClr val="bg1"/>
                </a:solidFill>
                <a:latin typeface="Times New Roman" pitchFamily="18" charset="0"/>
                <a:sym typeface="Symbol" pitchFamily="18" charset="2"/>
              </a:rPr>
              <a:t>时</a:t>
            </a:r>
          </a:p>
        </p:txBody>
      </p:sp>
      <p:graphicFrame>
        <p:nvGraphicFramePr>
          <p:cNvPr id="848948" name="Object 52"/>
          <p:cNvGraphicFramePr>
            <a:graphicFrameLocks noChangeAspect="1"/>
          </p:cNvGraphicFramePr>
          <p:nvPr/>
        </p:nvGraphicFramePr>
        <p:xfrm>
          <a:off x="1800225" y="4289425"/>
          <a:ext cx="900113" cy="434975"/>
        </p:xfrm>
        <a:graphic>
          <a:graphicData uri="http://schemas.openxmlformats.org/presentationml/2006/ole">
            <mc:AlternateContent xmlns:mc="http://schemas.openxmlformats.org/markup-compatibility/2006">
              <mc:Choice xmlns:v="urn:schemas-microsoft-com:vml" Requires="v">
                <p:oleObj spid="_x0000_s15724" name="Equation" r:id="rId7" imgW="390398" imgH="123722" progId="Equation.DSMT4">
                  <p:embed/>
                </p:oleObj>
              </mc:Choice>
              <mc:Fallback>
                <p:oleObj name="Equation" r:id="rId7" imgW="390398" imgH="123722" progId="Equation.DSMT4">
                  <p:embed/>
                  <p:pic>
                    <p:nvPicPr>
                      <p:cNvPr id="0" name="Object 5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00225" y="4289425"/>
                        <a:ext cx="900113"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 name="Group 102"/>
          <p:cNvGrpSpPr>
            <a:grpSpLocks/>
          </p:cNvGrpSpPr>
          <p:nvPr/>
        </p:nvGrpSpPr>
        <p:grpSpPr bwMode="auto">
          <a:xfrm>
            <a:off x="2879725" y="4311650"/>
            <a:ext cx="1547813" cy="457200"/>
            <a:chOff x="1791" y="2688"/>
            <a:chExt cx="975" cy="288"/>
          </a:xfrm>
        </p:grpSpPr>
        <p:sp>
          <p:nvSpPr>
            <p:cNvPr id="15423" name="AutoShape 53"/>
            <p:cNvSpPr>
              <a:spLocks noChangeArrowheads="1"/>
            </p:cNvSpPr>
            <p:nvPr/>
          </p:nvSpPr>
          <p:spPr bwMode="auto">
            <a:xfrm>
              <a:off x="1791" y="2750"/>
              <a:ext cx="338" cy="137"/>
            </a:xfrm>
            <a:prstGeom prst="rightArrow">
              <a:avLst>
                <a:gd name="adj1" fmla="val 50000"/>
                <a:gd name="adj2" fmla="val 61679"/>
              </a:avLst>
            </a:prstGeom>
            <a:solidFill>
              <a:srgbClr val="FFCC99"/>
            </a:solidFill>
            <a:ln w="9525">
              <a:solidFill>
                <a:srgbClr val="FF00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aphicFrame>
          <p:nvGraphicFramePr>
            <p:cNvPr id="15424" name="Object 54"/>
            <p:cNvGraphicFramePr>
              <a:graphicFrameLocks noChangeAspect="1"/>
            </p:cNvGraphicFramePr>
            <p:nvPr/>
          </p:nvGraphicFramePr>
          <p:xfrm>
            <a:off x="2245" y="2688"/>
            <a:ext cx="521" cy="288"/>
          </p:xfrm>
          <a:graphic>
            <a:graphicData uri="http://schemas.openxmlformats.org/presentationml/2006/ole">
              <mc:AlternateContent xmlns:mc="http://schemas.openxmlformats.org/markup-compatibility/2006">
                <mc:Choice xmlns:v="urn:schemas-microsoft-com:vml" Requires="v">
                  <p:oleObj spid="_x0000_s15725" name="Equation" r:id="rId9" imgW="276229" imgH="104608" progId="Equation.DSMT4">
                    <p:embed/>
                  </p:oleObj>
                </mc:Choice>
                <mc:Fallback>
                  <p:oleObj name="Equation" r:id="rId9" imgW="276229" imgH="104608" progId="Equation.DSMT4">
                    <p:embed/>
                    <p:pic>
                      <p:nvPicPr>
                        <p:cNvPr id="0" name="Object 5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45" y="2688"/>
                          <a:ext cx="52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48951" name="Object 55"/>
          <p:cNvGraphicFramePr>
            <a:graphicFrameLocks noChangeAspect="1"/>
          </p:cNvGraphicFramePr>
          <p:nvPr/>
        </p:nvGraphicFramePr>
        <p:xfrm>
          <a:off x="2052638" y="2200275"/>
          <a:ext cx="2519362" cy="581025"/>
        </p:xfrm>
        <a:graphic>
          <a:graphicData uri="http://schemas.openxmlformats.org/presentationml/2006/ole">
            <mc:AlternateContent xmlns:mc="http://schemas.openxmlformats.org/markup-compatibility/2006">
              <mc:Choice xmlns:v="urn:schemas-microsoft-com:vml" Requires="v">
                <p:oleObj spid="_x0000_s15726" name="Equation" r:id="rId11" imgW="895314" imgH="133453" progId="Equation.DSMT4">
                  <p:embed/>
                </p:oleObj>
              </mc:Choice>
              <mc:Fallback>
                <p:oleObj name="Equation" r:id="rId11" imgW="895314" imgH="133453" progId="Equation.DSMT4">
                  <p:embed/>
                  <p:pic>
                    <p:nvPicPr>
                      <p:cNvPr id="0" name="Object 5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2638" y="2200275"/>
                        <a:ext cx="2519362"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101"/>
          <p:cNvGrpSpPr>
            <a:grpSpLocks/>
          </p:cNvGrpSpPr>
          <p:nvPr/>
        </p:nvGrpSpPr>
        <p:grpSpPr bwMode="auto">
          <a:xfrm>
            <a:off x="4787900" y="1916113"/>
            <a:ext cx="4140200" cy="3168650"/>
            <a:chOff x="3152" y="1117"/>
            <a:chExt cx="2608" cy="1996"/>
          </a:xfrm>
        </p:grpSpPr>
        <p:sp>
          <p:nvSpPr>
            <p:cNvPr id="15379" name="Rectangle 57"/>
            <p:cNvSpPr>
              <a:spLocks noChangeArrowheads="1"/>
            </p:cNvSpPr>
            <p:nvPr/>
          </p:nvSpPr>
          <p:spPr bwMode="auto">
            <a:xfrm>
              <a:off x="3152" y="1117"/>
              <a:ext cx="2608" cy="1996"/>
            </a:xfrm>
            <a:prstGeom prst="rect">
              <a:avLst/>
            </a:prstGeom>
            <a:solidFill>
              <a:srgbClr val="CCFFFF"/>
            </a:solidFill>
            <a:ln w="19050" algn="ctr">
              <a:solidFill>
                <a:srgbClr val="FF00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nvGrpSpPr>
            <p:cNvPr id="15380" name="Group 58"/>
            <p:cNvGrpSpPr>
              <a:grpSpLocks/>
            </p:cNvGrpSpPr>
            <p:nvPr/>
          </p:nvGrpSpPr>
          <p:grpSpPr bwMode="auto">
            <a:xfrm>
              <a:off x="3288" y="1291"/>
              <a:ext cx="2300" cy="1758"/>
              <a:chOff x="3379" y="1200"/>
              <a:chExt cx="2300" cy="1758"/>
            </a:xfrm>
          </p:grpSpPr>
          <p:sp>
            <p:nvSpPr>
              <p:cNvPr id="15381" name="Rectangle 59"/>
              <p:cNvSpPr>
                <a:spLocks noChangeArrowheads="1"/>
              </p:cNvSpPr>
              <p:nvPr/>
            </p:nvSpPr>
            <p:spPr bwMode="auto">
              <a:xfrm>
                <a:off x="3454" y="1200"/>
                <a:ext cx="2203" cy="960"/>
              </a:xfrm>
              <a:prstGeom prst="rect">
                <a:avLst/>
              </a:prstGeom>
              <a:solidFill>
                <a:srgbClr val="D4D4D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aphicFrame>
            <p:nvGraphicFramePr>
              <p:cNvPr id="15382" name="Object 60"/>
              <p:cNvGraphicFramePr>
                <a:graphicFrameLocks noChangeAspect="1"/>
              </p:cNvGraphicFramePr>
              <p:nvPr/>
            </p:nvGraphicFramePr>
            <p:xfrm>
              <a:off x="4065" y="2327"/>
              <a:ext cx="261" cy="281"/>
            </p:xfrm>
            <a:graphic>
              <a:graphicData uri="http://schemas.openxmlformats.org/presentationml/2006/ole">
                <mc:AlternateContent xmlns:mc="http://schemas.openxmlformats.org/markup-compatibility/2006">
                  <mc:Choice xmlns:v="urn:schemas-microsoft-com:vml" Requires="v">
                    <p:oleObj spid="_x0000_s15727" name="Equation" r:id="rId13" imgW="66628" imgH="85841" progId="Equation.DSMT4">
                      <p:embed/>
                    </p:oleObj>
                  </mc:Choice>
                  <mc:Fallback>
                    <p:oleObj name="Equation" r:id="rId13" imgW="66628" imgH="85841" progId="Equation.DSMT4">
                      <p:embed/>
                      <p:pic>
                        <p:nvPicPr>
                          <p:cNvPr id="0" name="Object 6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65" y="2327"/>
                            <a:ext cx="261"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3" name="Line 61"/>
              <p:cNvSpPr>
                <a:spLocks noChangeShapeType="1"/>
              </p:cNvSpPr>
              <p:nvPr/>
            </p:nvSpPr>
            <p:spPr bwMode="auto">
              <a:xfrm>
                <a:off x="4497" y="1221"/>
                <a:ext cx="0" cy="1664"/>
              </a:xfrm>
              <a:prstGeom prst="line">
                <a:avLst/>
              </a:prstGeom>
              <a:noFill/>
              <a:ln w="9525">
                <a:solidFill>
                  <a:srgbClr val="5739C7"/>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4" name="Line 62"/>
              <p:cNvSpPr>
                <a:spLocks noChangeShapeType="1"/>
              </p:cNvSpPr>
              <p:nvPr/>
            </p:nvSpPr>
            <p:spPr bwMode="auto">
              <a:xfrm>
                <a:off x="4176" y="2774"/>
                <a:ext cx="229" cy="0"/>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5" name="Line 63"/>
              <p:cNvSpPr>
                <a:spLocks noChangeShapeType="1"/>
              </p:cNvSpPr>
              <p:nvPr/>
            </p:nvSpPr>
            <p:spPr bwMode="auto">
              <a:xfrm>
                <a:off x="4349" y="2180"/>
                <a:ext cx="0" cy="576"/>
              </a:xfrm>
              <a:prstGeom prst="line">
                <a:avLst/>
              </a:prstGeom>
              <a:noFill/>
              <a:ln w="9525">
                <a:solidFill>
                  <a:srgbClr val="00FF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15386" name="Group 64"/>
              <p:cNvGrpSpPr>
                <a:grpSpLocks/>
              </p:cNvGrpSpPr>
              <p:nvPr/>
            </p:nvGrpSpPr>
            <p:grpSpPr bwMode="auto">
              <a:xfrm>
                <a:off x="4111" y="1586"/>
                <a:ext cx="294" cy="576"/>
                <a:chOff x="4068" y="1284"/>
                <a:chExt cx="294" cy="576"/>
              </a:xfrm>
            </p:grpSpPr>
            <p:graphicFrame>
              <p:nvGraphicFramePr>
                <p:cNvPr id="15420" name="Object 65"/>
                <p:cNvGraphicFramePr>
                  <a:graphicFrameLocks noChangeAspect="1"/>
                </p:cNvGraphicFramePr>
                <p:nvPr/>
              </p:nvGraphicFramePr>
              <p:xfrm>
                <a:off x="4068" y="1399"/>
                <a:ext cx="214" cy="300"/>
              </p:xfrm>
              <a:graphic>
                <a:graphicData uri="http://schemas.openxmlformats.org/presentationml/2006/ole">
                  <mc:AlternateContent xmlns:mc="http://schemas.openxmlformats.org/markup-compatibility/2006">
                    <mc:Choice xmlns:v="urn:schemas-microsoft-com:vml" Requires="v">
                      <p:oleObj spid="_x0000_s15728" name="Equation" r:id="rId15" imgW="126725" imgH="177415" progId="Equation.DSMT4">
                        <p:embed/>
                      </p:oleObj>
                    </mc:Choice>
                    <mc:Fallback>
                      <p:oleObj name="Equation" r:id="rId15" imgW="126725" imgH="177415" progId="Equation.DSMT4">
                        <p:embed/>
                        <p:pic>
                          <p:nvPicPr>
                            <p:cNvPr id="0" name="Object 6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68" y="1399"/>
                              <a:ext cx="214"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421" name="Line 66"/>
                <p:cNvSpPr>
                  <a:spLocks noChangeShapeType="1"/>
                </p:cNvSpPr>
                <p:nvPr/>
              </p:nvSpPr>
              <p:spPr bwMode="auto">
                <a:xfrm>
                  <a:off x="4133" y="1284"/>
                  <a:ext cx="22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22" name="Line 67"/>
                <p:cNvSpPr>
                  <a:spLocks noChangeShapeType="1"/>
                </p:cNvSpPr>
                <p:nvPr/>
              </p:nvSpPr>
              <p:spPr bwMode="auto">
                <a:xfrm>
                  <a:off x="4306" y="1284"/>
                  <a:ext cx="0" cy="576"/>
                </a:xfrm>
                <a:prstGeom prst="line">
                  <a:avLst/>
                </a:prstGeom>
                <a:noFill/>
                <a:ln w="9525">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15387" name="Object 68"/>
              <p:cNvGraphicFramePr>
                <a:graphicFrameLocks noChangeAspect="1"/>
              </p:cNvGraphicFramePr>
              <p:nvPr/>
            </p:nvGraphicFramePr>
            <p:xfrm>
              <a:off x="4540" y="2609"/>
              <a:ext cx="290" cy="349"/>
            </p:xfrm>
            <a:graphic>
              <a:graphicData uri="http://schemas.openxmlformats.org/presentationml/2006/ole">
                <mc:AlternateContent xmlns:mc="http://schemas.openxmlformats.org/markup-compatibility/2006">
                  <mc:Choice xmlns:v="urn:schemas-microsoft-com:vml" Requires="v">
                    <p:oleObj spid="_x0000_s15729" name="Equation" r:id="rId17" imgW="95084" imgH="133453" progId="Equation.DSMT4">
                      <p:embed/>
                    </p:oleObj>
                  </mc:Choice>
                  <mc:Fallback>
                    <p:oleObj name="Equation" r:id="rId17" imgW="95084" imgH="133453" progId="Equation.DSMT4">
                      <p:embed/>
                      <p:pic>
                        <p:nvPicPr>
                          <p:cNvPr id="0" name="Object 6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40" y="2609"/>
                            <a:ext cx="290"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88" name="Oval 69"/>
              <p:cNvSpPr>
                <a:spLocks noChangeArrowheads="1"/>
              </p:cNvSpPr>
              <p:nvPr/>
            </p:nvSpPr>
            <p:spPr bwMode="auto">
              <a:xfrm>
                <a:off x="4451" y="2716"/>
                <a:ext cx="96" cy="96"/>
              </a:xfrm>
              <a:prstGeom prst="ellipse">
                <a:avLst/>
              </a:prstGeom>
              <a:gradFill rotWithShape="1">
                <a:gsLst>
                  <a:gs pos="0">
                    <a:srgbClr val="005400"/>
                  </a:gs>
                  <a:gs pos="100000">
                    <a:srgbClr val="00E80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spcBef>
                    <a:spcPct val="0"/>
                  </a:spcBef>
                </a:pPr>
                <a:endParaRPr lang="zh-CN" altLang="zh-CN">
                  <a:solidFill>
                    <a:schemeClr val="bg1"/>
                  </a:solidFill>
                  <a:latin typeface="Times New Roman" pitchFamily="18" charset="0"/>
                </a:endParaRPr>
              </a:p>
            </p:txBody>
          </p:sp>
          <p:sp>
            <p:nvSpPr>
              <p:cNvPr id="15389" name="Rectangle 70"/>
              <p:cNvSpPr>
                <a:spLocks noChangeArrowheads="1"/>
              </p:cNvSpPr>
              <p:nvPr/>
            </p:nvSpPr>
            <p:spPr bwMode="auto">
              <a:xfrm>
                <a:off x="3446" y="1269"/>
                <a:ext cx="7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0"/>
                  </a:spcBef>
                </a:pPr>
                <a:r>
                  <a:rPr lang="zh-CN" altLang="en-US" sz="2000" b="1">
                    <a:solidFill>
                      <a:srgbClr val="C60000"/>
                    </a:solidFill>
                    <a:latin typeface="Times New Roman" pitchFamily="18" charset="0"/>
                    <a:ea typeface="宋体" pitchFamily="2" charset="-122"/>
                  </a:rPr>
                  <a:t>有效区域</a:t>
                </a:r>
              </a:p>
            </p:txBody>
          </p:sp>
          <p:sp>
            <p:nvSpPr>
              <p:cNvPr id="15390" name="Line 71"/>
              <p:cNvSpPr>
                <a:spLocks noChangeShapeType="1"/>
              </p:cNvSpPr>
              <p:nvPr/>
            </p:nvSpPr>
            <p:spPr bwMode="auto">
              <a:xfrm flipV="1">
                <a:off x="3379" y="2160"/>
                <a:ext cx="2212" cy="9"/>
              </a:xfrm>
              <a:prstGeom prst="line">
                <a:avLst/>
              </a:prstGeom>
              <a:noFill/>
              <a:ln w="25400">
                <a:solidFill>
                  <a:srgbClr val="000000"/>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5391" name="Group 72"/>
              <p:cNvGrpSpPr>
                <a:grpSpLocks/>
              </p:cNvGrpSpPr>
              <p:nvPr/>
            </p:nvGrpSpPr>
            <p:grpSpPr bwMode="auto">
              <a:xfrm>
                <a:off x="3457" y="2160"/>
                <a:ext cx="2222" cy="252"/>
                <a:chOff x="731" y="3181"/>
                <a:chExt cx="2926" cy="279"/>
              </a:xfrm>
            </p:grpSpPr>
            <p:grpSp>
              <p:nvGrpSpPr>
                <p:cNvPr id="15416" name="Group 73"/>
                <p:cNvGrpSpPr>
                  <a:grpSpLocks/>
                </p:cNvGrpSpPr>
                <p:nvPr/>
              </p:nvGrpSpPr>
              <p:grpSpPr bwMode="auto">
                <a:xfrm>
                  <a:off x="832" y="3252"/>
                  <a:ext cx="205" cy="208"/>
                  <a:chOff x="832" y="3252"/>
                  <a:chExt cx="205" cy="208"/>
                </a:xfrm>
              </p:grpSpPr>
              <p:sp>
                <p:nvSpPr>
                  <p:cNvPr id="15418" name="Line 74"/>
                  <p:cNvSpPr>
                    <a:spLocks noChangeShapeType="1"/>
                  </p:cNvSpPr>
                  <p:nvPr/>
                </p:nvSpPr>
                <p:spPr bwMode="auto">
                  <a:xfrm>
                    <a:off x="938" y="3252"/>
                    <a:ext cx="0" cy="20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9" name="Line 75"/>
                  <p:cNvSpPr>
                    <a:spLocks noChangeShapeType="1"/>
                  </p:cNvSpPr>
                  <p:nvPr/>
                </p:nvSpPr>
                <p:spPr bwMode="auto">
                  <a:xfrm rot="-5400000">
                    <a:off x="935" y="3357"/>
                    <a:ext cx="0" cy="205"/>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417" name="Rectangle 76" descr="宽上对角线"/>
                <p:cNvSpPr>
                  <a:spLocks noChangeArrowheads="1"/>
                </p:cNvSpPr>
                <p:nvPr/>
              </p:nvSpPr>
              <p:spPr bwMode="auto">
                <a:xfrm>
                  <a:off x="731" y="3181"/>
                  <a:ext cx="2926" cy="101"/>
                </a:xfrm>
                <a:prstGeom prst="rect">
                  <a:avLst/>
                </a:prstGeom>
                <a:pattFill prst="wdUpDiag">
                  <a:fgClr>
                    <a:schemeClr val="tx1"/>
                  </a:fgClr>
                  <a:bgClr>
                    <a:srgbClr val="FFFFFF"/>
                  </a:bgClr>
                </a:pattFill>
                <a:ln w="9525">
                  <a:solidFill>
                    <a:srgbClr val="9AC0C6"/>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grpSp>
            <p:nvGrpSpPr>
              <p:cNvPr id="15392" name="Group 77"/>
              <p:cNvGrpSpPr>
                <a:grpSpLocks/>
              </p:cNvGrpSpPr>
              <p:nvPr/>
            </p:nvGrpSpPr>
            <p:grpSpPr bwMode="auto">
              <a:xfrm flipV="1">
                <a:off x="3499" y="2144"/>
                <a:ext cx="1997" cy="5"/>
                <a:chOff x="741" y="3141"/>
                <a:chExt cx="2908" cy="9"/>
              </a:xfrm>
            </p:grpSpPr>
            <p:sp>
              <p:nvSpPr>
                <p:cNvPr id="15399" name="Line 78"/>
                <p:cNvSpPr>
                  <a:spLocks noChangeShapeType="1"/>
                </p:cNvSpPr>
                <p:nvPr/>
              </p:nvSpPr>
              <p:spPr bwMode="auto">
                <a:xfrm>
                  <a:off x="2154" y="3147"/>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5400" name="Group 79"/>
                <p:cNvGrpSpPr>
                  <a:grpSpLocks/>
                </p:cNvGrpSpPr>
                <p:nvPr/>
              </p:nvGrpSpPr>
              <p:grpSpPr bwMode="auto">
                <a:xfrm>
                  <a:off x="741" y="3144"/>
                  <a:ext cx="1363" cy="6"/>
                  <a:chOff x="741" y="3117"/>
                  <a:chExt cx="1363" cy="6"/>
                </a:xfrm>
              </p:grpSpPr>
              <p:sp>
                <p:nvSpPr>
                  <p:cNvPr id="15409" name="Line 80"/>
                  <p:cNvSpPr>
                    <a:spLocks noChangeShapeType="1"/>
                  </p:cNvSpPr>
                  <p:nvPr/>
                </p:nvSpPr>
                <p:spPr bwMode="auto">
                  <a:xfrm>
                    <a:off x="2013" y="3123"/>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0" name="Line 81"/>
                  <p:cNvSpPr>
                    <a:spLocks noChangeShapeType="1"/>
                  </p:cNvSpPr>
                  <p:nvPr/>
                </p:nvSpPr>
                <p:spPr bwMode="auto">
                  <a:xfrm>
                    <a:off x="1866"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1" name="Line 82"/>
                  <p:cNvSpPr>
                    <a:spLocks noChangeShapeType="1"/>
                  </p:cNvSpPr>
                  <p:nvPr/>
                </p:nvSpPr>
                <p:spPr bwMode="auto">
                  <a:xfrm>
                    <a:off x="1710" y="3117"/>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2" name="Line 83"/>
                  <p:cNvSpPr>
                    <a:spLocks noChangeShapeType="1"/>
                  </p:cNvSpPr>
                  <p:nvPr/>
                </p:nvSpPr>
                <p:spPr bwMode="auto">
                  <a:xfrm>
                    <a:off x="1515"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3" name="Line 84"/>
                  <p:cNvSpPr>
                    <a:spLocks noChangeShapeType="1"/>
                  </p:cNvSpPr>
                  <p:nvPr/>
                </p:nvSpPr>
                <p:spPr bwMode="auto">
                  <a:xfrm>
                    <a:off x="1299"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4" name="Line 85"/>
                  <p:cNvSpPr>
                    <a:spLocks noChangeShapeType="1"/>
                  </p:cNvSpPr>
                  <p:nvPr/>
                </p:nvSpPr>
                <p:spPr bwMode="auto">
                  <a:xfrm>
                    <a:off x="1038"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15" name="Line 86"/>
                  <p:cNvSpPr>
                    <a:spLocks noChangeShapeType="1"/>
                  </p:cNvSpPr>
                  <p:nvPr/>
                </p:nvSpPr>
                <p:spPr bwMode="auto">
                  <a:xfrm>
                    <a:off x="741"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5401" name="Group 87"/>
                <p:cNvGrpSpPr>
                  <a:grpSpLocks/>
                </p:cNvGrpSpPr>
                <p:nvPr/>
              </p:nvGrpSpPr>
              <p:grpSpPr bwMode="auto">
                <a:xfrm flipH="1">
                  <a:off x="2286" y="3141"/>
                  <a:ext cx="1363" cy="6"/>
                  <a:chOff x="741" y="3117"/>
                  <a:chExt cx="1363" cy="6"/>
                </a:xfrm>
              </p:grpSpPr>
              <p:sp>
                <p:nvSpPr>
                  <p:cNvPr id="15402" name="Line 88"/>
                  <p:cNvSpPr>
                    <a:spLocks noChangeShapeType="1"/>
                  </p:cNvSpPr>
                  <p:nvPr/>
                </p:nvSpPr>
                <p:spPr bwMode="auto">
                  <a:xfrm>
                    <a:off x="2013" y="3123"/>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3" name="Line 89"/>
                  <p:cNvSpPr>
                    <a:spLocks noChangeShapeType="1"/>
                  </p:cNvSpPr>
                  <p:nvPr/>
                </p:nvSpPr>
                <p:spPr bwMode="auto">
                  <a:xfrm>
                    <a:off x="1866"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4" name="Line 90"/>
                  <p:cNvSpPr>
                    <a:spLocks noChangeShapeType="1"/>
                  </p:cNvSpPr>
                  <p:nvPr/>
                </p:nvSpPr>
                <p:spPr bwMode="auto">
                  <a:xfrm>
                    <a:off x="1710" y="3117"/>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5" name="Line 91"/>
                  <p:cNvSpPr>
                    <a:spLocks noChangeShapeType="1"/>
                  </p:cNvSpPr>
                  <p:nvPr/>
                </p:nvSpPr>
                <p:spPr bwMode="auto">
                  <a:xfrm>
                    <a:off x="1515"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6" name="Line 92"/>
                  <p:cNvSpPr>
                    <a:spLocks noChangeShapeType="1"/>
                  </p:cNvSpPr>
                  <p:nvPr/>
                </p:nvSpPr>
                <p:spPr bwMode="auto">
                  <a:xfrm>
                    <a:off x="1299"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7" name="Line 93"/>
                  <p:cNvSpPr>
                    <a:spLocks noChangeShapeType="1"/>
                  </p:cNvSpPr>
                  <p:nvPr/>
                </p:nvSpPr>
                <p:spPr bwMode="auto">
                  <a:xfrm>
                    <a:off x="1038"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8" name="Line 94"/>
                  <p:cNvSpPr>
                    <a:spLocks noChangeShapeType="1"/>
                  </p:cNvSpPr>
                  <p:nvPr/>
                </p:nvSpPr>
                <p:spPr bwMode="auto">
                  <a:xfrm>
                    <a:off x="741" y="3120"/>
                    <a:ext cx="91" cy="0"/>
                  </a:xfrm>
                  <a:prstGeom prst="line">
                    <a:avLst/>
                  </a:prstGeom>
                  <a:noFill/>
                  <a:ln w="31750">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5393" name="Line 95"/>
              <p:cNvSpPr>
                <a:spLocks noChangeShapeType="1"/>
              </p:cNvSpPr>
              <p:nvPr/>
            </p:nvSpPr>
            <p:spPr bwMode="auto">
              <a:xfrm flipV="1">
                <a:off x="4496" y="1490"/>
                <a:ext cx="722" cy="83"/>
              </a:xfrm>
              <a:prstGeom prst="line">
                <a:avLst/>
              </a:prstGeom>
              <a:noFill/>
              <a:ln w="25400">
                <a:solidFill>
                  <a:srgbClr val="FF0000"/>
                </a:solidFill>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5394" name="Line 96"/>
              <p:cNvSpPr>
                <a:spLocks noChangeShapeType="1"/>
              </p:cNvSpPr>
              <p:nvPr/>
            </p:nvSpPr>
            <p:spPr bwMode="auto">
              <a:xfrm flipV="1">
                <a:off x="4514" y="1500"/>
                <a:ext cx="695" cy="1243"/>
              </a:xfrm>
              <a:prstGeom prst="line">
                <a:avLst/>
              </a:prstGeom>
              <a:noFill/>
              <a:ln w="25400">
                <a:solidFill>
                  <a:srgbClr val="00C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5395" name="Object 97"/>
              <p:cNvGraphicFramePr>
                <a:graphicFrameLocks noChangeAspect="1"/>
              </p:cNvGraphicFramePr>
              <p:nvPr/>
            </p:nvGraphicFramePr>
            <p:xfrm>
              <a:off x="4704" y="1525"/>
              <a:ext cx="229" cy="251"/>
            </p:xfrm>
            <a:graphic>
              <a:graphicData uri="http://schemas.openxmlformats.org/presentationml/2006/ole">
                <mc:AlternateContent xmlns:mc="http://schemas.openxmlformats.org/markup-compatibility/2006">
                  <mc:Choice xmlns:v="urn:schemas-microsoft-com:vml" Requires="v">
                    <p:oleObj spid="_x0000_s15730" name="Equation" r:id="rId19" imgW="152268" imgH="164957" progId="Equation.DSMT4">
                      <p:embed/>
                    </p:oleObj>
                  </mc:Choice>
                  <mc:Fallback>
                    <p:oleObj name="Equation" r:id="rId19" imgW="152268" imgH="164957" progId="Equation.DSMT4">
                      <p:embed/>
                      <p:pic>
                        <p:nvPicPr>
                          <p:cNvPr id="0" name="Object 9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704" y="1525"/>
                            <a:ext cx="229"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96" name="Object 98"/>
              <p:cNvGraphicFramePr>
                <a:graphicFrameLocks noChangeAspect="1"/>
              </p:cNvGraphicFramePr>
              <p:nvPr/>
            </p:nvGraphicFramePr>
            <p:xfrm>
              <a:off x="4976" y="1797"/>
              <a:ext cx="272" cy="236"/>
            </p:xfrm>
            <a:graphic>
              <a:graphicData uri="http://schemas.openxmlformats.org/presentationml/2006/ole">
                <mc:AlternateContent xmlns:mc="http://schemas.openxmlformats.org/markup-compatibility/2006">
                  <mc:Choice xmlns:v="urn:schemas-microsoft-com:vml" Requires="v">
                    <p:oleObj spid="_x0000_s15731" name="Equation" r:id="rId21" imgW="190335" imgH="164957" progId="Equation.DSMT4">
                      <p:embed/>
                    </p:oleObj>
                  </mc:Choice>
                  <mc:Fallback>
                    <p:oleObj name="Equation" r:id="rId21" imgW="190335" imgH="164957" progId="Equation.DSMT4">
                      <p:embed/>
                      <p:pic>
                        <p:nvPicPr>
                          <p:cNvPr id="0" name="Object 9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76" y="1797"/>
                            <a:ext cx="272"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97" name="Oval 99"/>
              <p:cNvSpPr>
                <a:spLocks noChangeArrowheads="1"/>
              </p:cNvSpPr>
              <p:nvPr/>
            </p:nvSpPr>
            <p:spPr bwMode="auto">
              <a:xfrm>
                <a:off x="4446" y="1528"/>
                <a:ext cx="96" cy="96"/>
              </a:xfrm>
              <a:prstGeom prst="ellipse">
                <a:avLst/>
              </a:prstGeom>
              <a:gradFill rotWithShape="1">
                <a:gsLst>
                  <a:gs pos="0">
                    <a:srgbClr val="710000"/>
                  </a:gs>
                  <a:gs pos="100000">
                    <a:srgbClr val="F40000"/>
                  </a:gs>
                </a:gsLst>
                <a:lin ang="18900000" scaled="1"/>
              </a:gradFill>
              <a:ln w="9525">
                <a:solidFill>
                  <a:srgbClr val="CC0000"/>
                </a:solidFill>
                <a:round/>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spcBef>
                    <a:spcPct val="0"/>
                  </a:spcBef>
                </a:pPr>
                <a:endParaRPr lang="zh-CN" altLang="zh-CN">
                  <a:solidFill>
                    <a:schemeClr val="bg1"/>
                  </a:solidFill>
                  <a:latin typeface="Times New Roman" pitchFamily="18" charset="0"/>
                </a:endParaRPr>
              </a:p>
            </p:txBody>
          </p:sp>
          <p:graphicFrame>
            <p:nvGraphicFramePr>
              <p:cNvPr id="15398" name="Object 100"/>
              <p:cNvGraphicFramePr>
                <a:graphicFrameLocks noChangeAspect="1"/>
              </p:cNvGraphicFramePr>
              <p:nvPr/>
            </p:nvGraphicFramePr>
            <p:xfrm>
              <a:off x="4493" y="1260"/>
              <a:ext cx="246" cy="317"/>
            </p:xfrm>
            <a:graphic>
              <a:graphicData uri="http://schemas.openxmlformats.org/presentationml/2006/ole">
                <mc:AlternateContent xmlns:mc="http://schemas.openxmlformats.org/markup-compatibility/2006">
                  <mc:Choice xmlns:v="urn:schemas-microsoft-com:vml" Requires="v">
                    <p:oleObj spid="_x0000_s15732" name="Equation" r:id="rId23" imgW="177646" imgH="228402" progId="Equation.DSMT4">
                      <p:embed/>
                    </p:oleObj>
                  </mc:Choice>
                  <mc:Fallback>
                    <p:oleObj name="Equation" r:id="rId23" imgW="177646" imgH="228402" progId="Equation.DSMT4">
                      <p:embed/>
                      <p:pic>
                        <p:nvPicPr>
                          <p:cNvPr id="0" name="Object 10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493" y="1260"/>
                            <a:ext cx="246"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sp>
        <p:nvSpPr>
          <p:cNvPr id="15375" name="AutoShape 103">
            <a:hlinkClick r:id="rId25"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5376" name="AutoShape 104">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5377" name="AutoShape 105">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5378" name="AutoShape 106">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48898"/>
                                        </p:tgtEl>
                                        <p:attrNameLst>
                                          <p:attrName>style.visibility</p:attrName>
                                        </p:attrNameLst>
                                      </p:cBhvr>
                                      <p:to>
                                        <p:strVal val="visible"/>
                                      </p:to>
                                    </p:set>
                                    <p:animEffect transition="in" filter="wipe(up)">
                                      <p:cBhvr>
                                        <p:cTn id="7" dur="2000"/>
                                        <p:tgtEl>
                                          <p:spTgt spid="848898"/>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20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848944"/>
                                        </p:tgtEl>
                                        <p:attrNameLst>
                                          <p:attrName>style.visibility</p:attrName>
                                        </p:attrNameLst>
                                      </p:cBhvr>
                                      <p:to>
                                        <p:strVal val="visible"/>
                                      </p:to>
                                    </p:set>
                                    <p:animEffect transition="in" filter="wipe(up)">
                                      <p:cBhvr>
                                        <p:cTn id="16" dur="2000"/>
                                        <p:tgtEl>
                                          <p:spTgt spid="848944"/>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848899"/>
                                        </p:tgtEl>
                                        <p:attrNameLst>
                                          <p:attrName>style.visibility</p:attrName>
                                        </p:attrNameLst>
                                      </p:cBhvr>
                                      <p:to>
                                        <p:strVal val="visible"/>
                                      </p:to>
                                    </p:set>
                                    <p:animEffect transition="in" filter="wipe(up)">
                                      <p:cBhvr>
                                        <p:cTn id="20" dur="2000"/>
                                        <p:tgtEl>
                                          <p:spTgt spid="84889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848900"/>
                                        </p:tgtEl>
                                        <p:attrNameLst>
                                          <p:attrName>style.visibility</p:attrName>
                                        </p:attrNameLst>
                                      </p:cBhvr>
                                      <p:to>
                                        <p:strVal val="visible"/>
                                      </p:to>
                                    </p:set>
                                    <p:animEffect transition="in" filter="wipe(up)">
                                      <p:cBhvr>
                                        <p:cTn id="25" dur="2000"/>
                                        <p:tgtEl>
                                          <p:spTgt spid="848900"/>
                                        </p:tgtEl>
                                      </p:cBhvr>
                                    </p:animEffect>
                                  </p:childTnLst>
                                </p:cTn>
                              </p:par>
                            </p:childTnLst>
                          </p:cTn>
                        </p:par>
                        <p:par>
                          <p:cTn id="26" fill="hold" nodeType="afterGroup">
                            <p:stCondLst>
                              <p:cond delay="2000"/>
                            </p:stCondLst>
                            <p:childTnLst>
                              <p:par>
                                <p:cTn id="27" presetID="22" presetClass="entr" presetSubtype="1" fill="hold" nodeType="afterEffect">
                                  <p:stCondLst>
                                    <p:cond delay="0"/>
                                  </p:stCondLst>
                                  <p:childTnLst>
                                    <p:set>
                                      <p:cBhvr>
                                        <p:cTn id="28" dur="1" fill="hold">
                                          <p:stCondLst>
                                            <p:cond delay="0"/>
                                          </p:stCondLst>
                                        </p:cTn>
                                        <p:tgtEl>
                                          <p:spTgt spid="848951"/>
                                        </p:tgtEl>
                                        <p:attrNameLst>
                                          <p:attrName>style.visibility</p:attrName>
                                        </p:attrNameLst>
                                      </p:cBhvr>
                                      <p:to>
                                        <p:strVal val="visible"/>
                                      </p:to>
                                    </p:set>
                                    <p:animEffect transition="in" filter="wipe(up)">
                                      <p:cBhvr>
                                        <p:cTn id="29" dur="2000"/>
                                        <p:tgtEl>
                                          <p:spTgt spid="84895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848903"/>
                                        </p:tgtEl>
                                        <p:attrNameLst>
                                          <p:attrName>style.visibility</p:attrName>
                                        </p:attrNameLst>
                                      </p:cBhvr>
                                      <p:to>
                                        <p:strVal val="visible"/>
                                      </p:to>
                                    </p:set>
                                    <p:animEffect transition="in" filter="wipe(up)">
                                      <p:cBhvr>
                                        <p:cTn id="34" dur="2000"/>
                                        <p:tgtEl>
                                          <p:spTgt spid="848903"/>
                                        </p:tgtEl>
                                      </p:cBhvr>
                                    </p:animEffect>
                                  </p:childTnLst>
                                </p:cTn>
                              </p:par>
                            </p:childTnLst>
                          </p:cTn>
                        </p:par>
                        <p:par>
                          <p:cTn id="35" fill="hold" nodeType="afterGroup">
                            <p:stCondLst>
                              <p:cond delay="2000"/>
                            </p:stCondLst>
                            <p:childTnLst>
                              <p:par>
                                <p:cTn id="36" presetID="22" presetClass="entr" presetSubtype="1" fill="hold" nodeType="afterEffect">
                                  <p:stCondLst>
                                    <p:cond delay="0"/>
                                  </p:stCondLst>
                                  <p:childTnLst>
                                    <p:set>
                                      <p:cBhvr>
                                        <p:cTn id="37" dur="1" fill="hold">
                                          <p:stCondLst>
                                            <p:cond delay="0"/>
                                          </p:stCondLst>
                                        </p:cTn>
                                        <p:tgtEl>
                                          <p:spTgt spid="848901"/>
                                        </p:tgtEl>
                                        <p:attrNameLst>
                                          <p:attrName>style.visibility</p:attrName>
                                        </p:attrNameLst>
                                      </p:cBhvr>
                                      <p:to>
                                        <p:strVal val="visible"/>
                                      </p:to>
                                    </p:set>
                                    <p:animEffect transition="in" filter="wipe(up)">
                                      <p:cBhvr>
                                        <p:cTn id="38" dur="2000"/>
                                        <p:tgtEl>
                                          <p:spTgt spid="848901"/>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848947"/>
                                        </p:tgtEl>
                                        <p:attrNameLst>
                                          <p:attrName>style.visibility</p:attrName>
                                        </p:attrNameLst>
                                      </p:cBhvr>
                                      <p:to>
                                        <p:strVal val="visible"/>
                                      </p:to>
                                    </p:set>
                                    <p:animEffect transition="in" filter="wipe(up)">
                                      <p:cBhvr>
                                        <p:cTn id="43" dur="2000"/>
                                        <p:tgtEl>
                                          <p:spTgt spid="848947"/>
                                        </p:tgtEl>
                                      </p:cBhvr>
                                    </p:animEffect>
                                  </p:childTnLst>
                                </p:cTn>
                              </p:par>
                            </p:childTnLst>
                          </p:cTn>
                        </p:par>
                        <p:par>
                          <p:cTn id="44" fill="hold" nodeType="afterGroup">
                            <p:stCondLst>
                              <p:cond delay="2000"/>
                            </p:stCondLst>
                            <p:childTnLst>
                              <p:par>
                                <p:cTn id="45" presetID="22" presetClass="entr" presetSubtype="1" fill="hold" nodeType="afterEffect">
                                  <p:stCondLst>
                                    <p:cond delay="0"/>
                                  </p:stCondLst>
                                  <p:childTnLst>
                                    <p:set>
                                      <p:cBhvr>
                                        <p:cTn id="46" dur="1" fill="hold">
                                          <p:stCondLst>
                                            <p:cond delay="0"/>
                                          </p:stCondLst>
                                        </p:cTn>
                                        <p:tgtEl>
                                          <p:spTgt spid="848948"/>
                                        </p:tgtEl>
                                        <p:attrNameLst>
                                          <p:attrName>style.visibility</p:attrName>
                                        </p:attrNameLst>
                                      </p:cBhvr>
                                      <p:to>
                                        <p:strVal val="visible"/>
                                      </p:to>
                                    </p:set>
                                    <p:animEffect transition="in" filter="wipe(up)">
                                      <p:cBhvr>
                                        <p:cTn id="47" dur="2000"/>
                                        <p:tgtEl>
                                          <p:spTgt spid="84894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wipe(up)">
                                      <p:cBhvr>
                                        <p:cTn id="52" dur="2000"/>
                                        <p:tgtEl>
                                          <p:spTgt spid="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848902"/>
                                        </p:tgtEl>
                                        <p:attrNameLst>
                                          <p:attrName>style.visibility</p:attrName>
                                        </p:attrNameLst>
                                      </p:cBhvr>
                                      <p:to>
                                        <p:strVal val="visible"/>
                                      </p:to>
                                    </p:set>
                                    <p:animEffect transition="in" filter="wipe(up)">
                                      <p:cBhvr>
                                        <p:cTn id="57" dur="2000"/>
                                        <p:tgtEl>
                                          <p:spTgt spid="8489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8898" grpId="0"/>
      <p:bldP spid="848900" grpId="0"/>
      <p:bldP spid="848902" grpId="0"/>
      <p:bldP spid="848903" grpId="0"/>
      <p:bldP spid="848944" grpId="0"/>
      <p:bldP spid="84894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灯片编号占位符 1"/>
          <p:cNvSpPr>
            <a:spLocks noGrp="1"/>
          </p:cNvSpPr>
          <p:nvPr>
            <p:ph type="sldNum" sz="quarter" idx="10"/>
          </p:nvPr>
        </p:nvSpPr>
        <p:spPr/>
        <p:txBody>
          <a:bodyPr/>
          <a:lstStyle/>
          <a:p>
            <a:pPr>
              <a:defRPr/>
            </a:pPr>
            <a:fld id="{0F348D3A-CB47-4C8B-A21B-81BB5F77F053}" type="slidenum">
              <a:rPr lang="en-US" altLang="zh-CN"/>
              <a:pPr>
                <a:defRPr/>
              </a:pPr>
              <a:t>15</a:t>
            </a:fld>
            <a:endParaRPr lang="en-US" altLang="zh-CN"/>
          </a:p>
        </p:txBody>
      </p:sp>
      <p:sp>
        <p:nvSpPr>
          <p:cNvPr id="849922" name="Text Box 2"/>
          <p:cNvSpPr txBox="1">
            <a:spLocks noChangeArrowheads="1"/>
          </p:cNvSpPr>
          <p:nvPr/>
        </p:nvSpPr>
        <p:spPr bwMode="auto">
          <a:xfrm>
            <a:off x="107950" y="422275"/>
            <a:ext cx="780097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pPr>
            <a:r>
              <a:rPr kumimoji="1" lang="en-US" altLang="zh-CN" b="1">
                <a:solidFill>
                  <a:schemeClr val="bg1"/>
                </a:solidFill>
                <a:latin typeface="Times New Roman" pitchFamily="18" charset="0"/>
                <a:ea typeface="宋体" pitchFamily="2" charset="-122"/>
                <a:sym typeface="Symbol" pitchFamily="18" charset="2"/>
              </a:rPr>
              <a:t>3.  </a:t>
            </a:r>
            <a:r>
              <a:rPr kumimoji="1" lang="zh-CN" altLang="en-US" b="1">
                <a:solidFill>
                  <a:schemeClr val="bg1"/>
                </a:solidFill>
                <a:latin typeface="Times New Roman" pitchFamily="18" charset="0"/>
                <a:ea typeface="宋体" pitchFamily="2" charset="-122"/>
                <a:sym typeface="Symbol" pitchFamily="18" charset="2"/>
              </a:rPr>
              <a:t>点电荷对相交半无限大接地导体平面的镜像</a:t>
            </a:r>
          </a:p>
        </p:txBody>
      </p:sp>
      <p:sp>
        <p:nvSpPr>
          <p:cNvPr id="849923" name="Text Box 3"/>
          <p:cNvSpPr txBox="1">
            <a:spLocks noChangeArrowheads="1"/>
          </p:cNvSpPr>
          <p:nvPr/>
        </p:nvSpPr>
        <p:spPr bwMode="auto">
          <a:xfrm>
            <a:off x="34925" y="1063625"/>
            <a:ext cx="94329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pPr>
            <a:r>
              <a:rPr kumimoji="1" lang="zh-CN" altLang="en-US" b="1">
                <a:solidFill>
                  <a:schemeClr val="bg1"/>
                </a:solidFill>
                <a:latin typeface="Times New Roman" pitchFamily="18" charset="0"/>
                <a:sym typeface="Symbol" pitchFamily="18" charset="2"/>
              </a:rPr>
              <a:t>两相互垂直相连的半无限大接地导体平板，点电荷</a:t>
            </a:r>
            <a:r>
              <a:rPr kumimoji="1" lang="en-US" altLang="zh-CN" b="1" i="1">
                <a:solidFill>
                  <a:schemeClr val="bg1"/>
                </a:solidFill>
                <a:latin typeface="Times New Roman" pitchFamily="18" charset="0"/>
                <a:sym typeface="Symbol" pitchFamily="18" charset="2"/>
              </a:rPr>
              <a:t>q </a:t>
            </a:r>
            <a:r>
              <a:rPr kumimoji="1" lang="zh-CN" altLang="en-US" b="1">
                <a:solidFill>
                  <a:schemeClr val="bg1"/>
                </a:solidFill>
                <a:latin typeface="Times New Roman" pitchFamily="18" charset="0"/>
                <a:sym typeface="Symbol" pitchFamily="18" charset="2"/>
              </a:rPr>
              <a:t>位于</a:t>
            </a:r>
            <a:r>
              <a:rPr kumimoji="1" lang="en-US" altLang="zh-CN" b="1">
                <a:solidFill>
                  <a:schemeClr val="bg1"/>
                </a:solidFill>
                <a:latin typeface="Times New Roman" pitchFamily="18" charset="0"/>
                <a:sym typeface="Symbol" pitchFamily="18" charset="2"/>
              </a:rPr>
              <a:t>(</a:t>
            </a:r>
            <a:r>
              <a:rPr kumimoji="1" lang="en-US" altLang="zh-CN" b="1" i="1">
                <a:solidFill>
                  <a:schemeClr val="bg1"/>
                </a:solidFill>
                <a:latin typeface="Times New Roman" pitchFamily="18" charset="0"/>
                <a:sym typeface="Symbol" pitchFamily="18" charset="2"/>
              </a:rPr>
              <a:t>d</a:t>
            </a:r>
            <a:r>
              <a:rPr kumimoji="1" lang="en-US" altLang="zh-CN" b="1" baseline="-25000">
                <a:solidFill>
                  <a:schemeClr val="bg1"/>
                </a:solidFill>
                <a:latin typeface="Times New Roman" pitchFamily="18" charset="0"/>
                <a:sym typeface="Symbol" pitchFamily="18" charset="2"/>
              </a:rPr>
              <a:t>1</a:t>
            </a:r>
            <a:r>
              <a:rPr kumimoji="1" lang="en-US" altLang="zh-CN" b="1">
                <a:solidFill>
                  <a:schemeClr val="bg1"/>
                </a:solidFill>
                <a:latin typeface="Times New Roman" pitchFamily="18" charset="0"/>
                <a:sym typeface="Symbol" pitchFamily="18" charset="2"/>
              </a:rPr>
              <a:t>, </a:t>
            </a:r>
            <a:r>
              <a:rPr kumimoji="1" lang="en-US" altLang="zh-CN" b="1" i="1">
                <a:solidFill>
                  <a:schemeClr val="bg1"/>
                </a:solidFill>
                <a:latin typeface="Times New Roman" pitchFamily="18" charset="0"/>
                <a:sym typeface="Symbol" pitchFamily="18" charset="2"/>
              </a:rPr>
              <a:t>d</a:t>
            </a:r>
            <a:r>
              <a:rPr kumimoji="1" lang="en-US" altLang="zh-CN" b="1" baseline="-25000">
                <a:solidFill>
                  <a:schemeClr val="bg1"/>
                </a:solidFill>
                <a:latin typeface="Times New Roman" pitchFamily="18" charset="0"/>
                <a:sym typeface="Symbol" pitchFamily="18" charset="2"/>
              </a:rPr>
              <a:t>2 </a:t>
            </a:r>
            <a:r>
              <a:rPr kumimoji="1" lang="en-US" altLang="zh-CN" b="1">
                <a:solidFill>
                  <a:schemeClr val="bg1"/>
                </a:solidFill>
                <a:latin typeface="Times New Roman" pitchFamily="18" charset="0"/>
                <a:sym typeface="Symbol" pitchFamily="18" charset="2"/>
              </a:rPr>
              <a:t>)</a:t>
            </a:r>
            <a:r>
              <a:rPr kumimoji="1" lang="zh-CN" altLang="en-US" b="1">
                <a:solidFill>
                  <a:schemeClr val="bg1"/>
                </a:solidFill>
                <a:latin typeface="Times New Roman" pitchFamily="18" charset="0"/>
                <a:sym typeface="Symbol" pitchFamily="18" charset="2"/>
              </a:rPr>
              <a:t>处。</a:t>
            </a:r>
          </a:p>
        </p:txBody>
      </p:sp>
      <p:sp>
        <p:nvSpPr>
          <p:cNvPr id="849924" name="Text Box 4"/>
          <p:cNvSpPr txBox="1">
            <a:spLocks noChangeArrowheads="1"/>
          </p:cNvSpPr>
          <p:nvPr/>
        </p:nvSpPr>
        <p:spPr bwMode="auto">
          <a:xfrm>
            <a:off x="179388" y="2819400"/>
            <a:ext cx="4824412"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zh-CN" altLang="en-US" b="1">
                <a:solidFill>
                  <a:schemeClr val="bg1"/>
                </a:solidFill>
                <a:latin typeface="Times New Roman" pitchFamily="18" charset="0"/>
                <a:sym typeface="Symbol" pitchFamily="18" charset="2"/>
              </a:rPr>
              <a:t>　  显然，</a:t>
            </a:r>
            <a:r>
              <a:rPr kumimoji="1" lang="en-US" altLang="zh-CN" b="1" i="1">
                <a:solidFill>
                  <a:schemeClr val="bg1"/>
                </a:solidFill>
                <a:latin typeface="Times New Roman" pitchFamily="18" charset="0"/>
                <a:sym typeface="Symbol" pitchFamily="18" charset="2"/>
              </a:rPr>
              <a:t>q</a:t>
            </a:r>
            <a:r>
              <a:rPr kumimoji="1" lang="en-US" altLang="zh-CN" b="1" baseline="-25000">
                <a:solidFill>
                  <a:schemeClr val="bg1"/>
                </a:solidFill>
                <a:latin typeface="Times New Roman" pitchFamily="18" charset="0"/>
                <a:sym typeface="Symbol" pitchFamily="18" charset="2"/>
              </a:rPr>
              <a:t>1 </a:t>
            </a:r>
            <a:r>
              <a:rPr kumimoji="1" lang="zh-CN" altLang="en-US" b="1">
                <a:solidFill>
                  <a:schemeClr val="bg1"/>
                </a:solidFill>
                <a:latin typeface="Times New Roman" pitchFamily="18" charset="0"/>
                <a:sym typeface="Symbol" pitchFamily="18" charset="2"/>
              </a:rPr>
              <a:t>对平面 </a:t>
            </a:r>
            <a:r>
              <a:rPr kumimoji="1" lang="en-US" altLang="zh-CN" b="1">
                <a:solidFill>
                  <a:schemeClr val="bg1"/>
                </a:solidFill>
                <a:latin typeface="Times New Roman" pitchFamily="18" charset="0"/>
                <a:sym typeface="Symbol" pitchFamily="18" charset="2"/>
              </a:rPr>
              <a:t>2 </a:t>
            </a:r>
            <a:r>
              <a:rPr kumimoji="1" lang="zh-CN" altLang="en-US" b="1">
                <a:solidFill>
                  <a:schemeClr val="bg1"/>
                </a:solidFill>
                <a:latin typeface="Times New Roman" pitchFamily="18" charset="0"/>
                <a:sym typeface="Symbol" pitchFamily="18" charset="2"/>
              </a:rPr>
              <a:t>以及 </a:t>
            </a:r>
            <a:r>
              <a:rPr kumimoji="1" lang="en-US" altLang="zh-CN" b="1" i="1">
                <a:solidFill>
                  <a:schemeClr val="bg1"/>
                </a:solidFill>
                <a:latin typeface="Times New Roman" pitchFamily="18" charset="0"/>
                <a:sym typeface="Symbol" pitchFamily="18" charset="2"/>
              </a:rPr>
              <a:t>q</a:t>
            </a:r>
            <a:r>
              <a:rPr kumimoji="1" lang="en-US" altLang="zh-CN" b="1" baseline="-25000">
                <a:solidFill>
                  <a:schemeClr val="bg1"/>
                </a:solidFill>
                <a:latin typeface="Times New Roman" pitchFamily="18" charset="0"/>
                <a:sym typeface="Symbol" pitchFamily="18" charset="2"/>
              </a:rPr>
              <a:t>2 </a:t>
            </a:r>
            <a:r>
              <a:rPr kumimoji="1" lang="zh-CN" altLang="en-US" b="1">
                <a:solidFill>
                  <a:schemeClr val="bg1"/>
                </a:solidFill>
                <a:latin typeface="Times New Roman" pitchFamily="18" charset="0"/>
                <a:sym typeface="Symbol" pitchFamily="18" charset="2"/>
              </a:rPr>
              <a:t>对平面 </a:t>
            </a:r>
            <a:r>
              <a:rPr kumimoji="1" lang="en-US" altLang="zh-CN" b="1">
                <a:solidFill>
                  <a:schemeClr val="bg1"/>
                </a:solidFill>
                <a:latin typeface="Times New Roman" pitchFamily="18" charset="0"/>
                <a:sym typeface="Symbol" pitchFamily="18" charset="2"/>
              </a:rPr>
              <a:t>1 </a:t>
            </a:r>
            <a:r>
              <a:rPr kumimoji="1" lang="zh-CN" altLang="en-US" b="1">
                <a:solidFill>
                  <a:schemeClr val="bg1"/>
                </a:solidFill>
                <a:latin typeface="Times New Roman" pitchFamily="18" charset="0"/>
                <a:sym typeface="Symbol" pitchFamily="18" charset="2"/>
              </a:rPr>
              <a:t>均不能满足边界条件。　</a:t>
            </a:r>
          </a:p>
        </p:txBody>
      </p:sp>
      <p:graphicFrame>
        <p:nvGraphicFramePr>
          <p:cNvPr id="849925" name="Object 5"/>
          <p:cNvGraphicFramePr>
            <a:graphicFrameLocks noChangeAspect="1"/>
          </p:cNvGraphicFramePr>
          <p:nvPr/>
        </p:nvGraphicFramePr>
        <p:xfrm>
          <a:off x="1552575" y="5386388"/>
          <a:ext cx="3452813" cy="863600"/>
        </p:xfrm>
        <a:graphic>
          <a:graphicData uri="http://schemas.openxmlformats.org/presentationml/2006/ole">
            <mc:AlternateContent xmlns:mc="http://schemas.openxmlformats.org/markup-compatibility/2006">
              <mc:Choice xmlns:v="urn:schemas-microsoft-com:vml" Requires="v">
                <p:oleObj spid="_x0000_s16479" name="Equation" r:id="rId3" imgW="1628916" imgH="333285" progId="Equation.DSMT4">
                  <p:embed/>
                </p:oleObj>
              </mc:Choice>
              <mc:Fallback>
                <p:oleObj name="Equation" r:id="rId3" imgW="1628916" imgH="333285"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2575" y="5386388"/>
                        <a:ext cx="3452813"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9926" name="Text Box 6"/>
          <p:cNvSpPr txBox="1">
            <a:spLocks noChangeArrowheads="1"/>
          </p:cNvSpPr>
          <p:nvPr/>
        </p:nvSpPr>
        <p:spPr bwMode="auto">
          <a:xfrm>
            <a:off x="668338" y="1700213"/>
            <a:ext cx="7288212"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pPr>
            <a:r>
              <a:rPr kumimoji="1" lang="zh-CN" altLang="en-US" b="1">
                <a:solidFill>
                  <a:schemeClr val="bg1"/>
                </a:solidFill>
                <a:latin typeface="Times New Roman" pitchFamily="18" charset="0"/>
                <a:sym typeface="Symbol" pitchFamily="18" charset="2"/>
              </a:rPr>
              <a:t>对于平面</a:t>
            </a:r>
            <a:r>
              <a:rPr kumimoji="1" lang="en-US" altLang="zh-CN" b="1">
                <a:solidFill>
                  <a:schemeClr val="bg1"/>
                </a:solidFill>
                <a:latin typeface="Times New Roman" pitchFamily="18" charset="0"/>
                <a:sym typeface="Symbol" pitchFamily="18" charset="2"/>
              </a:rPr>
              <a:t>1</a:t>
            </a:r>
            <a:r>
              <a:rPr kumimoji="1" lang="zh-CN" altLang="en-US" b="1">
                <a:solidFill>
                  <a:schemeClr val="bg1"/>
                </a:solidFill>
                <a:latin typeface="Times New Roman" pitchFamily="18" charset="0"/>
                <a:sym typeface="Symbol" pitchFamily="18" charset="2"/>
              </a:rPr>
              <a:t>，有镜像电荷</a:t>
            </a:r>
            <a:r>
              <a:rPr kumimoji="1" lang="en-US" altLang="zh-CN" b="1" i="1">
                <a:solidFill>
                  <a:schemeClr val="bg1"/>
                </a:solidFill>
                <a:latin typeface="Times New Roman" pitchFamily="18" charset="0"/>
                <a:sym typeface="Symbol" pitchFamily="18" charset="2"/>
              </a:rPr>
              <a:t>q</a:t>
            </a:r>
            <a:r>
              <a:rPr kumimoji="1" lang="en-US" altLang="zh-CN" b="1" baseline="-25000">
                <a:solidFill>
                  <a:schemeClr val="bg1"/>
                </a:solidFill>
                <a:latin typeface="Times New Roman" pitchFamily="18" charset="0"/>
                <a:sym typeface="Symbol" pitchFamily="18" charset="2"/>
              </a:rPr>
              <a:t>1</a:t>
            </a:r>
            <a:r>
              <a:rPr kumimoji="1" lang="en-US" altLang="zh-CN" b="1">
                <a:solidFill>
                  <a:schemeClr val="bg1"/>
                </a:solidFill>
                <a:latin typeface="Times New Roman" pitchFamily="18" charset="0"/>
                <a:sym typeface="Symbol" pitchFamily="18" charset="2"/>
              </a:rPr>
              <a:t>=</a:t>
            </a:r>
            <a:r>
              <a:rPr kumimoji="1" lang="zh-CN" altLang="en-US" b="1">
                <a:solidFill>
                  <a:schemeClr val="bg1"/>
                </a:solidFill>
                <a:sym typeface="Symbol" pitchFamily="18" charset="2"/>
              </a:rPr>
              <a:t>－</a:t>
            </a:r>
            <a:r>
              <a:rPr kumimoji="1" lang="en-US" altLang="zh-CN" b="1" i="1">
                <a:solidFill>
                  <a:schemeClr val="bg1"/>
                </a:solidFill>
                <a:latin typeface="Times New Roman" pitchFamily="18" charset="0"/>
                <a:sym typeface="Symbol" pitchFamily="18" charset="2"/>
              </a:rPr>
              <a:t>q</a:t>
            </a:r>
            <a:r>
              <a:rPr kumimoji="1" lang="zh-CN" altLang="en-US" b="1">
                <a:solidFill>
                  <a:schemeClr val="bg1"/>
                </a:solidFill>
                <a:latin typeface="Times New Roman" pitchFamily="18" charset="0"/>
                <a:sym typeface="Symbol" pitchFamily="18" charset="2"/>
              </a:rPr>
              <a:t>，位于</a:t>
            </a:r>
            <a:r>
              <a:rPr kumimoji="1" lang="en-US" altLang="zh-CN" b="1">
                <a:solidFill>
                  <a:schemeClr val="bg1"/>
                </a:solidFill>
                <a:latin typeface="Times New Roman" pitchFamily="18" charset="0"/>
                <a:sym typeface="Symbol" pitchFamily="18" charset="2"/>
              </a:rPr>
              <a:t>(</a:t>
            </a:r>
            <a:r>
              <a:rPr kumimoji="1" lang="zh-CN" altLang="en-US" b="1">
                <a:solidFill>
                  <a:schemeClr val="bg1"/>
                </a:solidFill>
                <a:latin typeface="Times New Roman" pitchFamily="18" charset="0"/>
                <a:sym typeface="Symbol" pitchFamily="18" charset="2"/>
              </a:rPr>
              <a:t>－</a:t>
            </a:r>
            <a:r>
              <a:rPr kumimoji="1" lang="en-US" altLang="zh-CN" b="1" i="1">
                <a:solidFill>
                  <a:schemeClr val="bg1"/>
                </a:solidFill>
                <a:latin typeface="Times New Roman" pitchFamily="18" charset="0"/>
                <a:sym typeface="Symbol" pitchFamily="18" charset="2"/>
              </a:rPr>
              <a:t>d</a:t>
            </a:r>
            <a:r>
              <a:rPr kumimoji="1" lang="en-US" altLang="zh-CN" b="1" baseline="-25000">
                <a:solidFill>
                  <a:schemeClr val="bg1"/>
                </a:solidFill>
                <a:latin typeface="Times New Roman" pitchFamily="18" charset="0"/>
                <a:sym typeface="Symbol" pitchFamily="18" charset="2"/>
              </a:rPr>
              <a:t>1</a:t>
            </a:r>
            <a:r>
              <a:rPr kumimoji="1" lang="en-US" altLang="zh-CN" b="1">
                <a:solidFill>
                  <a:schemeClr val="bg1"/>
                </a:solidFill>
                <a:latin typeface="Times New Roman" pitchFamily="18" charset="0"/>
                <a:sym typeface="Symbol" pitchFamily="18" charset="2"/>
              </a:rPr>
              <a:t>, </a:t>
            </a:r>
            <a:r>
              <a:rPr kumimoji="1" lang="en-US" altLang="zh-CN" b="1" i="1">
                <a:solidFill>
                  <a:schemeClr val="bg1"/>
                </a:solidFill>
                <a:latin typeface="Times New Roman" pitchFamily="18" charset="0"/>
                <a:sym typeface="Symbol" pitchFamily="18" charset="2"/>
              </a:rPr>
              <a:t>d</a:t>
            </a:r>
            <a:r>
              <a:rPr kumimoji="1" lang="en-US" altLang="zh-CN" b="1" baseline="-25000">
                <a:solidFill>
                  <a:schemeClr val="bg1"/>
                </a:solidFill>
                <a:latin typeface="Times New Roman" pitchFamily="18" charset="0"/>
                <a:sym typeface="Symbol" pitchFamily="18" charset="2"/>
              </a:rPr>
              <a:t>2 </a:t>
            </a:r>
            <a:r>
              <a:rPr kumimoji="1" lang="en-US" altLang="zh-CN" b="1">
                <a:solidFill>
                  <a:schemeClr val="bg1"/>
                </a:solidFill>
                <a:latin typeface="Times New Roman" pitchFamily="18" charset="0"/>
                <a:sym typeface="Symbol" pitchFamily="18" charset="2"/>
              </a:rPr>
              <a:t>)</a:t>
            </a:r>
          </a:p>
        </p:txBody>
      </p:sp>
      <p:sp>
        <p:nvSpPr>
          <p:cNvPr id="849927" name="Text Box 7"/>
          <p:cNvSpPr txBox="1">
            <a:spLocks noChangeArrowheads="1"/>
          </p:cNvSpPr>
          <p:nvPr/>
        </p:nvSpPr>
        <p:spPr bwMode="auto">
          <a:xfrm>
            <a:off x="668338" y="2287588"/>
            <a:ext cx="7288212"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pPr>
            <a:r>
              <a:rPr kumimoji="1" lang="zh-CN" altLang="en-US" b="1">
                <a:solidFill>
                  <a:schemeClr val="bg1"/>
                </a:solidFill>
                <a:latin typeface="Times New Roman" pitchFamily="18" charset="0"/>
                <a:sym typeface="Symbol" pitchFamily="18" charset="2"/>
              </a:rPr>
              <a:t>对于平面</a:t>
            </a:r>
            <a:r>
              <a:rPr kumimoji="1" lang="en-US" altLang="zh-CN" b="1">
                <a:solidFill>
                  <a:schemeClr val="bg1"/>
                </a:solidFill>
                <a:latin typeface="Times New Roman" pitchFamily="18" charset="0"/>
                <a:sym typeface="Symbol" pitchFamily="18" charset="2"/>
              </a:rPr>
              <a:t>2</a:t>
            </a:r>
            <a:r>
              <a:rPr kumimoji="1" lang="zh-CN" altLang="en-US" b="1">
                <a:solidFill>
                  <a:schemeClr val="bg1"/>
                </a:solidFill>
                <a:latin typeface="Times New Roman" pitchFamily="18" charset="0"/>
                <a:sym typeface="Symbol" pitchFamily="18" charset="2"/>
              </a:rPr>
              <a:t>，有镜像电荷</a:t>
            </a:r>
            <a:r>
              <a:rPr kumimoji="1" lang="en-US" altLang="zh-CN" b="1" i="1">
                <a:solidFill>
                  <a:schemeClr val="bg1"/>
                </a:solidFill>
                <a:latin typeface="Times New Roman" pitchFamily="18" charset="0"/>
                <a:sym typeface="Symbol" pitchFamily="18" charset="2"/>
              </a:rPr>
              <a:t>q</a:t>
            </a:r>
            <a:r>
              <a:rPr kumimoji="1" lang="en-US" altLang="zh-CN" b="1" baseline="-25000">
                <a:solidFill>
                  <a:schemeClr val="bg1"/>
                </a:solidFill>
                <a:latin typeface="Times New Roman" pitchFamily="18" charset="0"/>
                <a:sym typeface="Symbol" pitchFamily="18" charset="2"/>
              </a:rPr>
              <a:t>2</a:t>
            </a:r>
            <a:r>
              <a:rPr kumimoji="1" lang="en-US" altLang="zh-CN" b="1">
                <a:solidFill>
                  <a:schemeClr val="bg1"/>
                </a:solidFill>
                <a:latin typeface="Times New Roman" pitchFamily="18" charset="0"/>
                <a:sym typeface="Symbol" pitchFamily="18" charset="2"/>
              </a:rPr>
              <a:t>=</a:t>
            </a:r>
            <a:r>
              <a:rPr kumimoji="1" lang="zh-CN" altLang="en-US" b="1">
                <a:solidFill>
                  <a:schemeClr val="bg1"/>
                </a:solidFill>
                <a:sym typeface="Symbol" pitchFamily="18" charset="2"/>
              </a:rPr>
              <a:t>－</a:t>
            </a:r>
            <a:r>
              <a:rPr kumimoji="1" lang="en-US" altLang="zh-CN" b="1" i="1">
                <a:solidFill>
                  <a:schemeClr val="bg1"/>
                </a:solidFill>
                <a:latin typeface="Times New Roman" pitchFamily="18" charset="0"/>
                <a:sym typeface="Symbol" pitchFamily="18" charset="2"/>
              </a:rPr>
              <a:t>q</a:t>
            </a:r>
            <a:r>
              <a:rPr kumimoji="1" lang="zh-CN" altLang="en-US" b="1">
                <a:solidFill>
                  <a:schemeClr val="bg1"/>
                </a:solidFill>
                <a:latin typeface="Times New Roman" pitchFamily="18" charset="0"/>
                <a:sym typeface="Symbol" pitchFamily="18" charset="2"/>
              </a:rPr>
              <a:t>，位于</a:t>
            </a:r>
            <a:r>
              <a:rPr kumimoji="1" lang="en-US" altLang="zh-CN" b="1">
                <a:solidFill>
                  <a:schemeClr val="bg1"/>
                </a:solidFill>
                <a:latin typeface="Times New Roman" pitchFamily="18" charset="0"/>
                <a:sym typeface="Symbol" pitchFamily="18" charset="2"/>
              </a:rPr>
              <a:t>( </a:t>
            </a:r>
            <a:r>
              <a:rPr kumimoji="1" lang="en-US" altLang="zh-CN" b="1" i="1">
                <a:solidFill>
                  <a:schemeClr val="bg1"/>
                </a:solidFill>
                <a:latin typeface="Times New Roman" pitchFamily="18" charset="0"/>
                <a:sym typeface="Symbol" pitchFamily="18" charset="2"/>
              </a:rPr>
              <a:t>d</a:t>
            </a:r>
            <a:r>
              <a:rPr kumimoji="1" lang="en-US" altLang="zh-CN" b="1" baseline="-25000">
                <a:solidFill>
                  <a:schemeClr val="bg1"/>
                </a:solidFill>
                <a:latin typeface="Times New Roman" pitchFamily="18" charset="0"/>
                <a:sym typeface="Symbol" pitchFamily="18" charset="2"/>
              </a:rPr>
              <a:t>1</a:t>
            </a:r>
            <a:r>
              <a:rPr kumimoji="1" lang="en-US" altLang="zh-CN" b="1">
                <a:solidFill>
                  <a:schemeClr val="bg1"/>
                </a:solidFill>
                <a:latin typeface="Times New Roman" pitchFamily="18" charset="0"/>
                <a:sym typeface="Symbol" pitchFamily="18" charset="2"/>
              </a:rPr>
              <a:t>, </a:t>
            </a:r>
            <a:r>
              <a:rPr kumimoji="1" lang="zh-CN" altLang="en-US" b="1">
                <a:solidFill>
                  <a:schemeClr val="bg1"/>
                </a:solidFill>
                <a:latin typeface="Times New Roman" pitchFamily="18" charset="0"/>
                <a:sym typeface="Symbol" pitchFamily="18" charset="2"/>
              </a:rPr>
              <a:t>－</a:t>
            </a:r>
            <a:r>
              <a:rPr kumimoji="1" lang="en-US" altLang="zh-CN" b="1" i="1">
                <a:solidFill>
                  <a:schemeClr val="bg1"/>
                </a:solidFill>
                <a:latin typeface="Times New Roman" pitchFamily="18" charset="0"/>
                <a:sym typeface="Symbol" pitchFamily="18" charset="2"/>
              </a:rPr>
              <a:t>d</a:t>
            </a:r>
            <a:r>
              <a:rPr kumimoji="1" lang="en-US" altLang="zh-CN" b="1" baseline="-25000">
                <a:solidFill>
                  <a:schemeClr val="bg1"/>
                </a:solidFill>
                <a:latin typeface="Times New Roman" pitchFamily="18" charset="0"/>
                <a:sym typeface="Symbol" pitchFamily="18" charset="2"/>
              </a:rPr>
              <a:t>2 </a:t>
            </a:r>
            <a:r>
              <a:rPr kumimoji="1" lang="en-US" altLang="zh-CN" b="1">
                <a:solidFill>
                  <a:schemeClr val="bg1"/>
                </a:solidFill>
                <a:latin typeface="Times New Roman" pitchFamily="18" charset="0"/>
                <a:sym typeface="Symbol" pitchFamily="18" charset="2"/>
              </a:rPr>
              <a:t>)</a:t>
            </a:r>
          </a:p>
        </p:txBody>
      </p:sp>
      <p:sp>
        <p:nvSpPr>
          <p:cNvPr id="849928" name="Text Box 8"/>
          <p:cNvSpPr txBox="1">
            <a:spLocks noChangeArrowheads="1"/>
          </p:cNvSpPr>
          <p:nvPr/>
        </p:nvSpPr>
        <p:spPr bwMode="auto">
          <a:xfrm>
            <a:off x="92075" y="3857625"/>
            <a:ext cx="5919788"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en-US" altLang="zh-CN" b="1">
                <a:solidFill>
                  <a:schemeClr val="bg1"/>
                </a:solidFill>
                <a:sym typeface="Symbol" pitchFamily="18" charset="2"/>
              </a:rPr>
              <a:t>       </a:t>
            </a:r>
            <a:r>
              <a:rPr kumimoji="1" lang="zh-CN" altLang="en-US" b="1">
                <a:solidFill>
                  <a:schemeClr val="bg1"/>
                </a:solidFill>
                <a:sym typeface="Symbol" pitchFamily="18" charset="2"/>
              </a:rPr>
              <a:t>只有在</a:t>
            </a:r>
            <a:r>
              <a:rPr kumimoji="1" lang="en-US" altLang="zh-CN" b="1">
                <a:solidFill>
                  <a:schemeClr val="bg1"/>
                </a:solidFill>
                <a:latin typeface="Times New Roman" pitchFamily="18" charset="0"/>
                <a:sym typeface="Symbol" pitchFamily="18" charset="2"/>
              </a:rPr>
              <a:t>(</a:t>
            </a:r>
            <a:r>
              <a:rPr kumimoji="1" lang="zh-CN" altLang="en-US" b="1">
                <a:solidFill>
                  <a:schemeClr val="bg1"/>
                </a:solidFill>
                <a:latin typeface="Times New Roman" pitchFamily="18" charset="0"/>
                <a:sym typeface="Symbol" pitchFamily="18" charset="2"/>
              </a:rPr>
              <a:t>－</a:t>
            </a:r>
            <a:r>
              <a:rPr kumimoji="1" lang="en-US" altLang="zh-CN" b="1" i="1">
                <a:solidFill>
                  <a:schemeClr val="bg1"/>
                </a:solidFill>
                <a:latin typeface="Times New Roman" pitchFamily="18" charset="0"/>
                <a:sym typeface="Symbol" pitchFamily="18" charset="2"/>
              </a:rPr>
              <a:t>d</a:t>
            </a:r>
            <a:r>
              <a:rPr kumimoji="1" lang="en-US" altLang="zh-CN" b="1" baseline="-25000">
                <a:solidFill>
                  <a:schemeClr val="bg1"/>
                </a:solidFill>
                <a:latin typeface="Times New Roman" pitchFamily="18" charset="0"/>
                <a:sym typeface="Symbol" pitchFamily="18" charset="2"/>
              </a:rPr>
              <a:t>1</a:t>
            </a:r>
            <a:r>
              <a:rPr kumimoji="1" lang="en-US" altLang="zh-CN" b="1">
                <a:solidFill>
                  <a:schemeClr val="bg1"/>
                </a:solidFill>
                <a:latin typeface="Times New Roman" pitchFamily="18" charset="0"/>
                <a:sym typeface="Symbol" pitchFamily="18" charset="2"/>
              </a:rPr>
              <a:t>, </a:t>
            </a:r>
            <a:r>
              <a:rPr kumimoji="1" lang="zh-CN" altLang="en-US" b="1">
                <a:solidFill>
                  <a:schemeClr val="bg1"/>
                </a:solidFill>
                <a:latin typeface="Times New Roman" pitchFamily="18" charset="0"/>
                <a:sym typeface="Symbol" pitchFamily="18" charset="2"/>
              </a:rPr>
              <a:t>－</a:t>
            </a:r>
            <a:r>
              <a:rPr kumimoji="1" lang="en-US" altLang="zh-CN" b="1" i="1">
                <a:solidFill>
                  <a:schemeClr val="bg1"/>
                </a:solidFill>
                <a:latin typeface="Times New Roman" pitchFamily="18" charset="0"/>
                <a:sym typeface="Symbol" pitchFamily="18" charset="2"/>
              </a:rPr>
              <a:t>d</a:t>
            </a:r>
            <a:r>
              <a:rPr kumimoji="1" lang="en-US" altLang="zh-CN" b="1" baseline="-25000">
                <a:solidFill>
                  <a:schemeClr val="bg1"/>
                </a:solidFill>
                <a:latin typeface="Times New Roman" pitchFamily="18" charset="0"/>
                <a:sym typeface="Symbol" pitchFamily="18" charset="2"/>
              </a:rPr>
              <a:t>2 </a:t>
            </a:r>
            <a:r>
              <a:rPr kumimoji="1" lang="en-US" altLang="zh-CN" b="1">
                <a:solidFill>
                  <a:schemeClr val="bg1"/>
                </a:solidFill>
                <a:latin typeface="Times New Roman" pitchFamily="18" charset="0"/>
                <a:sym typeface="Symbol" pitchFamily="18" charset="2"/>
              </a:rPr>
              <a:t>)</a:t>
            </a:r>
            <a:r>
              <a:rPr kumimoji="1" lang="zh-CN" altLang="en-US" b="1">
                <a:solidFill>
                  <a:schemeClr val="bg1"/>
                </a:solidFill>
                <a:latin typeface="Times New Roman" pitchFamily="18" charset="0"/>
                <a:sym typeface="Symbol" pitchFamily="18" charset="2"/>
              </a:rPr>
              <a:t>处</a:t>
            </a:r>
            <a:r>
              <a:rPr kumimoji="1" lang="zh-CN" altLang="en-US" b="1">
                <a:solidFill>
                  <a:schemeClr val="bg1"/>
                </a:solidFill>
                <a:sym typeface="Symbol" pitchFamily="18" charset="2"/>
              </a:rPr>
              <a:t>再设置一</a:t>
            </a:r>
          </a:p>
          <a:p>
            <a:pPr algn="just" eaLnBrk="1" hangingPunct="1">
              <a:lnSpc>
                <a:spcPct val="130000"/>
              </a:lnSpc>
              <a:spcBef>
                <a:spcPct val="0"/>
              </a:spcBef>
            </a:pPr>
            <a:r>
              <a:rPr kumimoji="1" lang="zh-CN" altLang="en-US" b="1">
                <a:solidFill>
                  <a:schemeClr val="bg1"/>
                </a:solidFill>
                <a:latin typeface="Times New Roman" pitchFamily="18" charset="0"/>
                <a:sym typeface="Symbol" pitchFamily="18" charset="2"/>
              </a:rPr>
              <a:t>镜像电荷</a:t>
            </a:r>
            <a:r>
              <a:rPr kumimoji="1" lang="en-US" altLang="zh-CN" b="1" i="1">
                <a:solidFill>
                  <a:schemeClr val="bg1"/>
                </a:solidFill>
                <a:latin typeface="Times New Roman" pitchFamily="18" charset="0"/>
                <a:sym typeface="Symbol" pitchFamily="18" charset="2"/>
              </a:rPr>
              <a:t>q</a:t>
            </a:r>
            <a:r>
              <a:rPr kumimoji="1" lang="en-US" altLang="zh-CN" b="1" baseline="-25000">
                <a:solidFill>
                  <a:schemeClr val="bg1"/>
                </a:solidFill>
                <a:latin typeface="Times New Roman" pitchFamily="18" charset="0"/>
                <a:sym typeface="Symbol" pitchFamily="18" charset="2"/>
              </a:rPr>
              <a:t>3 </a:t>
            </a:r>
            <a:r>
              <a:rPr kumimoji="1" lang="en-US" altLang="zh-CN" b="1">
                <a:solidFill>
                  <a:schemeClr val="bg1"/>
                </a:solidFill>
                <a:latin typeface="Times New Roman" pitchFamily="18" charset="0"/>
                <a:sym typeface="Symbol" pitchFamily="18" charset="2"/>
              </a:rPr>
              <a:t>= </a:t>
            </a:r>
            <a:r>
              <a:rPr kumimoji="1" lang="en-US" altLang="zh-CN" b="1">
                <a:solidFill>
                  <a:srgbClr val="FF0000"/>
                </a:solidFill>
                <a:latin typeface="Times New Roman" pitchFamily="18" charset="0"/>
                <a:sym typeface="Symbol" pitchFamily="18" charset="2"/>
              </a:rPr>
              <a:t>+</a:t>
            </a:r>
            <a:r>
              <a:rPr kumimoji="1" lang="en-US" altLang="zh-CN" b="1" i="1">
                <a:solidFill>
                  <a:schemeClr val="bg1"/>
                </a:solidFill>
                <a:latin typeface="Times New Roman" pitchFamily="18" charset="0"/>
                <a:sym typeface="Symbol" pitchFamily="18" charset="2"/>
              </a:rPr>
              <a:t>q</a:t>
            </a:r>
            <a:r>
              <a:rPr kumimoji="1" lang="zh-CN" altLang="en-US" b="1">
                <a:solidFill>
                  <a:schemeClr val="bg1"/>
                </a:solidFill>
                <a:sym typeface="Symbol" pitchFamily="18" charset="2"/>
              </a:rPr>
              <a:t>，所有边界条件才能</a:t>
            </a:r>
          </a:p>
          <a:p>
            <a:pPr algn="just" eaLnBrk="1" hangingPunct="1">
              <a:lnSpc>
                <a:spcPct val="130000"/>
              </a:lnSpc>
              <a:spcBef>
                <a:spcPct val="0"/>
              </a:spcBef>
            </a:pPr>
            <a:r>
              <a:rPr kumimoji="1" lang="zh-CN" altLang="en-US" b="1">
                <a:solidFill>
                  <a:schemeClr val="bg1"/>
                </a:solidFill>
                <a:sym typeface="Symbol" pitchFamily="18" charset="2"/>
              </a:rPr>
              <a:t>得到满足。</a:t>
            </a:r>
            <a:endParaRPr kumimoji="1" lang="zh-CN" altLang="en-US" b="1">
              <a:solidFill>
                <a:schemeClr val="bg1"/>
              </a:solidFill>
              <a:latin typeface="Times New Roman" pitchFamily="18" charset="0"/>
              <a:sym typeface="Symbol" pitchFamily="18" charset="2"/>
            </a:endParaRPr>
          </a:p>
        </p:txBody>
      </p:sp>
      <p:sp>
        <p:nvSpPr>
          <p:cNvPr id="849929" name="Rectangle 9"/>
          <p:cNvSpPr>
            <a:spLocks noChangeArrowheads="1"/>
          </p:cNvSpPr>
          <p:nvPr/>
        </p:nvSpPr>
        <p:spPr bwMode="auto">
          <a:xfrm>
            <a:off x="179388" y="5589588"/>
            <a:ext cx="2447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kumimoji="1" lang="zh-CN" altLang="en-US" b="1">
                <a:solidFill>
                  <a:schemeClr val="bg1"/>
                </a:solidFill>
                <a:sym typeface="Symbol" pitchFamily="18" charset="2"/>
              </a:rPr>
              <a:t>电位函数</a:t>
            </a:r>
          </a:p>
        </p:txBody>
      </p:sp>
      <p:grpSp>
        <p:nvGrpSpPr>
          <p:cNvPr id="2" name="Group 67"/>
          <p:cNvGrpSpPr>
            <a:grpSpLocks/>
          </p:cNvGrpSpPr>
          <p:nvPr/>
        </p:nvGrpSpPr>
        <p:grpSpPr bwMode="auto">
          <a:xfrm>
            <a:off x="5248275" y="2852738"/>
            <a:ext cx="3851275" cy="3600450"/>
            <a:chOff x="3306" y="1797"/>
            <a:chExt cx="2426" cy="2268"/>
          </a:xfrm>
        </p:grpSpPr>
        <p:sp>
          <p:nvSpPr>
            <p:cNvPr id="16431" name="Rectangle 10"/>
            <p:cNvSpPr>
              <a:spLocks noChangeArrowheads="1"/>
            </p:cNvSpPr>
            <p:nvPr/>
          </p:nvSpPr>
          <p:spPr bwMode="auto">
            <a:xfrm>
              <a:off x="3306" y="1797"/>
              <a:ext cx="2426" cy="2268"/>
            </a:xfrm>
            <a:prstGeom prst="rect">
              <a:avLst/>
            </a:prstGeom>
            <a:solidFill>
              <a:srgbClr val="CCFFFF"/>
            </a:solidFill>
            <a:ln w="9525">
              <a:solidFill>
                <a:srgbClr val="FF00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nvGrpSpPr>
            <p:cNvPr id="16432" name="Group 17"/>
            <p:cNvGrpSpPr>
              <a:grpSpLocks/>
            </p:cNvGrpSpPr>
            <p:nvPr/>
          </p:nvGrpSpPr>
          <p:grpSpPr bwMode="auto">
            <a:xfrm>
              <a:off x="4419" y="1937"/>
              <a:ext cx="1095" cy="1221"/>
              <a:chOff x="4368" y="1017"/>
              <a:chExt cx="1200" cy="1335"/>
            </a:xfrm>
          </p:grpSpPr>
          <p:sp>
            <p:nvSpPr>
              <p:cNvPr id="16447" name="Line 18"/>
              <p:cNvSpPr>
                <a:spLocks noChangeShapeType="1"/>
              </p:cNvSpPr>
              <p:nvPr/>
            </p:nvSpPr>
            <p:spPr bwMode="auto">
              <a:xfrm flipV="1">
                <a:off x="4368" y="2208"/>
                <a:ext cx="1200" cy="0"/>
              </a:xfrm>
              <a:prstGeom prst="line">
                <a:avLst/>
              </a:prstGeom>
              <a:noFill/>
              <a:ln w="57150">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448" name="Group 19"/>
              <p:cNvGrpSpPr>
                <a:grpSpLocks/>
              </p:cNvGrpSpPr>
              <p:nvPr/>
            </p:nvGrpSpPr>
            <p:grpSpPr bwMode="auto">
              <a:xfrm>
                <a:off x="5339" y="2214"/>
                <a:ext cx="205" cy="138"/>
                <a:chOff x="5339" y="2214"/>
                <a:chExt cx="205" cy="138"/>
              </a:xfrm>
            </p:grpSpPr>
            <p:sp>
              <p:nvSpPr>
                <p:cNvPr id="16450" name="Line 20"/>
                <p:cNvSpPr>
                  <a:spLocks noChangeShapeType="1"/>
                </p:cNvSpPr>
                <p:nvPr/>
              </p:nvSpPr>
              <p:spPr bwMode="auto">
                <a:xfrm>
                  <a:off x="5436" y="2214"/>
                  <a:ext cx="3" cy="138"/>
                </a:xfrm>
                <a:prstGeom prst="line">
                  <a:avLst/>
                </a:prstGeom>
                <a:noFill/>
                <a:ln w="57150">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51" name="Line 21"/>
                <p:cNvSpPr>
                  <a:spLocks noChangeShapeType="1"/>
                </p:cNvSpPr>
                <p:nvPr/>
              </p:nvSpPr>
              <p:spPr bwMode="auto">
                <a:xfrm rot="-5400000">
                  <a:off x="5442" y="2249"/>
                  <a:ext cx="0" cy="205"/>
                </a:xfrm>
                <a:prstGeom prst="line">
                  <a:avLst/>
                </a:prstGeom>
                <a:noFill/>
                <a:ln w="57150">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449" name="Line 22"/>
              <p:cNvSpPr>
                <a:spLocks noChangeShapeType="1"/>
              </p:cNvSpPr>
              <p:nvPr/>
            </p:nvSpPr>
            <p:spPr bwMode="auto">
              <a:xfrm rot="16200000" flipV="1">
                <a:off x="3768" y="1617"/>
                <a:ext cx="1200" cy="0"/>
              </a:xfrm>
              <a:prstGeom prst="line">
                <a:avLst/>
              </a:prstGeom>
              <a:noFill/>
              <a:ln w="57150">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433" name="Group 60"/>
            <p:cNvGrpSpPr>
              <a:grpSpLocks/>
            </p:cNvGrpSpPr>
            <p:nvPr/>
          </p:nvGrpSpPr>
          <p:grpSpPr bwMode="auto">
            <a:xfrm>
              <a:off x="4391" y="1797"/>
              <a:ext cx="726" cy="1134"/>
              <a:chOff x="4391" y="1797"/>
              <a:chExt cx="726" cy="1134"/>
            </a:xfrm>
          </p:grpSpPr>
          <p:grpSp>
            <p:nvGrpSpPr>
              <p:cNvPr id="16442" name="Group 59"/>
              <p:cNvGrpSpPr>
                <a:grpSpLocks/>
              </p:cNvGrpSpPr>
              <p:nvPr/>
            </p:nvGrpSpPr>
            <p:grpSpPr bwMode="auto">
              <a:xfrm>
                <a:off x="4416" y="1986"/>
                <a:ext cx="701" cy="945"/>
                <a:chOff x="4416" y="1986"/>
                <a:chExt cx="701" cy="945"/>
              </a:xfrm>
            </p:grpSpPr>
            <p:sp>
              <p:nvSpPr>
                <p:cNvPr id="16444" name="Line 12"/>
                <p:cNvSpPr>
                  <a:spLocks noChangeShapeType="1"/>
                </p:cNvSpPr>
                <p:nvPr/>
              </p:nvSpPr>
              <p:spPr bwMode="auto">
                <a:xfrm rot="-5400000">
                  <a:off x="4767" y="1928"/>
                  <a:ext cx="0" cy="701"/>
                </a:xfrm>
                <a:prstGeom prst="line">
                  <a:avLst/>
                </a:prstGeom>
                <a:noFill/>
                <a:ln w="28575">
                  <a:solidFill>
                    <a:srgbClr val="FF99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45" name="Text Box 15"/>
                <p:cNvSpPr txBox="1">
                  <a:spLocks noChangeArrowheads="1"/>
                </p:cNvSpPr>
                <p:nvPr/>
              </p:nvSpPr>
              <p:spPr bwMode="auto">
                <a:xfrm>
                  <a:off x="4528" y="264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dirty="0">
                      <a:latin typeface="Times New Roman" pitchFamily="18" charset="0"/>
                      <a:sym typeface="Symbol" pitchFamily="18" charset="2"/>
                    </a:rPr>
                    <a:t></a:t>
                  </a:r>
                  <a:endParaRPr lang="en-US" altLang="zh-CN" b="1" i="1" dirty="0">
                    <a:latin typeface="Times New Roman" pitchFamily="18" charset="0"/>
                  </a:endParaRPr>
                </a:p>
              </p:txBody>
            </p:sp>
            <p:sp>
              <p:nvSpPr>
                <p:cNvPr id="16446" name="Text Box 16"/>
                <p:cNvSpPr txBox="1">
                  <a:spLocks noChangeArrowheads="1"/>
                </p:cNvSpPr>
                <p:nvPr/>
              </p:nvSpPr>
              <p:spPr bwMode="auto">
                <a:xfrm>
                  <a:off x="4677" y="1986"/>
                  <a:ext cx="2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latin typeface="Times New Roman" pitchFamily="18" charset="0"/>
                      <a:sym typeface="Symbol" pitchFamily="18" charset="2"/>
                    </a:rPr>
                    <a:t>d</a:t>
                  </a:r>
                  <a:r>
                    <a:rPr lang="en-US" altLang="zh-CN" b="1" baseline="-25000">
                      <a:latin typeface="Times New Roman" pitchFamily="18" charset="0"/>
                      <a:sym typeface="Symbol" pitchFamily="18" charset="2"/>
                    </a:rPr>
                    <a:t>1</a:t>
                  </a:r>
                  <a:endParaRPr lang="en-US" altLang="zh-CN" b="1">
                    <a:latin typeface="Times New Roman" pitchFamily="18" charset="0"/>
                  </a:endParaRPr>
                </a:p>
              </p:txBody>
            </p:sp>
          </p:grpSp>
          <p:sp>
            <p:nvSpPr>
              <p:cNvPr id="16443" name="Text Box 24"/>
              <p:cNvSpPr txBox="1">
                <a:spLocks noChangeArrowheads="1"/>
              </p:cNvSpPr>
              <p:nvPr/>
            </p:nvSpPr>
            <p:spPr bwMode="auto">
              <a:xfrm>
                <a:off x="4391" y="1797"/>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a:latin typeface="Times New Roman" pitchFamily="18" charset="0"/>
                    <a:sym typeface="Symbol" pitchFamily="18" charset="2"/>
                  </a:rPr>
                  <a:t>1</a:t>
                </a:r>
                <a:endParaRPr lang="en-US" altLang="zh-CN" b="1">
                  <a:latin typeface="Times New Roman" pitchFamily="18" charset="0"/>
                </a:endParaRPr>
              </a:p>
            </p:txBody>
          </p:sp>
        </p:grpSp>
        <p:grpSp>
          <p:nvGrpSpPr>
            <p:cNvPr id="16434" name="Group 58"/>
            <p:cNvGrpSpPr>
              <a:grpSpLocks/>
            </p:cNvGrpSpPr>
            <p:nvPr/>
          </p:nvGrpSpPr>
          <p:grpSpPr bwMode="auto">
            <a:xfrm>
              <a:off x="5084" y="2106"/>
              <a:ext cx="626" cy="1014"/>
              <a:chOff x="5084" y="2106"/>
              <a:chExt cx="626" cy="1014"/>
            </a:xfrm>
          </p:grpSpPr>
          <p:sp>
            <p:nvSpPr>
              <p:cNvPr id="16437" name="Line 11"/>
              <p:cNvSpPr>
                <a:spLocks noChangeShapeType="1"/>
              </p:cNvSpPr>
              <p:nvPr/>
            </p:nvSpPr>
            <p:spPr bwMode="auto">
              <a:xfrm>
                <a:off x="5131" y="2309"/>
                <a:ext cx="0" cy="703"/>
              </a:xfrm>
              <a:prstGeom prst="line">
                <a:avLst/>
              </a:prstGeom>
              <a:noFill/>
              <a:ln w="28575">
                <a:solidFill>
                  <a:srgbClr val="FF99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8" name="Oval 13"/>
              <p:cNvSpPr>
                <a:spLocks noChangeArrowheads="1"/>
              </p:cNvSpPr>
              <p:nvPr/>
            </p:nvSpPr>
            <p:spPr bwMode="auto">
              <a:xfrm>
                <a:off x="5084" y="2226"/>
                <a:ext cx="88" cy="88"/>
              </a:xfrm>
              <a:prstGeom prst="ellipse">
                <a:avLst/>
              </a:prstGeom>
              <a:gradFill rotWithShape="1">
                <a:gsLst>
                  <a:gs pos="0">
                    <a:srgbClr val="5E0000"/>
                  </a:gs>
                  <a:gs pos="100000">
                    <a:srgbClr val="CC0000"/>
                  </a:gs>
                </a:gsLst>
                <a:lin ang="18900000" scaled="1"/>
              </a:gradFill>
              <a:ln w="9525">
                <a:solidFill>
                  <a:srgbClr val="CC0000"/>
                </a:solidFill>
                <a:round/>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spcBef>
                    <a:spcPct val="0"/>
                  </a:spcBef>
                </a:pPr>
                <a:endParaRPr lang="zh-CN" altLang="zh-CN">
                  <a:latin typeface="Times New Roman" pitchFamily="18" charset="0"/>
                </a:endParaRPr>
              </a:p>
            </p:txBody>
          </p:sp>
          <p:sp>
            <p:nvSpPr>
              <p:cNvPr id="16439" name="Text Box 14"/>
              <p:cNvSpPr txBox="1">
                <a:spLocks noChangeArrowheads="1"/>
              </p:cNvSpPr>
              <p:nvPr/>
            </p:nvSpPr>
            <p:spPr bwMode="auto">
              <a:xfrm>
                <a:off x="5171" y="210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latin typeface="Times New Roman" pitchFamily="18" charset="0"/>
                  </a:rPr>
                  <a:t>q</a:t>
                </a:r>
              </a:p>
            </p:txBody>
          </p:sp>
          <p:sp>
            <p:nvSpPr>
              <p:cNvPr id="16440" name="Text Box 23"/>
              <p:cNvSpPr txBox="1">
                <a:spLocks noChangeArrowheads="1"/>
              </p:cNvSpPr>
              <p:nvPr/>
            </p:nvSpPr>
            <p:spPr bwMode="auto">
              <a:xfrm>
                <a:off x="5170" y="2472"/>
                <a:ext cx="2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latin typeface="Times New Roman" pitchFamily="18" charset="0"/>
                    <a:sym typeface="Symbol" pitchFamily="18" charset="2"/>
                  </a:rPr>
                  <a:t>d</a:t>
                </a:r>
                <a:r>
                  <a:rPr lang="en-US" altLang="zh-CN" b="1" baseline="-25000">
                    <a:latin typeface="Times New Roman" pitchFamily="18" charset="0"/>
                    <a:sym typeface="Symbol" pitchFamily="18" charset="2"/>
                  </a:rPr>
                  <a:t>2</a:t>
                </a:r>
                <a:endParaRPr lang="en-US" altLang="zh-CN" b="1">
                  <a:latin typeface="Times New Roman" pitchFamily="18" charset="0"/>
                </a:endParaRPr>
              </a:p>
            </p:txBody>
          </p:sp>
          <p:sp>
            <p:nvSpPr>
              <p:cNvPr id="16441" name="Text Box 25"/>
              <p:cNvSpPr txBox="1">
                <a:spLocks noChangeArrowheads="1"/>
              </p:cNvSpPr>
              <p:nvPr/>
            </p:nvSpPr>
            <p:spPr bwMode="auto">
              <a:xfrm>
                <a:off x="5497" y="2832"/>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a:latin typeface="Times New Roman" pitchFamily="18" charset="0"/>
                    <a:sym typeface="Symbol" pitchFamily="18" charset="2"/>
                  </a:rPr>
                  <a:t>2</a:t>
                </a:r>
                <a:endParaRPr lang="en-US" altLang="zh-CN" b="1">
                  <a:latin typeface="Times New Roman" pitchFamily="18" charset="0"/>
                </a:endParaRPr>
              </a:p>
            </p:txBody>
          </p:sp>
        </p:grpSp>
        <p:sp>
          <p:nvSpPr>
            <p:cNvPr id="16435" name="Line 26"/>
            <p:cNvSpPr>
              <a:spLocks noChangeShapeType="1"/>
            </p:cNvSpPr>
            <p:nvPr/>
          </p:nvSpPr>
          <p:spPr bwMode="auto">
            <a:xfrm>
              <a:off x="4422" y="2976"/>
              <a:ext cx="1" cy="864"/>
            </a:xfrm>
            <a:prstGeom prst="line">
              <a:avLst/>
            </a:prstGeom>
            <a:noFill/>
            <a:ln w="28575">
              <a:solidFill>
                <a:srgbClr val="000066"/>
              </a:solidFill>
              <a:prstDash val="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36" name="Line 27"/>
            <p:cNvSpPr>
              <a:spLocks noChangeShapeType="1"/>
            </p:cNvSpPr>
            <p:nvPr/>
          </p:nvSpPr>
          <p:spPr bwMode="auto">
            <a:xfrm rot="-5400000">
              <a:off x="3990" y="2592"/>
              <a:ext cx="1" cy="862"/>
            </a:xfrm>
            <a:prstGeom prst="line">
              <a:avLst/>
            </a:prstGeom>
            <a:noFill/>
            <a:ln w="31750">
              <a:solidFill>
                <a:srgbClr val="000066"/>
              </a:solidFill>
              <a:prstDash val="dash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66"/>
          <p:cNvGrpSpPr>
            <a:grpSpLocks/>
          </p:cNvGrpSpPr>
          <p:nvPr/>
        </p:nvGrpSpPr>
        <p:grpSpPr bwMode="auto">
          <a:xfrm>
            <a:off x="5826125" y="3630613"/>
            <a:ext cx="2332038" cy="2376487"/>
            <a:chOff x="3706" y="-244"/>
            <a:chExt cx="1469" cy="1497"/>
          </a:xfrm>
        </p:grpSpPr>
        <p:sp>
          <p:nvSpPr>
            <p:cNvPr id="16423" name="Line 28"/>
            <p:cNvSpPr>
              <a:spLocks noChangeShapeType="1"/>
            </p:cNvSpPr>
            <p:nvPr/>
          </p:nvSpPr>
          <p:spPr bwMode="auto">
            <a:xfrm flipH="1">
              <a:off x="4867" y="-235"/>
              <a:ext cx="280" cy="49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24" name="Text Box 29"/>
            <p:cNvSpPr txBox="1">
              <a:spLocks noChangeArrowheads="1"/>
            </p:cNvSpPr>
            <p:nvPr/>
          </p:nvSpPr>
          <p:spPr bwMode="auto">
            <a:xfrm>
              <a:off x="4799" y="-157"/>
              <a:ext cx="2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latin typeface="Times New Roman" pitchFamily="18" charset="0"/>
                  <a:sym typeface="Symbol" pitchFamily="18" charset="2"/>
                </a:rPr>
                <a:t>R</a:t>
              </a:r>
              <a:endParaRPr lang="en-US" altLang="zh-CN" b="1" i="1">
                <a:latin typeface="Times New Roman" pitchFamily="18" charset="0"/>
              </a:endParaRPr>
            </a:p>
          </p:txBody>
        </p:sp>
        <p:sp>
          <p:nvSpPr>
            <p:cNvPr id="16425" name="Line 30"/>
            <p:cNvSpPr>
              <a:spLocks noChangeShapeType="1"/>
            </p:cNvSpPr>
            <p:nvPr/>
          </p:nvSpPr>
          <p:spPr bwMode="auto">
            <a:xfrm>
              <a:off x="3706" y="-244"/>
              <a:ext cx="1179" cy="499"/>
            </a:xfrm>
            <a:prstGeom prst="line">
              <a:avLst/>
            </a:prstGeom>
            <a:noFill/>
            <a:ln w="28575">
              <a:solidFill>
                <a:srgbClr val="3399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26" name="Text Box 31"/>
            <p:cNvSpPr txBox="1">
              <a:spLocks noChangeArrowheads="1"/>
            </p:cNvSpPr>
            <p:nvPr/>
          </p:nvSpPr>
          <p:spPr bwMode="auto">
            <a:xfrm>
              <a:off x="3861" y="-142"/>
              <a:ext cx="3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latin typeface="Times New Roman" pitchFamily="18" charset="0"/>
                  <a:sym typeface="Symbol" pitchFamily="18" charset="2"/>
                </a:rPr>
                <a:t>R</a:t>
              </a:r>
              <a:r>
                <a:rPr lang="en-US" altLang="zh-CN" b="1" baseline="-25000">
                  <a:latin typeface="Times New Roman" pitchFamily="18" charset="0"/>
                  <a:sym typeface="Symbol" pitchFamily="18" charset="2"/>
                </a:rPr>
                <a:t>1</a:t>
              </a:r>
              <a:endParaRPr lang="en-US" altLang="zh-CN" b="1" i="1">
                <a:latin typeface="Times New Roman" pitchFamily="18" charset="0"/>
              </a:endParaRPr>
            </a:p>
          </p:txBody>
        </p:sp>
        <p:sp>
          <p:nvSpPr>
            <p:cNvPr id="16427" name="Line 32"/>
            <p:cNvSpPr>
              <a:spLocks noChangeShapeType="1"/>
            </p:cNvSpPr>
            <p:nvPr/>
          </p:nvSpPr>
          <p:spPr bwMode="auto">
            <a:xfrm flipH="1" flipV="1">
              <a:off x="4876" y="237"/>
              <a:ext cx="299" cy="998"/>
            </a:xfrm>
            <a:prstGeom prst="line">
              <a:avLst/>
            </a:prstGeom>
            <a:noFill/>
            <a:ln w="28575">
              <a:solidFill>
                <a:srgbClr val="3399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28" name="Text Box 33"/>
            <p:cNvSpPr txBox="1">
              <a:spLocks noChangeArrowheads="1"/>
            </p:cNvSpPr>
            <p:nvPr/>
          </p:nvSpPr>
          <p:spPr bwMode="auto">
            <a:xfrm>
              <a:off x="4726" y="600"/>
              <a:ext cx="3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latin typeface="Times New Roman" pitchFamily="18" charset="0"/>
                  <a:sym typeface="Symbol" pitchFamily="18" charset="2"/>
                </a:rPr>
                <a:t>R</a:t>
              </a:r>
              <a:r>
                <a:rPr lang="en-US" altLang="zh-CN" b="1" baseline="-25000">
                  <a:latin typeface="Times New Roman" pitchFamily="18" charset="0"/>
                  <a:sym typeface="Symbol" pitchFamily="18" charset="2"/>
                </a:rPr>
                <a:t>2</a:t>
              </a:r>
              <a:endParaRPr lang="en-US" altLang="zh-CN" b="1" i="1">
                <a:latin typeface="Times New Roman" pitchFamily="18" charset="0"/>
              </a:endParaRPr>
            </a:p>
          </p:txBody>
        </p:sp>
        <p:sp>
          <p:nvSpPr>
            <p:cNvPr id="16429" name="Line 34"/>
            <p:cNvSpPr>
              <a:spLocks noChangeShapeType="1"/>
            </p:cNvSpPr>
            <p:nvPr/>
          </p:nvSpPr>
          <p:spPr bwMode="auto">
            <a:xfrm flipV="1">
              <a:off x="3713" y="251"/>
              <a:ext cx="1158" cy="1002"/>
            </a:xfrm>
            <a:prstGeom prst="line">
              <a:avLst/>
            </a:prstGeom>
            <a:noFill/>
            <a:ln w="28575">
              <a:solidFill>
                <a:srgbClr val="FF5A07"/>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30" name="Text Box 35"/>
            <p:cNvSpPr txBox="1">
              <a:spLocks noChangeArrowheads="1"/>
            </p:cNvSpPr>
            <p:nvPr/>
          </p:nvSpPr>
          <p:spPr bwMode="auto">
            <a:xfrm>
              <a:off x="3861" y="600"/>
              <a:ext cx="31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latin typeface="Times New Roman" pitchFamily="18" charset="0"/>
                  <a:sym typeface="Symbol" pitchFamily="18" charset="2"/>
                </a:rPr>
                <a:t>R</a:t>
              </a:r>
              <a:r>
                <a:rPr lang="en-US" altLang="zh-CN" b="1" baseline="-25000">
                  <a:latin typeface="Times New Roman" pitchFamily="18" charset="0"/>
                  <a:sym typeface="Symbol" pitchFamily="18" charset="2"/>
                </a:rPr>
                <a:t>3</a:t>
              </a:r>
              <a:endParaRPr lang="en-US" altLang="zh-CN" b="1" i="1">
                <a:latin typeface="Times New Roman" pitchFamily="18" charset="0"/>
              </a:endParaRPr>
            </a:p>
          </p:txBody>
        </p:sp>
      </p:grpSp>
      <p:grpSp>
        <p:nvGrpSpPr>
          <p:cNvPr id="9" name="Group 36"/>
          <p:cNvGrpSpPr>
            <a:grpSpLocks/>
          </p:cNvGrpSpPr>
          <p:nvPr/>
        </p:nvGrpSpPr>
        <p:grpSpPr bwMode="auto">
          <a:xfrm>
            <a:off x="5407025" y="3141663"/>
            <a:ext cx="1612900" cy="1655762"/>
            <a:chOff x="3397" y="1979"/>
            <a:chExt cx="1016" cy="1043"/>
          </a:xfrm>
        </p:grpSpPr>
        <p:sp>
          <p:nvSpPr>
            <p:cNvPr id="16417" name="Line 37"/>
            <p:cNvSpPr>
              <a:spLocks noChangeShapeType="1"/>
            </p:cNvSpPr>
            <p:nvPr/>
          </p:nvSpPr>
          <p:spPr bwMode="auto">
            <a:xfrm flipH="1">
              <a:off x="3651" y="2251"/>
              <a:ext cx="0" cy="771"/>
            </a:xfrm>
            <a:prstGeom prst="line">
              <a:avLst/>
            </a:prstGeom>
            <a:noFill/>
            <a:ln w="28575">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18" name="Oval 38"/>
            <p:cNvSpPr>
              <a:spLocks noChangeArrowheads="1"/>
            </p:cNvSpPr>
            <p:nvPr/>
          </p:nvSpPr>
          <p:spPr bwMode="auto">
            <a:xfrm>
              <a:off x="3608" y="2222"/>
              <a:ext cx="88" cy="88"/>
            </a:xfrm>
            <a:prstGeom prst="ellipse">
              <a:avLst/>
            </a:prstGeom>
            <a:gradFill rotWithShape="1">
              <a:gsLst>
                <a:gs pos="0">
                  <a:srgbClr val="003B00"/>
                </a:gs>
                <a:gs pos="100000">
                  <a:srgbClr val="00800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spcBef>
                  <a:spcPct val="0"/>
                </a:spcBef>
              </a:pPr>
              <a:endParaRPr lang="zh-CN" altLang="zh-CN">
                <a:latin typeface="Times New Roman" pitchFamily="18" charset="0"/>
              </a:endParaRPr>
            </a:p>
          </p:txBody>
        </p:sp>
        <p:sp>
          <p:nvSpPr>
            <p:cNvPr id="16419" name="Line 39"/>
            <p:cNvSpPr>
              <a:spLocks noChangeShapeType="1"/>
            </p:cNvSpPr>
            <p:nvPr/>
          </p:nvSpPr>
          <p:spPr bwMode="auto">
            <a:xfrm rot="-5400000">
              <a:off x="4063" y="1919"/>
              <a:ext cx="0" cy="701"/>
            </a:xfrm>
            <a:prstGeom prst="line">
              <a:avLst/>
            </a:prstGeom>
            <a:noFill/>
            <a:ln w="28575">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20" name="Text Box 40"/>
            <p:cNvSpPr txBox="1">
              <a:spLocks noChangeArrowheads="1"/>
            </p:cNvSpPr>
            <p:nvPr/>
          </p:nvSpPr>
          <p:spPr bwMode="auto">
            <a:xfrm>
              <a:off x="3397" y="2144"/>
              <a:ext cx="3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latin typeface="Times New Roman" pitchFamily="18" charset="0"/>
                </a:rPr>
                <a:t>q</a:t>
              </a:r>
              <a:r>
                <a:rPr lang="en-US" altLang="zh-CN" b="1" baseline="-25000">
                  <a:latin typeface="Times New Roman" pitchFamily="18" charset="0"/>
                </a:rPr>
                <a:t>1</a:t>
              </a:r>
              <a:endParaRPr lang="en-US" altLang="zh-CN" b="1" i="1">
                <a:latin typeface="Times New Roman" pitchFamily="18" charset="0"/>
              </a:endParaRPr>
            </a:p>
          </p:txBody>
        </p:sp>
        <p:sp>
          <p:nvSpPr>
            <p:cNvPr id="16421" name="Text Box 41"/>
            <p:cNvSpPr txBox="1">
              <a:spLocks noChangeArrowheads="1"/>
            </p:cNvSpPr>
            <p:nvPr/>
          </p:nvSpPr>
          <p:spPr bwMode="auto">
            <a:xfrm>
              <a:off x="3896" y="1979"/>
              <a:ext cx="3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latin typeface="Times New Roman" pitchFamily="18" charset="0"/>
                  <a:sym typeface="Symbol" pitchFamily="18" charset="2"/>
                </a:rPr>
                <a:t>d</a:t>
              </a:r>
              <a:r>
                <a:rPr lang="en-US" altLang="zh-CN" b="1" baseline="-25000">
                  <a:latin typeface="Times New Roman" pitchFamily="18" charset="0"/>
                  <a:sym typeface="Symbol" pitchFamily="18" charset="2"/>
                </a:rPr>
                <a:t>1</a:t>
              </a:r>
              <a:endParaRPr lang="en-US" altLang="zh-CN" b="1">
                <a:latin typeface="Times New Roman" pitchFamily="18" charset="0"/>
              </a:endParaRPr>
            </a:p>
          </p:txBody>
        </p:sp>
        <p:sp>
          <p:nvSpPr>
            <p:cNvPr id="16422" name="Text Box 42"/>
            <p:cNvSpPr txBox="1">
              <a:spLocks noChangeArrowheads="1"/>
            </p:cNvSpPr>
            <p:nvPr/>
          </p:nvSpPr>
          <p:spPr bwMode="auto">
            <a:xfrm>
              <a:off x="3397" y="2523"/>
              <a:ext cx="2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latin typeface="Times New Roman" pitchFamily="18" charset="0"/>
                  <a:sym typeface="Symbol" pitchFamily="18" charset="2"/>
                </a:rPr>
                <a:t>d</a:t>
              </a:r>
              <a:r>
                <a:rPr lang="en-US" altLang="zh-CN" b="1" baseline="-25000">
                  <a:latin typeface="Times New Roman" pitchFamily="18" charset="0"/>
                  <a:sym typeface="Symbol" pitchFamily="18" charset="2"/>
                </a:rPr>
                <a:t>2</a:t>
              </a:r>
              <a:endParaRPr lang="en-US" altLang="zh-CN" b="1">
                <a:latin typeface="Times New Roman" pitchFamily="18" charset="0"/>
              </a:endParaRPr>
            </a:p>
          </p:txBody>
        </p:sp>
      </p:grpSp>
      <p:grpSp>
        <p:nvGrpSpPr>
          <p:cNvPr id="10" name="Group 43"/>
          <p:cNvGrpSpPr>
            <a:grpSpLocks/>
          </p:cNvGrpSpPr>
          <p:nvPr/>
        </p:nvGrpSpPr>
        <p:grpSpPr bwMode="auto">
          <a:xfrm>
            <a:off x="7046913" y="4797425"/>
            <a:ext cx="1758950" cy="1609725"/>
            <a:chOff x="4440" y="3022"/>
            <a:chExt cx="1108" cy="1014"/>
          </a:xfrm>
        </p:grpSpPr>
        <p:sp>
          <p:nvSpPr>
            <p:cNvPr id="16410" name="Line 44"/>
            <p:cNvSpPr>
              <a:spLocks noChangeShapeType="1"/>
            </p:cNvSpPr>
            <p:nvPr/>
          </p:nvSpPr>
          <p:spPr bwMode="auto">
            <a:xfrm rot="5400000" flipV="1">
              <a:off x="4780" y="3453"/>
              <a:ext cx="0" cy="680"/>
            </a:xfrm>
            <a:prstGeom prst="line">
              <a:avLst/>
            </a:prstGeom>
            <a:noFill/>
            <a:ln w="28575">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411" name="Group 45"/>
            <p:cNvGrpSpPr>
              <a:grpSpLocks/>
            </p:cNvGrpSpPr>
            <p:nvPr/>
          </p:nvGrpSpPr>
          <p:grpSpPr bwMode="auto">
            <a:xfrm>
              <a:off x="5102" y="3022"/>
              <a:ext cx="446" cy="863"/>
              <a:chOff x="5009" y="2908"/>
              <a:chExt cx="489" cy="943"/>
            </a:xfrm>
          </p:grpSpPr>
          <p:sp>
            <p:nvSpPr>
              <p:cNvPr id="16413" name="Text Box 46"/>
              <p:cNvSpPr txBox="1">
                <a:spLocks noChangeArrowheads="1"/>
              </p:cNvSpPr>
              <p:nvPr/>
            </p:nvSpPr>
            <p:spPr bwMode="auto">
              <a:xfrm>
                <a:off x="5056" y="3208"/>
                <a:ext cx="401"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latin typeface="Times New Roman" pitchFamily="18" charset="0"/>
                    <a:sym typeface="Symbol" pitchFamily="18" charset="2"/>
                  </a:rPr>
                  <a:t>d</a:t>
                </a:r>
                <a:r>
                  <a:rPr lang="en-US" altLang="zh-CN" b="1" baseline="-25000">
                    <a:latin typeface="Times New Roman" pitchFamily="18" charset="0"/>
                    <a:sym typeface="Symbol" pitchFamily="18" charset="2"/>
                  </a:rPr>
                  <a:t>2</a:t>
                </a:r>
                <a:endParaRPr lang="en-US" altLang="zh-CN" b="1">
                  <a:latin typeface="Times New Roman" pitchFamily="18" charset="0"/>
                </a:endParaRPr>
              </a:p>
            </p:txBody>
          </p:sp>
          <p:sp>
            <p:nvSpPr>
              <p:cNvPr id="849967" name="Oval 47"/>
              <p:cNvSpPr>
                <a:spLocks noChangeArrowheads="1"/>
              </p:cNvSpPr>
              <p:nvPr/>
            </p:nvSpPr>
            <p:spPr bwMode="auto">
              <a:xfrm>
                <a:off x="5009" y="3687"/>
                <a:ext cx="96" cy="96"/>
              </a:xfrm>
              <a:prstGeom prst="ellipse">
                <a:avLst/>
              </a:prstGeom>
              <a:gradFill rotWithShape="1">
                <a:gsLst>
                  <a:gs pos="0">
                    <a:schemeClr val="hlink">
                      <a:gamma/>
                      <a:shade val="46275"/>
                      <a:invGamma/>
                    </a:schemeClr>
                  </a:gs>
                  <a:gs pos="100000">
                    <a:schemeClr val="hlink"/>
                  </a:gs>
                </a:gsLst>
                <a:lin ang="18900000" scaled="1"/>
              </a:gradFill>
              <a:ln>
                <a:noFill/>
              </a:ln>
              <a:effectLst/>
              <a:extLst/>
            </p:spPr>
            <p:txBody>
              <a:bodyPr wrap="none" anchor="ctr"/>
              <a:lstStyle/>
              <a:p>
                <a:pPr>
                  <a:spcBef>
                    <a:spcPct val="0"/>
                  </a:spcBef>
                  <a:defRPr/>
                </a:pPr>
                <a:endParaRPr lang="zh-CN" altLang="zh-CN">
                  <a:latin typeface="Times New Roman" pitchFamily="18" charset="0"/>
                </a:endParaRPr>
              </a:p>
            </p:txBody>
          </p:sp>
          <p:sp>
            <p:nvSpPr>
              <p:cNvPr id="16415" name="Line 48"/>
              <p:cNvSpPr>
                <a:spLocks noChangeShapeType="1"/>
              </p:cNvSpPr>
              <p:nvPr/>
            </p:nvSpPr>
            <p:spPr bwMode="auto">
              <a:xfrm>
                <a:off x="5049" y="2908"/>
                <a:ext cx="0" cy="768"/>
              </a:xfrm>
              <a:prstGeom prst="line">
                <a:avLst/>
              </a:prstGeom>
              <a:noFill/>
              <a:ln w="28575">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16" name="Text Box 49"/>
              <p:cNvSpPr txBox="1">
                <a:spLocks noChangeArrowheads="1"/>
              </p:cNvSpPr>
              <p:nvPr/>
            </p:nvSpPr>
            <p:spPr bwMode="auto">
              <a:xfrm>
                <a:off x="5089" y="3537"/>
                <a:ext cx="409"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latin typeface="Times New Roman" pitchFamily="18" charset="0"/>
                  </a:rPr>
                  <a:t>q</a:t>
                </a:r>
                <a:r>
                  <a:rPr lang="en-US" altLang="zh-CN" b="1" baseline="-25000">
                    <a:latin typeface="Times New Roman" pitchFamily="18" charset="0"/>
                  </a:rPr>
                  <a:t>2</a:t>
                </a:r>
                <a:endParaRPr lang="en-US" altLang="zh-CN" b="1" i="1">
                  <a:latin typeface="Times New Roman" pitchFamily="18" charset="0"/>
                </a:endParaRPr>
              </a:p>
            </p:txBody>
          </p:sp>
        </p:grpSp>
        <p:sp>
          <p:nvSpPr>
            <p:cNvPr id="16412" name="Text Box 50"/>
            <p:cNvSpPr txBox="1">
              <a:spLocks noChangeArrowheads="1"/>
            </p:cNvSpPr>
            <p:nvPr/>
          </p:nvSpPr>
          <p:spPr bwMode="auto">
            <a:xfrm>
              <a:off x="4673" y="3748"/>
              <a:ext cx="3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latin typeface="Times New Roman" pitchFamily="18" charset="0"/>
                  <a:sym typeface="Symbol" pitchFamily="18" charset="2"/>
                </a:rPr>
                <a:t>d</a:t>
              </a:r>
              <a:r>
                <a:rPr lang="en-US" altLang="zh-CN" b="1" baseline="-25000">
                  <a:latin typeface="Times New Roman" pitchFamily="18" charset="0"/>
                  <a:sym typeface="Symbol" pitchFamily="18" charset="2"/>
                </a:rPr>
                <a:t>1</a:t>
              </a:r>
              <a:endParaRPr lang="en-US" altLang="zh-CN" b="1">
                <a:latin typeface="Times New Roman" pitchFamily="18" charset="0"/>
              </a:endParaRPr>
            </a:p>
          </p:txBody>
        </p:sp>
      </p:grpSp>
      <p:grpSp>
        <p:nvGrpSpPr>
          <p:cNvPr id="12" name="Group 51"/>
          <p:cNvGrpSpPr>
            <a:grpSpLocks/>
          </p:cNvGrpSpPr>
          <p:nvPr/>
        </p:nvGrpSpPr>
        <p:grpSpPr bwMode="auto">
          <a:xfrm>
            <a:off x="5407025" y="4797425"/>
            <a:ext cx="1582738" cy="1609725"/>
            <a:chOff x="3397" y="3022"/>
            <a:chExt cx="997" cy="1014"/>
          </a:xfrm>
        </p:grpSpPr>
        <p:sp>
          <p:nvSpPr>
            <p:cNvPr id="16404" name="Text Box 52"/>
            <p:cNvSpPr txBox="1">
              <a:spLocks noChangeArrowheads="1"/>
            </p:cNvSpPr>
            <p:nvPr/>
          </p:nvSpPr>
          <p:spPr bwMode="auto">
            <a:xfrm>
              <a:off x="3397" y="3702"/>
              <a:ext cx="3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latin typeface="Times New Roman" pitchFamily="18" charset="0"/>
                </a:rPr>
                <a:t>q</a:t>
              </a:r>
              <a:r>
                <a:rPr lang="en-US" altLang="zh-CN" b="1" baseline="-25000">
                  <a:latin typeface="Times New Roman" pitchFamily="18" charset="0"/>
                </a:rPr>
                <a:t>3</a:t>
              </a:r>
              <a:endParaRPr lang="en-US" altLang="zh-CN" b="1" i="1">
                <a:latin typeface="Times New Roman" pitchFamily="18" charset="0"/>
              </a:endParaRPr>
            </a:p>
          </p:txBody>
        </p:sp>
        <p:sp>
          <p:nvSpPr>
            <p:cNvPr id="16405" name="Oval 53"/>
            <p:cNvSpPr>
              <a:spLocks noChangeArrowheads="1"/>
            </p:cNvSpPr>
            <p:nvPr/>
          </p:nvSpPr>
          <p:spPr bwMode="auto">
            <a:xfrm>
              <a:off x="3626" y="3748"/>
              <a:ext cx="88" cy="88"/>
            </a:xfrm>
            <a:prstGeom prst="ellipse">
              <a:avLst/>
            </a:prstGeom>
            <a:gradFill rotWithShape="1">
              <a:gsLst>
                <a:gs pos="0">
                  <a:srgbClr val="762A03"/>
                </a:gs>
                <a:gs pos="100000">
                  <a:srgbClr val="FF5A07"/>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spcBef>
                  <a:spcPct val="0"/>
                </a:spcBef>
              </a:pPr>
              <a:endParaRPr lang="zh-CN" altLang="zh-CN">
                <a:latin typeface="Times New Roman" pitchFamily="18" charset="0"/>
              </a:endParaRPr>
            </a:p>
          </p:txBody>
        </p:sp>
        <p:sp>
          <p:nvSpPr>
            <p:cNvPr id="16406" name="Line 54"/>
            <p:cNvSpPr>
              <a:spLocks noChangeShapeType="1"/>
            </p:cNvSpPr>
            <p:nvPr/>
          </p:nvSpPr>
          <p:spPr bwMode="auto">
            <a:xfrm rot="5400000" flipV="1">
              <a:off x="4054" y="3453"/>
              <a:ext cx="0" cy="680"/>
            </a:xfrm>
            <a:prstGeom prst="line">
              <a:avLst/>
            </a:prstGeom>
            <a:noFill/>
            <a:ln w="28575">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7" name="Text Box 55"/>
            <p:cNvSpPr txBox="1">
              <a:spLocks noChangeArrowheads="1"/>
            </p:cNvSpPr>
            <p:nvPr/>
          </p:nvSpPr>
          <p:spPr bwMode="auto">
            <a:xfrm>
              <a:off x="3397" y="3203"/>
              <a:ext cx="28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latin typeface="Times New Roman" pitchFamily="18" charset="0"/>
                  <a:sym typeface="Symbol" pitchFamily="18" charset="2"/>
                </a:rPr>
                <a:t>d</a:t>
              </a:r>
              <a:r>
                <a:rPr lang="en-US" altLang="zh-CN" b="1" baseline="-25000">
                  <a:latin typeface="Times New Roman" pitchFamily="18" charset="0"/>
                  <a:sym typeface="Symbol" pitchFamily="18" charset="2"/>
                </a:rPr>
                <a:t>2</a:t>
              </a:r>
              <a:endParaRPr lang="en-US" altLang="zh-CN" b="1">
                <a:latin typeface="Times New Roman" pitchFamily="18" charset="0"/>
              </a:endParaRPr>
            </a:p>
          </p:txBody>
        </p:sp>
        <p:sp>
          <p:nvSpPr>
            <p:cNvPr id="16408" name="Text Box 56"/>
            <p:cNvSpPr txBox="1">
              <a:spLocks noChangeArrowheads="1"/>
            </p:cNvSpPr>
            <p:nvPr/>
          </p:nvSpPr>
          <p:spPr bwMode="auto">
            <a:xfrm>
              <a:off x="3896" y="3748"/>
              <a:ext cx="35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latin typeface="Times New Roman" pitchFamily="18" charset="0"/>
                  <a:sym typeface="Symbol" pitchFamily="18" charset="2"/>
                </a:rPr>
                <a:t>d</a:t>
              </a:r>
              <a:r>
                <a:rPr lang="en-US" altLang="zh-CN" b="1" baseline="-25000">
                  <a:latin typeface="Times New Roman" pitchFamily="18" charset="0"/>
                  <a:sym typeface="Symbol" pitchFamily="18" charset="2"/>
                </a:rPr>
                <a:t>1</a:t>
              </a:r>
              <a:endParaRPr lang="en-US" altLang="zh-CN" b="1">
                <a:latin typeface="Times New Roman" pitchFamily="18" charset="0"/>
              </a:endParaRPr>
            </a:p>
          </p:txBody>
        </p:sp>
        <p:sp>
          <p:nvSpPr>
            <p:cNvPr id="16409" name="Line 57"/>
            <p:cNvSpPr>
              <a:spLocks noChangeShapeType="1"/>
            </p:cNvSpPr>
            <p:nvPr/>
          </p:nvSpPr>
          <p:spPr bwMode="auto">
            <a:xfrm flipH="1">
              <a:off x="3651" y="3022"/>
              <a:ext cx="0" cy="767"/>
            </a:xfrm>
            <a:prstGeom prst="line">
              <a:avLst/>
            </a:prstGeom>
            <a:noFill/>
            <a:ln w="28575">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400" name="AutoShape 61">
            <a:hlinkClick r:id="rId5"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6401" name="AutoShape 62">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6402" name="AutoShape 63">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6403" name="AutoShape 64">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49922"/>
                                        </p:tgtEl>
                                        <p:attrNameLst>
                                          <p:attrName>style.visibility</p:attrName>
                                        </p:attrNameLst>
                                      </p:cBhvr>
                                      <p:to>
                                        <p:strVal val="visible"/>
                                      </p:to>
                                    </p:set>
                                    <p:animEffect transition="in" filter="wipe(up)">
                                      <p:cBhvr>
                                        <p:cTn id="7" dur="2000"/>
                                        <p:tgtEl>
                                          <p:spTgt spid="849922"/>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20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849923"/>
                                        </p:tgtEl>
                                        <p:attrNameLst>
                                          <p:attrName>style.visibility</p:attrName>
                                        </p:attrNameLst>
                                      </p:cBhvr>
                                      <p:to>
                                        <p:strVal val="visible"/>
                                      </p:to>
                                    </p:set>
                                    <p:animEffect transition="in" filter="wipe(up)">
                                      <p:cBhvr>
                                        <p:cTn id="16" dur="2000"/>
                                        <p:tgtEl>
                                          <p:spTgt spid="84992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849926">
                                            <p:txEl>
                                              <p:pRg st="0" end="0"/>
                                            </p:txEl>
                                          </p:spTgt>
                                        </p:tgtEl>
                                        <p:attrNameLst>
                                          <p:attrName>style.visibility</p:attrName>
                                        </p:attrNameLst>
                                      </p:cBhvr>
                                      <p:to>
                                        <p:strVal val="visible"/>
                                      </p:to>
                                    </p:set>
                                    <p:animEffect transition="in" filter="wipe(up)">
                                      <p:cBhvr>
                                        <p:cTn id="21" dur="2000"/>
                                        <p:tgtEl>
                                          <p:spTgt spid="849926">
                                            <p:txEl>
                                              <p:pRg st="0" end="0"/>
                                            </p:txEl>
                                          </p:spTgt>
                                        </p:tgtEl>
                                      </p:cBhvr>
                                    </p:animEffect>
                                  </p:childTnLst>
                                </p:cTn>
                              </p:par>
                            </p:childTnLst>
                          </p:cTn>
                        </p:par>
                        <p:par>
                          <p:cTn id="22" fill="hold" nodeType="afterGroup">
                            <p:stCondLst>
                              <p:cond delay="2000"/>
                            </p:stCondLst>
                            <p:childTnLst>
                              <p:par>
                                <p:cTn id="23" presetID="10" presetClass="entr" presetSubtype="0"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0"/>
                                        <p:tgtEl>
                                          <p:spTgt spid="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849927">
                                            <p:txEl>
                                              <p:pRg st="0" end="0"/>
                                            </p:txEl>
                                          </p:spTgt>
                                        </p:tgtEl>
                                        <p:attrNameLst>
                                          <p:attrName>style.visibility</p:attrName>
                                        </p:attrNameLst>
                                      </p:cBhvr>
                                      <p:to>
                                        <p:strVal val="visible"/>
                                      </p:to>
                                    </p:set>
                                    <p:animEffect transition="in" filter="wipe(up)">
                                      <p:cBhvr>
                                        <p:cTn id="30" dur="2000"/>
                                        <p:tgtEl>
                                          <p:spTgt spid="849927">
                                            <p:txEl>
                                              <p:pRg st="0" end="0"/>
                                            </p:txEl>
                                          </p:spTgt>
                                        </p:tgtEl>
                                      </p:cBhvr>
                                    </p:animEffect>
                                  </p:childTnLst>
                                </p:cTn>
                              </p:par>
                            </p:childTnLst>
                          </p:cTn>
                        </p:par>
                        <p:par>
                          <p:cTn id="31" fill="hold" nodeType="afterGroup">
                            <p:stCondLst>
                              <p:cond delay="2000"/>
                            </p:stCondLst>
                            <p:childTnLst>
                              <p:par>
                                <p:cTn id="32" presetID="10" presetClass="entr" presetSubtype="0"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2000"/>
                                        <p:tgtEl>
                                          <p:spTgt spid="1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849924">
                                            <p:txEl>
                                              <p:pRg st="0" end="0"/>
                                            </p:txEl>
                                          </p:spTgt>
                                        </p:tgtEl>
                                        <p:attrNameLst>
                                          <p:attrName>style.visibility</p:attrName>
                                        </p:attrNameLst>
                                      </p:cBhvr>
                                      <p:to>
                                        <p:strVal val="visible"/>
                                      </p:to>
                                    </p:set>
                                    <p:animEffect transition="in" filter="wipe(up)">
                                      <p:cBhvr>
                                        <p:cTn id="39" dur="2000"/>
                                        <p:tgtEl>
                                          <p:spTgt spid="849924">
                                            <p:txEl>
                                              <p:pRg st="0" end="0"/>
                                            </p:txEl>
                                          </p:spTgt>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0" presetClass="entr" presetSubtype="0" fill="hold"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2000"/>
                                        <p:tgtEl>
                                          <p:spTgt spid="12"/>
                                        </p:tgtEl>
                                      </p:cBhvr>
                                    </p:animEffect>
                                  </p:childTnLst>
                                </p:cTn>
                              </p:par>
                            </p:childTnLst>
                          </p:cTn>
                        </p:par>
                        <p:par>
                          <p:cTn id="45" fill="hold" nodeType="afterGroup">
                            <p:stCondLst>
                              <p:cond delay="2000"/>
                            </p:stCondLst>
                            <p:childTnLst>
                              <p:par>
                                <p:cTn id="46" presetID="22" presetClass="entr" presetSubtype="1" fill="hold" grpId="0" nodeType="afterEffect">
                                  <p:stCondLst>
                                    <p:cond delay="0"/>
                                  </p:stCondLst>
                                  <p:childTnLst>
                                    <p:set>
                                      <p:cBhvr>
                                        <p:cTn id="47" dur="1" fill="hold">
                                          <p:stCondLst>
                                            <p:cond delay="0"/>
                                          </p:stCondLst>
                                        </p:cTn>
                                        <p:tgtEl>
                                          <p:spTgt spid="849928">
                                            <p:txEl>
                                              <p:pRg st="0" end="0"/>
                                            </p:txEl>
                                          </p:spTgt>
                                        </p:tgtEl>
                                        <p:attrNameLst>
                                          <p:attrName>style.visibility</p:attrName>
                                        </p:attrNameLst>
                                      </p:cBhvr>
                                      <p:to>
                                        <p:strVal val="visible"/>
                                      </p:to>
                                    </p:set>
                                    <p:animEffect transition="in" filter="wipe(up)">
                                      <p:cBhvr>
                                        <p:cTn id="48" dur="2000"/>
                                        <p:tgtEl>
                                          <p:spTgt spid="849928">
                                            <p:txEl>
                                              <p:pRg st="0" end="0"/>
                                            </p:txEl>
                                          </p:spTgt>
                                        </p:tgtEl>
                                      </p:cBhvr>
                                    </p:animEffect>
                                  </p:childTnLst>
                                </p:cTn>
                              </p:par>
                            </p:childTnLst>
                          </p:cTn>
                        </p:par>
                        <p:par>
                          <p:cTn id="49" fill="hold" nodeType="afterGroup">
                            <p:stCondLst>
                              <p:cond delay="4000"/>
                            </p:stCondLst>
                            <p:childTnLst>
                              <p:par>
                                <p:cTn id="50" presetID="22" presetClass="entr" presetSubtype="1" fill="hold" grpId="0" nodeType="afterEffect">
                                  <p:stCondLst>
                                    <p:cond delay="0"/>
                                  </p:stCondLst>
                                  <p:childTnLst>
                                    <p:set>
                                      <p:cBhvr>
                                        <p:cTn id="51" dur="1" fill="hold">
                                          <p:stCondLst>
                                            <p:cond delay="0"/>
                                          </p:stCondLst>
                                        </p:cTn>
                                        <p:tgtEl>
                                          <p:spTgt spid="849928">
                                            <p:txEl>
                                              <p:pRg st="1" end="1"/>
                                            </p:txEl>
                                          </p:spTgt>
                                        </p:tgtEl>
                                        <p:attrNameLst>
                                          <p:attrName>style.visibility</p:attrName>
                                        </p:attrNameLst>
                                      </p:cBhvr>
                                      <p:to>
                                        <p:strVal val="visible"/>
                                      </p:to>
                                    </p:set>
                                    <p:animEffect transition="in" filter="wipe(up)">
                                      <p:cBhvr>
                                        <p:cTn id="52" dur="2000"/>
                                        <p:tgtEl>
                                          <p:spTgt spid="849928">
                                            <p:txEl>
                                              <p:pRg st="1" end="1"/>
                                            </p:txEl>
                                          </p:spTgt>
                                        </p:tgtEl>
                                      </p:cBhvr>
                                    </p:animEffect>
                                  </p:childTnLst>
                                </p:cTn>
                              </p:par>
                            </p:childTnLst>
                          </p:cTn>
                        </p:par>
                        <p:par>
                          <p:cTn id="53" fill="hold" nodeType="afterGroup">
                            <p:stCondLst>
                              <p:cond delay="6000"/>
                            </p:stCondLst>
                            <p:childTnLst>
                              <p:par>
                                <p:cTn id="54" presetID="22" presetClass="entr" presetSubtype="1" fill="hold" grpId="0" nodeType="afterEffect">
                                  <p:stCondLst>
                                    <p:cond delay="0"/>
                                  </p:stCondLst>
                                  <p:childTnLst>
                                    <p:set>
                                      <p:cBhvr>
                                        <p:cTn id="55" dur="1" fill="hold">
                                          <p:stCondLst>
                                            <p:cond delay="0"/>
                                          </p:stCondLst>
                                        </p:cTn>
                                        <p:tgtEl>
                                          <p:spTgt spid="849928">
                                            <p:txEl>
                                              <p:pRg st="2" end="2"/>
                                            </p:txEl>
                                          </p:spTgt>
                                        </p:tgtEl>
                                        <p:attrNameLst>
                                          <p:attrName>style.visibility</p:attrName>
                                        </p:attrNameLst>
                                      </p:cBhvr>
                                      <p:to>
                                        <p:strVal val="visible"/>
                                      </p:to>
                                    </p:set>
                                    <p:animEffect transition="in" filter="wipe(up)">
                                      <p:cBhvr>
                                        <p:cTn id="56" dur="2000"/>
                                        <p:tgtEl>
                                          <p:spTgt spid="849928">
                                            <p:txEl>
                                              <p:pRg st="2" end="2"/>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0" presetClass="entr" presetSubtype="0" fill="hold"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fade">
                                      <p:cBhvr>
                                        <p:cTn id="61" dur="2000"/>
                                        <p:tgtEl>
                                          <p:spTgt spid="8"/>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849929"/>
                                        </p:tgtEl>
                                        <p:attrNameLst>
                                          <p:attrName>style.visibility</p:attrName>
                                        </p:attrNameLst>
                                      </p:cBhvr>
                                      <p:to>
                                        <p:strVal val="visible"/>
                                      </p:to>
                                    </p:set>
                                    <p:animEffect transition="in" filter="wipe(up)">
                                      <p:cBhvr>
                                        <p:cTn id="66" dur="2000"/>
                                        <p:tgtEl>
                                          <p:spTgt spid="849929"/>
                                        </p:tgtEl>
                                      </p:cBhvr>
                                    </p:animEffect>
                                  </p:childTnLst>
                                </p:cTn>
                              </p:par>
                            </p:childTnLst>
                          </p:cTn>
                        </p:par>
                        <p:par>
                          <p:cTn id="67" fill="hold" nodeType="afterGroup">
                            <p:stCondLst>
                              <p:cond delay="2000"/>
                            </p:stCondLst>
                            <p:childTnLst>
                              <p:par>
                                <p:cTn id="68" presetID="22" presetClass="entr" presetSubtype="1" fill="hold" nodeType="afterEffect">
                                  <p:stCondLst>
                                    <p:cond delay="0"/>
                                  </p:stCondLst>
                                  <p:childTnLst>
                                    <p:set>
                                      <p:cBhvr>
                                        <p:cTn id="69" dur="1" fill="hold">
                                          <p:stCondLst>
                                            <p:cond delay="0"/>
                                          </p:stCondLst>
                                        </p:cTn>
                                        <p:tgtEl>
                                          <p:spTgt spid="849925"/>
                                        </p:tgtEl>
                                        <p:attrNameLst>
                                          <p:attrName>style.visibility</p:attrName>
                                        </p:attrNameLst>
                                      </p:cBhvr>
                                      <p:to>
                                        <p:strVal val="visible"/>
                                      </p:to>
                                    </p:set>
                                    <p:animEffect transition="in" filter="wipe(up)">
                                      <p:cBhvr>
                                        <p:cTn id="70" dur="2000"/>
                                        <p:tgtEl>
                                          <p:spTgt spid="849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22" grpId="0"/>
      <p:bldP spid="849923" grpId="0"/>
      <p:bldP spid="849924" grpId="0" build="p" autoUpdateAnimBg="0"/>
      <p:bldP spid="849926" grpId="0" build="p" autoUpdateAnimBg="0"/>
      <p:bldP spid="849927" grpId="0" build="p" autoUpdateAnimBg="0"/>
      <p:bldP spid="849928" grpId="0" build="p" autoUpdateAnimBg="0"/>
      <p:bldP spid="84992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灯片编号占位符 1"/>
          <p:cNvSpPr>
            <a:spLocks noGrp="1"/>
          </p:cNvSpPr>
          <p:nvPr>
            <p:ph type="sldNum" sz="quarter" idx="10"/>
          </p:nvPr>
        </p:nvSpPr>
        <p:spPr/>
        <p:txBody>
          <a:bodyPr/>
          <a:lstStyle/>
          <a:p>
            <a:pPr>
              <a:defRPr/>
            </a:pPr>
            <a:fld id="{F2B59172-47FF-44F5-8A8B-C21F6335DC6A}" type="slidenum">
              <a:rPr lang="en-US" altLang="zh-CN"/>
              <a:pPr>
                <a:defRPr/>
              </a:pPr>
              <a:t>16</a:t>
            </a:fld>
            <a:endParaRPr lang="en-US" altLang="zh-CN"/>
          </a:p>
        </p:txBody>
      </p:sp>
      <p:sp>
        <p:nvSpPr>
          <p:cNvPr id="850946" name="Text Box 2"/>
          <p:cNvSpPr txBox="1">
            <a:spLocks noChangeArrowheads="1"/>
          </p:cNvSpPr>
          <p:nvPr/>
        </p:nvSpPr>
        <p:spPr bwMode="auto">
          <a:xfrm>
            <a:off x="142875" y="371475"/>
            <a:ext cx="8821738"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en-US" altLang="zh-CN" b="1">
                <a:solidFill>
                  <a:schemeClr val="bg1"/>
                </a:solidFill>
                <a:latin typeface="Times New Roman" pitchFamily="18" charset="0"/>
                <a:ea typeface="幼圆" pitchFamily="49" charset="-122"/>
              </a:rPr>
              <a:t>        </a:t>
            </a:r>
            <a:r>
              <a:rPr kumimoji="1" lang="zh-CN" altLang="en-US" b="1">
                <a:solidFill>
                  <a:srgbClr val="FFB953"/>
                </a:solidFill>
                <a:latin typeface="Times New Roman" pitchFamily="18" charset="0"/>
                <a:ea typeface="幼圆" pitchFamily="49" charset="-122"/>
              </a:rPr>
              <a:t>例</a:t>
            </a:r>
            <a:r>
              <a:rPr kumimoji="1" lang="en-US" altLang="zh-CN" b="1">
                <a:solidFill>
                  <a:srgbClr val="FFB953"/>
                </a:solidFill>
                <a:latin typeface="Times New Roman" pitchFamily="18" charset="0"/>
              </a:rPr>
              <a:t>3.5.1</a:t>
            </a:r>
            <a:r>
              <a:rPr kumimoji="1" lang="en-US" altLang="zh-CN" b="1">
                <a:solidFill>
                  <a:schemeClr val="bg1"/>
                </a:solidFill>
                <a:latin typeface="Times New Roman" pitchFamily="18" charset="0"/>
              </a:rPr>
              <a:t> </a:t>
            </a:r>
            <a:r>
              <a:rPr kumimoji="1" lang="zh-CN" altLang="en-US" b="1">
                <a:solidFill>
                  <a:schemeClr val="bg1"/>
                </a:solidFill>
                <a:latin typeface="Times New Roman" pitchFamily="18" charset="0"/>
              </a:rPr>
              <a:t>一个点电荷</a:t>
            </a:r>
            <a:r>
              <a:rPr kumimoji="1" lang="en-US" altLang="zh-CN" b="1" i="1">
                <a:solidFill>
                  <a:schemeClr val="bg1"/>
                </a:solidFill>
                <a:latin typeface="Times New Roman" pitchFamily="18" charset="0"/>
              </a:rPr>
              <a:t>q</a:t>
            </a:r>
            <a:r>
              <a:rPr kumimoji="1" lang="zh-CN" altLang="en-US" b="1">
                <a:solidFill>
                  <a:schemeClr val="bg1"/>
                </a:solidFill>
                <a:latin typeface="Times New Roman" pitchFamily="18" charset="0"/>
              </a:rPr>
              <a:t>与无限大导体平面距离为</a:t>
            </a:r>
            <a:r>
              <a:rPr kumimoji="1" lang="en-US" altLang="zh-CN" b="1" i="1">
                <a:solidFill>
                  <a:schemeClr val="bg1"/>
                </a:solidFill>
                <a:latin typeface="Times New Roman" pitchFamily="18" charset="0"/>
              </a:rPr>
              <a:t>d</a:t>
            </a:r>
            <a:r>
              <a:rPr kumimoji="1" lang="zh-CN" altLang="en-US" b="1">
                <a:solidFill>
                  <a:schemeClr val="bg1"/>
                </a:solidFill>
                <a:latin typeface="Times New Roman" pitchFamily="18" charset="0"/>
              </a:rPr>
              <a:t>，如果把它移至无穷远处，需要做多少功？</a:t>
            </a:r>
          </a:p>
        </p:txBody>
      </p:sp>
      <p:sp>
        <p:nvSpPr>
          <p:cNvPr id="850963" name="Text Box 19"/>
          <p:cNvSpPr txBox="1">
            <a:spLocks noChangeArrowheads="1"/>
          </p:cNvSpPr>
          <p:nvPr/>
        </p:nvSpPr>
        <p:spPr bwMode="auto">
          <a:xfrm>
            <a:off x="107950" y="1438275"/>
            <a:ext cx="5616575"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en-US" altLang="zh-CN" b="1">
                <a:solidFill>
                  <a:schemeClr val="bg1"/>
                </a:solidFill>
                <a:latin typeface="Times New Roman" pitchFamily="18" charset="0"/>
              </a:rPr>
              <a:t>         </a:t>
            </a:r>
            <a:r>
              <a:rPr kumimoji="1" lang="zh-CN" altLang="en-US" b="1">
                <a:solidFill>
                  <a:srgbClr val="FFB953"/>
                </a:solidFill>
                <a:latin typeface="Times New Roman" pitchFamily="18" charset="0"/>
                <a:ea typeface="幼圆" pitchFamily="49" charset="-122"/>
              </a:rPr>
              <a:t>解</a:t>
            </a:r>
            <a:r>
              <a:rPr kumimoji="1" lang="zh-CN" altLang="en-US" b="1">
                <a:solidFill>
                  <a:schemeClr val="bg1"/>
                </a:solidFill>
                <a:latin typeface="Times New Roman" pitchFamily="18" charset="0"/>
              </a:rPr>
              <a:t>：移动电荷</a:t>
            </a:r>
            <a:r>
              <a:rPr kumimoji="1" lang="en-US" altLang="zh-CN" b="1" i="1">
                <a:solidFill>
                  <a:schemeClr val="bg1"/>
                </a:solidFill>
                <a:latin typeface="Times New Roman" pitchFamily="18" charset="0"/>
              </a:rPr>
              <a:t>q</a:t>
            </a:r>
            <a:r>
              <a:rPr kumimoji="1" lang="zh-CN" altLang="en-US" b="1">
                <a:solidFill>
                  <a:schemeClr val="bg1"/>
                </a:solidFill>
                <a:latin typeface="Times New Roman" pitchFamily="18" charset="0"/>
              </a:rPr>
              <a:t>时，外力需要克服电场力做功，而电荷</a:t>
            </a:r>
            <a:r>
              <a:rPr kumimoji="1" lang="en-US" altLang="zh-CN" b="1" i="1">
                <a:solidFill>
                  <a:schemeClr val="bg1"/>
                </a:solidFill>
                <a:latin typeface="Times New Roman" pitchFamily="18" charset="0"/>
              </a:rPr>
              <a:t>q</a:t>
            </a:r>
            <a:r>
              <a:rPr kumimoji="1" lang="zh-CN" altLang="en-US" b="1">
                <a:solidFill>
                  <a:schemeClr val="bg1"/>
                </a:solidFill>
                <a:latin typeface="Times New Roman" pitchFamily="18" charset="0"/>
              </a:rPr>
              <a:t>受的电场力来源于导体板上的感应电荷。可以先求电荷</a:t>
            </a:r>
            <a:r>
              <a:rPr kumimoji="1" lang="en-US" altLang="zh-CN" b="1" i="1">
                <a:solidFill>
                  <a:schemeClr val="bg1"/>
                </a:solidFill>
                <a:latin typeface="Times New Roman" pitchFamily="18" charset="0"/>
              </a:rPr>
              <a:t>q </a:t>
            </a:r>
            <a:r>
              <a:rPr kumimoji="1" lang="zh-CN" altLang="en-US" b="1">
                <a:solidFill>
                  <a:schemeClr val="bg1"/>
                </a:solidFill>
                <a:latin typeface="Times New Roman" pitchFamily="18" charset="0"/>
              </a:rPr>
              <a:t>移至无穷远时电场力所做的功。　</a:t>
            </a:r>
          </a:p>
        </p:txBody>
      </p:sp>
      <p:graphicFrame>
        <p:nvGraphicFramePr>
          <p:cNvPr id="850964" name="Object 20"/>
          <p:cNvGraphicFramePr>
            <a:graphicFrameLocks noChangeAspect="1"/>
          </p:cNvGraphicFramePr>
          <p:nvPr/>
        </p:nvGraphicFramePr>
        <p:xfrm>
          <a:off x="1141413" y="4652963"/>
          <a:ext cx="2638425" cy="863600"/>
        </p:xfrm>
        <a:graphic>
          <a:graphicData uri="http://schemas.openxmlformats.org/presentationml/2006/ole">
            <mc:AlternateContent xmlns:mc="http://schemas.openxmlformats.org/markup-compatibility/2006">
              <mc:Choice xmlns:v="urn:schemas-microsoft-com:vml" Requires="v">
                <p:oleObj spid="_x0000_s17580" name="Equation" r:id="rId3" imgW="1228801" imgH="333285" progId="Equation.DSMT4">
                  <p:embed/>
                </p:oleObj>
              </mc:Choice>
              <mc:Fallback>
                <p:oleObj name="Equation" r:id="rId3" imgW="1228801" imgH="333285" progId="Equation.DSMT4">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1413" y="4652963"/>
                        <a:ext cx="2638425"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1"/>
          <p:cNvGrpSpPr>
            <a:grpSpLocks/>
          </p:cNvGrpSpPr>
          <p:nvPr/>
        </p:nvGrpSpPr>
        <p:grpSpPr bwMode="auto">
          <a:xfrm>
            <a:off x="3960813" y="4652963"/>
            <a:ext cx="5002212" cy="1574800"/>
            <a:chOff x="2496" y="2875"/>
            <a:chExt cx="3151" cy="992"/>
          </a:xfrm>
        </p:grpSpPr>
        <p:sp>
          <p:nvSpPr>
            <p:cNvPr id="17443" name="Line 21"/>
            <p:cNvSpPr>
              <a:spLocks noChangeShapeType="1"/>
            </p:cNvSpPr>
            <p:nvPr/>
          </p:nvSpPr>
          <p:spPr bwMode="auto">
            <a:xfrm>
              <a:off x="2496" y="3113"/>
              <a:ext cx="384" cy="0"/>
            </a:xfrm>
            <a:prstGeom prst="line">
              <a:avLst/>
            </a:prstGeom>
            <a:noFill/>
            <a:ln w="762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444" name="Object 22"/>
            <p:cNvGraphicFramePr>
              <a:graphicFrameLocks noChangeAspect="1"/>
            </p:cNvGraphicFramePr>
            <p:nvPr/>
          </p:nvGraphicFramePr>
          <p:xfrm>
            <a:off x="2974" y="2875"/>
            <a:ext cx="2673" cy="992"/>
          </p:xfrm>
          <a:graphic>
            <a:graphicData uri="http://schemas.openxmlformats.org/presentationml/2006/ole">
              <mc:AlternateContent xmlns:mc="http://schemas.openxmlformats.org/markup-compatibility/2006">
                <mc:Choice xmlns:v="urn:schemas-microsoft-com:vml" Requires="v">
                  <p:oleObj spid="_x0000_s17581" name="Equation" r:id="rId5" imgW="1971773" imgH="695415" progId="Equation.DSMT4">
                    <p:embed/>
                  </p:oleObj>
                </mc:Choice>
                <mc:Fallback>
                  <p:oleObj name="Equation" r:id="rId5" imgW="1971773" imgH="695415" progId="Equation.DSMT4">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4" y="2875"/>
                          <a:ext cx="2673" cy="9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50"/>
          <p:cNvGrpSpPr>
            <a:grpSpLocks/>
          </p:cNvGrpSpPr>
          <p:nvPr/>
        </p:nvGrpSpPr>
        <p:grpSpPr bwMode="auto">
          <a:xfrm>
            <a:off x="1192213" y="5468938"/>
            <a:ext cx="3308350" cy="914400"/>
            <a:chOff x="682" y="3475"/>
            <a:chExt cx="2084" cy="576"/>
          </a:xfrm>
        </p:grpSpPr>
        <p:graphicFrame>
          <p:nvGraphicFramePr>
            <p:cNvPr id="17441" name="Object 23"/>
            <p:cNvGraphicFramePr>
              <a:graphicFrameLocks noChangeAspect="1"/>
            </p:cNvGraphicFramePr>
            <p:nvPr/>
          </p:nvGraphicFramePr>
          <p:xfrm>
            <a:off x="682" y="3475"/>
            <a:ext cx="1699" cy="576"/>
          </p:xfrm>
          <a:graphic>
            <a:graphicData uri="http://schemas.openxmlformats.org/presentationml/2006/ole">
              <mc:AlternateContent xmlns:mc="http://schemas.openxmlformats.org/markup-compatibility/2006">
                <mc:Choice xmlns:v="urn:schemas-microsoft-com:vml" Requires="v">
                  <p:oleObj spid="_x0000_s17582" name="Equation" r:id="rId7" imgW="1133370" imgH="361783" progId="Equation.DSMT4">
                    <p:embed/>
                  </p:oleObj>
                </mc:Choice>
                <mc:Fallback>
                  <p:oleObj name="Equation" r:id="rId7" imgW="1133370" imgH="361783" progId="Equation.DSMT4">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2" y="3475"/>
                          <a:ext cx="1699" cy="5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42" name="Line 26"/>
            <p:cNvSpPr>
              <a:spLocks noChangeShapeType="1"/>
            </p:cNvSpPr>
            <p:nvPr/>
          </p:nvSpPr>
          <p:spPr bwMode="auto">
            <a:xfrm flipH="1">
              <a:off x="2426" y="3748"/>
              <a:ext cx="340" cy="0"/>
            </a:xfrm>
            <a:prstGeom prst="line">
              <a:avLst/>
            </a:prstGeom>
            <a:noFill/>
            <a:ln w="762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46"/>
          <p:cNvGrpSpPr>
            <a:grpSpLocks/>
          </p:cNvGrpSpPr>
          <p:nvPr/>
        </p:nvGrpSpPr>
        <p:grpSpPr bwMode="auto">
          <a:xfrm>
            <a:off x="5867400" y="955675"/>
            <a:ext cx="3025775" cy="2617788"/>
            <a:chOff x="3696" y="1464"/>
            <a:chExt cx="1906" cy="1649"/>
          </a:xfrm>
        </p:grpSpPr>
        <p:sp>
          <p:nvSpPr>
            <p:cNvPr id="17425" name="Rectangle 28"/>
            <p:cNvSpPr>
              <a:spLocks noChangeArrowheads="1"/>
            </p:cNvSpPr>
            <p:nvPr/>
          </p:nvSpPr>
          <p:spPr bwMode="auto">
            <a:xfrm>
              <a:off x="3696" y="1525"/>
              <a:ext cx="1906" cy="1588"/>
            </a:xfrm>
            <a:prstGeom prst="rect">
              <a:avLst/>
            </a:prstGeom>
            <a:solidFill>
              <a:srgbClr val="CCFFFF"/>
            </a:solidFill>
            <a:ln w="19050" algn="ctr">
              <a:solidFill>
                <a:srgbClr val="FF00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7426" name="Text Box 30"/>
            <p:cNvSpPr txBox="1">
              <a:spLocks noChangeArrowheads="1"/>
            </p:cNvSpPr>
            <p:nvPr/>
          </p:nvSpPr>
          <p:spPr bwMode="auto">
            <a:xfrm>
              <a:off x="4705" y="2756"/>
              <a:ext cx="366"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rPr>
                <a:t>q</a:t>
              </a:r>
              <a:r>
                <a:rPr lang="en-US" altLang="zh-CN" b="1" i="1">
                  <a:latin typeface="Times New Roman" pitchFamily="18" charset="0"/>
                  <a:cs typeface="Times New Roman" pitchFamily="18" charset="0"/>
                </a:rPr>
                <a:t>'</a:t>
              </a:r>
            </a:p>
          </p:txBody>
        </p:sp>
        <p:grpSp>
          <p:nvGrpSpPr>
            <p:cNvPr id="17427" name="Group 31"/>
            <p:cNvGrpSpPr>
              <a:grpSpLocks/>
            </p:cNvGrpSpPr>
            <p:nvPr/>
          </p:nvGrpSpPr>
          <p:grpSpPr bwMode="auto">
            <a:xfrm>
              <a:off x="4624" y="2387"/>
              <a:ext cx="86" cy="640"/>
              <a:chOff x="4518" y="1968"/>
              <a:chExt cx="96" cy="672"/>
            </a:xfrm>
          </p:grpSpPr>
          <p:sp>
            <p:nvSpPr>
              <p:cNvPr id="17439" name="Oval 32"/>
              <p:cNvSpPr>
                <a:spLocks noChangeArrowheads="1"/>
              </p:cNvSpPr>
              <p:nvPr/>
            </p:nvSpPr>
            <p:spPr bwMode="auto">
              <a:xfrm>
                <a:off x="4518" y="2544"/>
                <a:ext cx="96" cy="96"/>
              </a:xfrm>
              <a:prstGeom prst="ellipse">
                <a:avLst/>
              </a:pr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lnSpc>
                    <a:spcPct val="130000"/>
                  </a:lnSpc>
                  <a:spcBef>
                    <a:spcPct val="0"/>
                  </a:spcBef>
                </a:pPr>
                <a:endParaRPr lang="zh-CN" altLang="zh-CN">
                  <a:latin typeface="Times New Roman" pitchFamily="18" charset="0"/>
                </a:endParaRPr>
              </a:p>
            </p:txBody>
          </p:sp>
          <p:sp>
            <p:nvSpPr>
              <p:cNvPr id="17440" name="Line 33"/>
              <p:cNvSpPr>
                <a:spLocks noChangeShapeType="1"/>
              </p:cNvSpPr>
              <p:nvPr/>
            </p:nvSpPr>
            <p:spPr bwMode="auto">
              <a:xfrm>
                <a:off x="4560" y="1968"/>
                <a:ext cx="0" cy="576"/>
              </a:xfrm>
              <a:prstGeom prst="line">
                <a:avLst/>
              </a:prstGeom>
              <a:noFill/>
              <a:ln w="285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428" name="Line 34"/>
            <p:cNvSpPr>
              <a:spLocks noChangeShapeType="1"/>
            </p:cNvSpPr>
            <p:nvPr/>
          </p:nvSpPr>
          <p:spPr bwMode="auto">
            <a:xfrm>
              <a:off x="4662" y="1616"/>
              <a:ext cx="0" cy="833"/>
            </a:xfrm>
            <a:prstGeom prst="line">
              <a:avLst/>
            </a:prstGeom>
            <a:noFill/>
            <a:ln w="28575">
              <a:solidFill>
                <a:srgbClr val="FF99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7429" name="Oval 35"/>
            <p:cNvSpPr>
              <a:spLocks noChangeArrowheads="1"/>
            </p:cNvSpPr>
            <p:nvPr/>
          </p:nvSpPr>
          <p:spPr bwMode="auto">
            <a:xfrm>
              <a:off x="4619" y="1784"/>
              <a:ext cx="86" cy="91"/>
            </a:xfrm>
            <a:prstGeom prst="ellipse">
              <a:avLst/>
            </a:prstGeom>
            <a:solidFill>
              <a:srgbClr val="CC0000"/>
            </a:solidFill>
            <a:ln w="9525">
              <a:solidFill>
                <a:srgbClr val="CC0000"/>
              </a:solidFill>
              <a:round/>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lnSpc>
                  <a:spcPct val="130000"/>
                </a:lnSpc>
                <a:spcBef>
                  <a:spcPct val="0"/>
                </a:spcBef>
              </a:pPr>
              <a:endParaRPr lang="zh-CN" altLang="zh-CN">
                <a:latin typeface="Times New Roman" pitchFamily="18" charset="0"/>
              </a:endParaRPr>
            </a:p>
          </p:txBody>
        </p:sp>
        <p:sp>
          <p:nvSpPr>
            <p:cNvPr id="17430" name="Text Box 36"/>
            <p:cNvSpPr txBox="1">
              <a:spLocks noChangeArrowheads="1"/>
            </p:cNvSpPr>
            <p:nvPr/>
          </p:nvSpPr>
          <p:spPr bwMode="auto">
            <a:xfrm>
              <a:off x="4704" y="1659"/>
              <a:ext cx="209"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rPr>
                <a:t>q</a:t>
              </a:r>
            </a:p>
          </p:txBody>
        </p:sp>
        <p:sp>
          <p:nvSpPr>
            <p:cNvPr id="17431" name="Line 37"/>
            <p:cNvSpPr>
              <a:spLocks noChangeShapeType="1"/>
            </p:cNvSpPr>
            <p:nvPr/>
          </p:nvSpPr>
          <p:spPr bwMode="auto">
            <a:xfrm flipV="1">
              <a:off x="3805" y="2387"/>
              <a:ext cx="1706" cy="12"/>
            </a:xfrm>
            <a:prstGeom prst="line">
              <a:avLst/>
            </a:prstGeom>
            <a:noFill/>
            <a:ln w="57150">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2" name="Line 38"/>
            <p:cNvSpPr>
              <a:spLocks noChangeShapeType="1"/>
            </p:cNvSpPr>
            <p:nvPr/>
          </p:nvSpPr>
          <p:spPr bwMode="auto">
            <a:xfrm>
              <a:off x="3885" y="2396"/>
              <a:ext cx="3" cy="131"/>
            </a:xfrm>
            <a:prstGeom prst="line">
              <a:avLst/>
            </a:prstGeom>
            <a:noFill/>
            <a:ln w="28575">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3" name="Line 39"/>
            <p:cNvSpPr>
              <a:spLocks noChangeShapeType="1"/>
            </p:cNvSpPr>
            <p:nvPr/>
          </p:nvSpPr>
          <p:spPr bwMode="auto">
            <a:xfrm rot="-5400000">
              <a:off x="3882" y="2435"/>
              <a:ext cx="0" cy="184"/>
            </a:xfrm>
            <a:prstGeom prst="line">
              <a:avLst/>
            </a:prstGeom>
            <a:noFill/>
            <a:ln w="57150">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4" name="Text Box 40"/>
            <p:cNvSpPr txBox="1">
              <a:spLocks noChangeArrowheads="1"/>
            </p:cNvSpPr>
            <p:nvPr/>
          </p:nvSpPr>
          <p:spPr bwMode="auto">
            <a:xfrm>
              <a:off x="4649" y="1464"/>
              <a:ext cx="20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0"/>
                </a:spcBef>
              </a:pPr>
              <a:r>
                <a:rPr lang="en-US" altLang="zh-CN" b="1" i="1">
                  <a:latin typeface="Times New Roman" pitchFamily="18" charset="0"/>
                </a:rPr>
                <a:t>x</a:t>
              </a:r>
            </a:p>
          </p:txBody>
        </p:sp>
        <p:sp>
          <p:nvSpPr>
            <p:cNvPr id="17435" name="Text Box 41"/>
            <p:cNvSpPr txBox="1">
              <a:spLocks noChangeArrowheads="1"/>
            </p:cNvSpPr>
            <p:nvPr/>
          </p:nvSpPr>
          <p:spPr bwMode="auto">
            <a:xfrm>
              <a:off x="3716" y="2573"/>
              <a:ext cx="602"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sym typeface="Symbol" pitchFamily="18" charset="2"/>
                </a:rPr>
                <a:t> =∞</a:t>
              </a:r>
            </a:p>
          </p:txBody>
        </p:sp>
        <p:sp>
          <p:nvSpPr>
            <p:cNvPr id="17436" name="Text Box 42"/>
            <p:cNvSpPr txBox="1">
              <a:spLocks noChangeArrowheads="1"/>
            </p:cNvSpPr>
            <p:nvPr/>
          </p:nvSpPr>
          <p:spPr bwMode="auto">
            <a:xfrm>
              <a:off x="3759" y="2024"/>
              <a:ext cx="276"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sym typeface="Symbol" pitchFamily="18" charset="2"/>
                </a:rPr>
                <a:t></a:t>
              </a:r>
              <a:r>
                <a:rPr lang="en-US" altLang="zh-CN" b="1" baseline="-25000">
                  <a:latin typeface="Times New Roman" pitchFamily="18" charset="0"/>
                  <a:sym typeface="Symbol" pitchFamily="18" charset="2"/>
                </a:rPr>
                <a:t>0</a:t>
              </a:r>
              <a:endParaRPr lang="en-US" altLang="zh-CN" b="1">
                <a:latin typeface="Times New Roman" pitchFamily="18" charset="0"/>
              </a:endParaRPr>
            </a:p>
          </p:txBody>
        </p:sp>
        <p:sp>
          <p:nvSpPr>
            <p:cNvPr id="17437" name="Text Box 43"/>
            <p:cNvSpPr txBox="1">
              <a:spLocks noChangeArrowheads="1"/>
            </p:cNvSpPr>
            <p:nvPr/>
          </p:nvSpPr>
          <p:spPr bwMode="auto">
            <a:xfrm>
              <a:off x="4447" y="1979"/>
              <a:ext cx="209"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sym typeface="Symbol" pitchFamily="18" charset="2"/>
                </a:rPr>
                <a:t>d</a:t>
              </a:r>
              <a:endParaRPr lang="en-US" altLang="zh-CN" b="1" i="1">
                <a:latin typeface="Times New Roman" pitchFamily="18" charset="0"/>
              </a:endParaRPr>
            </a:p>
          </p:txBody>
        </p:sp>
        <p:sp>
          <p:nvSpPr>
            <p:cNvPr id="17438" name="Text Box 44"/>
            <p:cNvSpPr txBox="1">
              <a:spLocks noChangeArrowheads="1"/>
            </p:cNvSpPr>
            <p:nvPr/>
          </p:nvSpPr>
          <p:spPr bwMode="auto">
            <a:xfrm>
              <a:off x="4382" y="2482"/>
              <a:ext cx="366"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rPr>
                <a:t>-d</a:t>
              </a:r>
            </a:p>
          </p:txBody>
        </p:sp>
      </p:grpSp>
      <p:grpSp>
        <p:nvGrpSpPr>
          <p:cNvPr id="6" name="Group 49"/>
          <p:cNvGrpSpPr>
            <a:grpSpLocks/>
          </p:cNvGrpSpPr>
          <p:nvPr/>
        </p:nvGrpSpPr>
        <p:grpSpPr bwMode="auto">
          <a:xfrm>
            <a:off x="107950" y="3540125"/>
            <a:ext cx="8785225" cy="1001713"/>
            <a:chOff x="22" y="2069"/>
            <a:chExt cx="5534" cy="631"/>
          </a:xfrm>
        </p:grpSpPr>
        <p:sp>
          <p:nvSpPr>
            <p:cNvPr id="17422" name="Text Box 27"/>
            <p:cNvSpPr txBox="1">
              <a:spLocks noChangeArrowheads="1"/>
            </p:cNvSpPr>
            <p:nvPr/>
          </p:nvSpPr>
          <p:spPr bwMode="auto">
            <a:xfrm>
              <a:off x="22" y="2069"/>
              <a:ext cx="5534" cy="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zh-CN" altLang="en-US" b="1">
                  <a:solidFill>
                    <a:schemeClr val="bg1"/>
                  </a:solidFill>
                  <a:latin typeface="Times New Roman" pitchFamily="18" charset="0"/>
                </a:rPr>
                <a:t>　    由镜像法，感应电荷可以用像电荷</a:t>
              </a:r>
              <a:r>
                <a:rPr kumimoji="1" lang="zh-CN" altLang="en-US" b="1" i="1">
                  <a:solidFill>
                    <a:schemeClr val="bg1"/>
                  </a:solidFill>
                  <a:latin typeface="Times New Roman" pitchFamily="18" charset="0"/>
                </a:rPr>
                <a:t>           </a:t>
              </a:r>
              <a:r>
                <a:rPr kumimoji="1" lang="zh-CN" altLang="en-US" b="1">
                  <a:solidFill>
                    <a:schemeClr val="bg1"/>
                  </a:solidFill>
                  <a:latin typeface="Times New Roman" pitchFamily="18" charset="0"/>
                </a:rPr>
                <a:t>替代。当电荷</a:t>
              </a:r>
              <a:r>
                <a:rPr kumimoji="1" lang="en-US" altLang="zh-CN" b="1" i="1">
                  <a:solidFill>
                    <a:schemeClr val="bg1"/>
                  </a:solidFill>
                  <a:latin typeface="Times New Roman" pitchFamily="18" charset="0"/>
                </a:rPr>
                <a:t>q </a:t>
              </a:r>
              <a:r>
                <a:rPr kumimoji="1" lang="zh-CN" altLang="en-US" b="1">
                  <a:solidFill>
                    <a:schemeClr val="bg1"/>
                  </a:solidFill>
                  <a:latin typeface="Times New Roman" pitchFamily="18" charset="0"/>
                </a:rPr>
                <a:t>移至</a:t>
              </a:r>
              <a:r>
                <a:rPr kumimoji="1" lang="en-US" altLang="zh-CN" b="1" i="1">
                  <a:solidFill>
                    <a:schemeClr val="bg1"/>
                  </a:solidFill>
                  <a:latin typeface="Times New Roman" pitchFamily="18" charset="0"/>
                </a:rPr>
                <a:t>x</a:t>
              </a:r>
              <a:r>
                <a:rPr kumimoji="1" lang="zh-CN" altLang="en-US" b="1">
                  <a:solidFill>
                    <a:schemeClr val="bg1"/>
                  </a:solidFill>
                  <a:latin typeface="Times New Roman" pitchFamily="18" charset="0"/>
                </a:rPr>
                <a:t>时，像电荷</a:t>
              </a:r>
              <a:r>
                <a:rPr kumimoji="1" lang="zh-CN" altLang="en-US" b="1" i="1">
                  <a:solidFill>
                    <a:schemeClr val="bg1"/>
                  </a:solidFill>
                  <a:latin typeface="Times New Roman" pitchFamily="18" charset="0"/>
                </a:rPr>
                <a:t>    </a:t>
              </a:r>
              <a:r>
                <a:rPr kumimoji="1" lang="zh-CN" altLang="en-US" b="1">
                  <a:solidFill>
                    <a:schemeClr val="bg1"/>
                  </a:solidFill>
                  <a:latin typeface="Times New Roman" pitchFamily="18" charset="0"/>
                </a:rPr>
                <a:t>应位于－</a:t>
              </a:r>
              <a:r>
                <a:rPr kumimoji="1" lang="en-US" altLang="zh-CN" b="1" i="1">
                  <a:solidFill>
                    <a:schemeClr val="bg1"/>
                  </a:solidFill>
                  <a:latin typeface="Times New Roman" pitchFamily="18" charset="0"/>
                </a:rPr>
                <a:t>x</a:t>
              </a:r>
              <a:r>
                <a:rPr kumimoji="1" lang="zh-CN" altLang="en-US" b="1">
                  <a:solidFill>
                    <a:schemeClr val="bg1"/>
                  </a:solidFill>
                  <a:latin typeface="Times New Roman" pitchFamily="18" charset="0"/>
                </a:rPr>
                <a:t>，则</a:t>
              </a:r>
              <a:r>
                <a:rPr kumimoji="1" lang="zh-CN" altLang="en-US" b="1">
                  <a:solidFill>
                    <a:srgbClr val="FF0000"/>
                  </a:solidFill>
                  <a:latin typeface="Times New Roman" pitchFamily="18" charset="0"/>
                </a:rPr>
                <a:t>镜像</a:t>
              </a:r>
              <a:r>
                <a:rPr kumimoji="1" lang="zh-CN" altLang="en-US" b="1">
                  <a:solidFill>
                    <a:srgbClr val="FF0000"/>
                  </a:solidFill>
                </a:rPr>
                <a:t>电荷</a:t>
              </a:r>
              <a:r>
                <a:rPr kumimoji="1" lang="zh-CN" altLang="en-US" b="1">
                  <a:solidFill>
                    <a:schemeClr val="bg1"/>
                  </a:solidFill>
                </a:rPr>
                <a:t>产生的电场强度</a:t>
              </a:r>
            </a:p>
          </p:txBody>
        </p:sp>
        <p:graphicFrame>
          <p:nvGraphicFramePr>
            <p:cNvPr id="17423" name="Object 47"/>
            <p:cNvGraphicFramePr>
              <a:graphicFrameLocks noChangeAspect="1"/>
            </p:cNvGraphicFramePr>
            <p:nvPr/>
          </p:nvGraphicFramePr>
          <p:xfrm>
            <a:off x="3370" y="2131"/>
            <a:ext cx="666" cy="256"/>
          </p:xfrm>
          <a:graphic>
            <a:graphicData uri="http://schemas.openxmlformats.org/presentationml/2006/ole">
              <mc:AlternateContent xmlns:mc="http://schemas.openxmlformats.org/markup-compatibility/2006">
                <mc:Choice xmlns:v="urn:schemas-microsoft-com:vml" Requires="v">
                  <p:oleObj spid="_x0000_s17583" name="Equation" r:id="rId9" imgW="390398" imgH="104608" progId="Equation.DSMT4">
                    <p:embed/>
                  </p:oleObj>
                </mc:Choice>
                <mc:Fallback>
                  <p:oleObj name="Equation" r:id="rId9" imgW="390398" imgH="104608" progId="Equation.DSMT4">
                    <p:embed/>
                    <p:pic>
                      <p:nvPicPr>
                        <p:cNvPr id="0" name="Object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70" y="2131"/>
                          <a:ext cx="666"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24" name="Object 48"/>
            <p:cNvGraphicFramePr>
              <a:graphicFrameLocks noChangeAspect="1"/>
            </p:cNvGraphicFramePr>
            <p:nvPr/>
          </p:nvGraphicFramePr>
          <p:xfrm>
            <a:off x="1338" y="2432"/>
            <a:ext cx="228" cy="256"/>
          </p:xfrm>
          <a:graphic>
            <a:graphicData uri="http://schemas.openxmlformats.org/presentationml/2006/ole">
              <mc:AlternateContent xmlns:mc="http://schemas.openxmlformats.org/markup-compatibility/2006">
                <mc:Choice xmlns:v="urn:schemas-microsoft-com:vml" Requires="v">
                  <p:oleObj spid="_x0000_s17584" name="Equation" r:id="rId11" imgW="66628" imgH="104608" progId="Equation.DSMT4">
                    <p:embed/>
                  </p:oleObj>
                </mc:Choice>
                <mc:Fallback>
                  <p:oleObj name="Equation" r:id="rId11" imgW="66628" imgH="104608" progId="Equation.DSMT4">
                    <p:embed/>
                    <p:pic>
                      <p:nvPicPr>
                        <p:cNvPr id="0" name="Object 4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38" y="2432"/>
                          <a:ext cx="228"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7418" name="AutoShape 52">
            <a:hlinkClick r:id="rId13"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7419" name="AutoShape 53">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7420" name="AutoShape 54">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7421" name="AutoShape 55">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50946"/>
                                        </p:tgtEl>
                                        <p:attrNameLst>
                                          <p:attrName>style.visibility</p:attrName>
                                        </p:attrNameLst>
                                      </p:cBhvr>
                                      <p:to>
                                        <p:strVal val="visible"/>
                                      </p:to>
                                    </p:set>
                                    <p:animEffect transition="in" filter="wipe(up)">
                                      <p:cBhvr>
                                        <p:cTn id="7" dur="2000"/>
                                        <p:tgtEl>
                                          <p:spTgt spid="850946"/>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2000"/>
                                        <p:tgtEl>
                                          <p:spTgt spid="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850963">
                                            <p:txEl>
                                              <p:pRg st="0" end="0"/>
                                            </p:txEl>
                                          </p:spTgt>
                                        </p:tgtEl>
                                        <p:attrNameLst>
                                          <p:attrName>style.visibility</p:attrName>
                                        </p:attrNameLst>
                                      </p:cBhvr>
                                      <p:to>
                                        <p:strVal val="visible"/>
                                      </p:to>
                                    </p:set>
                                    <p:animEffect transition="in" filter="wipe(up)">
                                      <p:cBhvr>
                                        <p:cTn id="15" dur="3000"/>
                                        <p:tgtEl>
                                          <p:spTgt spid="850963">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up)">
                                      <p:cBhvr>
                                        <p:cTn id="20" dur="2000"/>
                                        <p:tgtEl>
                                          <p:spTgt spid="6"/>
                                        </p:tgtEl>
                                      </p:cBhvr>
                                    </p:animEffect>
                                  </p:childTnLst>
                                </p:cTn>
                              </p:par>
                            </p:childTnLst>
                          </p:cTn>
                        </p:par>
                        <p:par>
                          <p:cTn id="21" fill="hold" nodeType="afterGroup">
                            <p:stCondLst>
                              <p:cond delay="2000"/>
                            </p:stCondLst>
                            <p:childTnLst>
                              <p:par>
                                <p:cTn id="22" presetID="22" presetClass="entr" presetSubtype="1" fill="hold" nodeType="afterEffect">
                                  <p:stCondLst>
                                    <p:cond delay="0"/>
                                  </p:stCondLst>
                                  <p:childTnLst>
                                    <p:set>
                                      <p:cBhvr>
                                        <p:cTn id="23" dur="1" fill="hold">
                                          <p:stCondLst>
                                            <p:cond delay="0"/>
                                          </p:stCondLst>
                                        </p:cTn>
                                        <p:tgtEl>
                                          <p:spTgt spid="850964"/>
                                        </p:tgtEl>
                                        <p:attrNameLst>
                                          <p:attrName>style.visibility</p:attrName>
                                        </p:attrNameLst>
                                      </p:cBhvr>
                                      <p:to>
                                        <p:strVal val="visible"/>
                                      </p:to>
                                    </p:set>
                                    <p:animEffect transition="in" filter="wipe(up)">
                                      <p:cBhvr>
                                        <p:cTn id="24" dur="2000"/>
                                        <p:tgtEl>
                                          <p:spTgt spid="85096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up)">
                                      <p:cBhvr>
                                        <p:cTn id="29" dur="2000"/>
                                        <p:tgtEl>
                                          <p:spTgt spid="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up)">
                                      <p:cBhvr>
                                        <p:cTn id="34"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946" grpId="0"/>
      <p:bldP spid="850963"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灯片编号占位符 1"/>
          <p:cNvSpPr>
            <a:spLocks noGrp="1"/>
          </p:cNvSpPr>
          <p:nvPr>
            <p:ph type="sldNum" sz="quarter" idx="10"/>
          </p:nvPr>
        </p:nvSpPr>
        <p:spPr/>
        <p:txBody>
          <a:bodyPr/>
          <a:lstStyle/>
          <a:p>
            <a:pPr>
              <a:defRPr/>
            </a:pPr>
            <a:fld id="{82C6A439-E224-4990-96C4-D2EDA1365B7A}" type="slidenum">
              <a:rPr lang="en-US" altLang="zh-CN"/>
              <a:pPr>
                <a:defRPr/>
              </a:pPr>
              <a:t>17</a:t>
            </a:fld>
            <a:endParaRPr lang="en-US" altLang="zh-CN"/>
          </a:p>
        </p:txBody>
      </p:sp>
      <p:sp>
        <p:nvSpPr>
          <p:cNvPr id="851970" name="Text Box 2"/>
          <p:cNvSpPr txBox="1">
            <a:spLocks noChangeArrowheads="1"/>
          </p:cNvSpPr>
          <p:nvPr/>
        </p:nvSpPr>
        <p:spPr bwMode="auto">
          <a:xfrm>
            <a:off x="115888" y="381000"/>
            <a:ext cx="3303587"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a:solidFill>
                  <a:schemeClr val="bg1"/>
                </a:solidFill>
                <a:latin typeface="Times New Roman" pitchFamily="18" charset="0"/>
                <a:ea typeface="幼圆" pitchFamily="49" charset="-122"/>
              </a:rPr>
              <a:t>3.5.2  </a:t>
            </a:r>
            <a:r>
              <a:rPr lang="zh-CN" altLang="en-US" b="1">
                <a:solidFill>
                  <a:schemeClr val="bg1"/>
                </a:solidFill>
                <a:latin typeface="Times New Roman" pitchFamily="18" charset="0"/>
                <a:ea typeface="幼圆" pitchFamily="49" charset="-122"/>
              </a:rPr>
              <a:t>导体球面的镜像</a:t>
            </a:r>
          </a:p>
        </p:txBody>
      </p:sp>
      <p:sp>
        <p:nvSpPr>
          <p:cNvPr id="851971" name="Text Box 3"/>
          <p:cNvSpPr txBox="1">
            <a:spLocks noChangeArrowheads="1"/>
          </p:cNvSpPr>
          <p:nvPr/>
        </p:nvSpPr>
        <p:spPr bwMode="auto">
          <a:xfrm>
            <a:off x="84138" y="917575"/>
            <a:ext cx="7800975"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en-US" altLang="zh-CN" b="1">
                <a:solidFill>
                  <a:schemeClr val="bg1"/>
                </a:solidFill>
                <a:latin typeface="Times New Roman" pitchFamily="18" charset="0"/>
                <a:ea typeface="宋体" pitchFamily="2" charset="-122"/>
                <a:sym typeface="Symbol" pitchFamily="18" charset="2"/>
              </a:rPr>
              <a:t>1.   </a:t>
            </a:r>
            <a:r>
              <a:rPr kumimoji="1" lang="zh-CN" altLang="en-US" b="1">
                <a:solidFill>
                  <a:schemeClr val="bg1"/>
                </a:solidFill>
                <a:latin typeface="Times New Roman" pitchFamily="18" charset="0"/>
                <a:ea typeface="宋体" pitchFamily="2" charset="-122"/>
                <a:sym typeface="Symbol" pitchFamily="18" charset="2"/>
              </a:rPr>
              <a:t>点电荷对</a:t>
            </a:r>
            <a:r>
              <a:rPr kumimoji="1" lang="zh-CN" altLang="en-US" b="1">
                <a:solidFill>
                  <a:srgbClr val="FF0000"/>
                </a:solidFill>
                <a:latin typeface="Times New Roman" pitchFamily="18" charset="0"/>
                <a:ea typeface="宋体" pitchFamily="2" charset="-122"/>
                <a:sym typeface="Symbol" pitchFamily="18" charset="2"/>
              </a:rPr>
              <a:t>接地</a:t>
            </a:r>
            <a:r>
              <a:rPr kumimoji="1" lang="zh-CN" altLang="en-US" b="1">
                <a:solidFill>
                  <a:schemeClr val="bg1"/>
                </a:solidFill>
                <a:latin typeface="Times New Roman" pitchFamily="18" charset="0"/>
                <a:ea typeface="宋体" pitchFamily="2" charset="-122"/>
                <a:sym typeface="Symbol" pitchFamily="18" charset="2"/>
              </a:rPr>
              <a:t>导体球面的镜像</a:t>
            </a:r>
          </a:p>
        </p:txBody>
      </p:sp>
      <p:sp>
        <p:nvSpPr>
          <p:cNvPr id="851972" name="Text Box 4"/>
          <p:cNvSpPr txBox="1">
            <a:spLocks noChangeArrowheads="1"/>
          </p:cNvSpPr>
          <p:nvPr/>
        </p:nvSpPr>
        <p:spPr bwMode="auto">
          <a:xfrm>
            <a:off x="71438" y="2489200"/>
            <a:ext cx="5292725"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en-US" altLang="zh-CN" b="1">
                <a:solidFill>
                  <a:schemeClr val="bg1"/>
                </a:solidFill>
                <a:latin typeface="Times New Roman" pitchFamily="18" charset="0"/>
                <a:sym typeface="Symbol" pitchFamily="18" charset="2"/>
              </a:rPr>
              <a:t>        </a:t>
            </a:r>
            <a:r>
              <a:rPr kumimoji="1" lang="zh-CN" altLang="en-US" b="1">
                <a:solidFill>
                  <a:schemeClr val="bg1"/>
                </a:solidFill>
                <a:latin typeface="Times New Roman" pitchFamily="18" charset="0"/>
                <a:sym typeface="Symbol" pitchFamily="18" charset="2"/>
              </a:rPr>
              <a:t>球面上的感应电荷可用镜像电荷</a:t>
            </a:r>
          </a:p>
          <a:p>
            <a:pPr algn="just" eaLnBrk="1" hangingPunct="1">
              <a:lnSpc>
                <a:spcPct val="130000"/>
              </a:lnSpc>
              <a:spcBef>
                <a:spcPct val="0"/>
              </a:spcBef>
            </a:pPr>
            <a:r>
              <a:rPr kumimoji="1" lang="en-US" altLang="zh-CN" b="1" i="1">
                <a:solidFill>
                  <a:schemeClr val="bg1"/>
                </a:solidFill>
                <a:latin typeface="Times New Roman" pitchFamily="18" charset="0"/>
                <a:sym typeface="Symbol" pitchFamily="18" charset="2"/>
              </a:rPr>
              <a:t>q</a:t>
            </a:r>
            <a:r>
              <a:rPr kumimoji="1" lang="en-US" altLang="zh-CN" b="1" i="1">
                <a:solidFill>
                  <a:schemeClr val="bg1"/>
                </a:solidFill>
                <a:latin typeface="Times New Roman" pitchFamily="18" charset="0"/>
                <a:cs typeface="Times New Roman" pitchFamily="18" charset="0"/>
                <a:sym typeface="Symbol" pitchFamily="18" charset="2"/>
              </a:rPr>
              <a:t>'</a:t>
            </a:r>
            <a:r>
              <a:rPr kumimoji="1" lang="zh-CN" altLang="en-US" b="1">
                <a:solidFill>
                  <a:schemeClr val="bg1"/>
                </a:solidFill>
                <a:latin typeface="Times New Roman" pitchFamily="18" charset="0"/>
                <a:sym typeface="Symbol" pitchFamily="18" charset="2"/>
              </a:rPr>
              <a:t>来等效。 </a:t>
            </a:r>
            <a:r>
              <a:rPr kumimoji="1" lang="en-US" altLang="zh-CN" b="1" i="1">
                <a:solidFill>
                  <a:schemeClr val="bg1"/>
                </a:solidFill>
                <a:latin typeface="Times New Roman" pitchFamily="18" charset="0"/>
                <a:sym typeface="Symbol" pitchFamily="18" charset="2"/>
              </a:rPr>
              <a:t>q'</a:t>
            </a:r>
            <a:r>
              <a:rPr kumimoji="1" lang="en-US" altLang="zh-CN" b="1">
                <a:solidFill>
                  <a:schemeClr val="bg1"/>
                </a:solidFill>
                <a:latin typeface="Times New Roman" pitchFamily="18" charset="0"/>
                <a:sym typeface="Symbol" pitchFamily="18" charset="2"/>
              </a:rPr>
              <a:t> </a:t>
            </a:r>
            <a:r>
              <a:rPr kumimoji="1" lang="zh-CN" altLang="en-US" b="1">
                <a:solidFill>
                  <a:schemeClr val="bg1"/>
                </a:solidFill>
                <a:latin typeface="Times New Roman" pitchFamily="18" charset="0"/>
                <a:sym typeface="Symbol" pitchFamily="18" charset="2"/>
              </a:rPr>
              <a:t>应位于导体球内（显然</a:t>
            </a:r>
          </a:p>
          <a:p>
            <a:pPr algn="just" eaLnBrk="1" hangingPunct="1">
              <a:lnSpc>
                <a:spcPct val="130000"/>
              </a:lnSpc>
              <a:spcBef>
                <a:spcPct val="0"/>
              </a:spcBef>
            </a:pPr>
            <a:r>
              <a:rPr kumimoji="1" lang="zh-CN" altLang="en-US" b="1">
                <a:solidFill>
                  <a:schemeClr val="bg1"/>
                </a:solidFill>
                <a:latin typeface="Times New Roman" pitchFamily="18" charset="0"/>
                <a:sym typeface="Symbol" pitchFamily="18" charset="2"/>
              </a:rPr>
              <a:t>不影响原方程），且在点电荷</a:t>
            </a:r>
            <a:r>
              <a:rPr kumimoji="1" lang="en-US" altLang="zh-CN" b="1" i="1">
                <a:solidFill>
                  <a:schemeClr val="bg1"/>
                </a:solidFill>
                <a:latin typeface="Times New Roman" pitchFamily="18" charset="0"/>
                <a:sym typeface="Symbol" pitchFamily="18" charset="2"/>
              </a:rPr>
              <a:t>q</a:t>
            </a:r>
            <a:r>
              <a:rPr kumimoji="1" lang="zh-CN" altLang="en-US" b="1">
                <a:solidFill>
                  <a:schemeClr val="bg1"/>
                </a:solidFill>
                <a:latin typeface="Times New Roman" pitchFamily="18" charset="0"/>
                <a:sym typeface="Symbol" pitchFamily="18" charset="2"/>
              </a:rPr>
              <a:t>与球</a:t>
            </a:r>
          </a:p>
          <a:p>
            <a:pPr algn="just" eaLnBrk="1" hangingPunct="1">
              <a:lnSpc>
                <a:spcPct val="130000"/>
              </a:lnSpc>
              <a:spcBef>
                <a:spcPct val="0"/>
              </a:spcBef>
            </a:pPr>
            <a:r>
              <a:rPr kumimoji="1" lang="zh-CN" altLang="en-US" b="1">
                <a:solidFill>
                  <a:schemeClr val="bg1"/>
                </a:solidFill>
                <a:latin typeface="Times New Roman" pitchFamily="18" charset="0"/>
                <a:sym typeface="Symbol" pitchFamily="18" charset="2"/>
              </a:rPr>
              <a:t>心的连线上，距球心为</a:t>
            </a:r>
            <a:r>
              <a:rPr kumimoji="1" lang="en-US" altLang="zh-CN" b="1" i="1">
                <a:solidFill>
                  <a:schemeClr val="bg1"/>
                </a:solidFill>
                <a:latin typeface="Times New Roman" pitchFamily="18" charset="0"/>
                <a:sym typeface="Symbol" pitchFamily="18" charset="2"/>
              </a:rPr>
              <a:t>d'</a:t>
            </a:r>
            <a:r>
              <a:rPr kumimoji="1" lang="zh-CN" altLang="en-US" b="1">
                <a:solidFill>
                  <a:schemeClr val="bg1"/>
                </a:solidFill>
                <a:latin typeface="Times New Roman" pitchFamily="18" charset="0"/>
                <a:sym typeface="Symbol" pitchFamily="18" charset="2"/>
              </a:rPr>
              <a:t>。则有       </a:t>
            </a:r>
          </a:p>
        </p:txBody>
      </p:sp>
      <p:graphicFrame>
        <p:nvGraphicFramePr>
          <p:cNvPr id="851973" name="Object 5"/>
          <p:cNvGraphicFramePr>
            <a:graphicFrameLocks noChangeAspect="1"/>
          </p:cNvGraphicFramePr>
          <p:nvPr/>
        </p:nvGraphicFramePr>
        <p:xfrm>
          <a:off x="1449388" y="4521200"/>
          <a:ext cx="2787650" cy="911225"/>
        </p:xfrm>
        <a:graphic>
          <a:graphicData uri="http://schemas.openxmlformats.org/presentationml/2006/ole">
            <mc:AlternateContent xmlns:mc="http://schemas.openxmlformats.org/markup-compatibility/2006">
              <mc:Choice xmlns:v="urn:schemas-microsoft-com:vml" Requires="v">
                <p:oleObj spid="_x0000_s18576" name="Equation" r:id="rId3" imgW="1057373" imgH="333285" progId="Equation.DSMT4">
                  <p:embed/>
                </p:oleObj>
              </mc:Choice>
              <mc:Fallback>
                <p:oleObj name="Equation" r:id="rId3" imgW="1057373" imgH="333285"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9388" y="4521200"/>
                        <a:ext cx="2787650" cy="911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1976" name="Text Box 8"/>
          <p:cNvSpPr txBox="1">
            <a:spLocks noChangeArrowheads="1"/>
          </p:cNvSpPr>
          <p:nvPr/>
        </p:nvSpPr>
        <p:spPr bwMode="auto">
          <a:xfrm>
            <a:off x="144463" y="1450975"/>
            <a:ext cx="50038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en-US" altLang="zh-CN" b="1">
                <a:solidFill>
                  <a:schemeClr val="bg1"/>
                </a:solidFill>
                <a:latin typeface="Times New Roman" pitchFamily="18" charset="0"/>
                <a:sym typeface="Symbol" pitchFamily="18" charset="2"/>
              </a:rPr>
              <a:t>        </a:t>
            </a:r>
            <a:r>
              <a:rPr kumimoji="1" lang="zh-CN" altLang="en-US" b="1">
                <a:solidFill>
                  <a:schemeClr val="bg1"/>
                </a:solidFill>
                <a:latin typeface="Times New Roman" pitchFamily="18" charset="0"/>
                <a:sym typeface="Symbol" pitchFamily="18" charset="2"/>
              </a:rPr>
              <a:t>如图所示，点电荷</a:t>
            </a:r>
            <a:r>
              <a:rPr kumimoji="1" lang="en-US" altLang="zh-CN" b="1" i="1">
                <a:solidFill>
                  <a:schemeClr val="bg1"/>
                </a:solidFill>
                <a:latin typeface="Times New Roman" pitchFamily="18" charset="0"/>
                <a:sym typeface="Symbol" pitchFamily="18" charset="2"/>
              </a:rPr>
              <a:t>q </a:t>
            </a:r>
            <a:r>
              <a:rPr kumimoji="1" lang="zh-CN" altLang="en-US" b="1">
                <a:solidFill>
                  <a:schemeClr val="bg1"/>
                </a:solidFill>
                <a:latin typeface="Times New Roman" pitchFamily="18" charset="0"/>
                <a:sym typeface="Symbol" pitchFamily="18" charset="2"/>
              </a:rPr>
              <a:t>位于半径</a:t>
            </a:r>
          </a:p>
          <a:p>
            <a:pPr algn="just" eaLnBrk="1" hangingPunct="1">
              <a:lnSpc>
                <a:spcPct val="130000"/>
              </a:lnSpc>
              <a:spcBef>
                <a:spcPct val="0"/>
              </a:spcBef>
            </a:pPr>
            <a:r>
              <a:rPr kumimoji="1" lang="zh-CN" altLang="en-US" b="1">
                <a:solidFill>
                  <a:schemeClr val="bg1"/>
                </a:solidFill>
                <a:latin typeface="Times New Roman" pitchFamily="18" charset="0"/>
                <a:sym typeface="Symbol" pitchFamily="18" charset="2"/>
              </a:rPr>
              <a:t>为</a:t>
            </a:r>
            <a:r>
              <a:rPr kumimoji="1" lang="en-US" altLang="zh-CN" b="1" i="1">
                <a:solidFill>
                  <a:schemeClr val="bg1"/>
                </a:solidFill>
                <a:latin typeface="Times New Roman" pitchFamily="18" charset="0"/>
                <a:sym typeface="Symbol" pitchFamily="18" charset="2"/>
              </a:rPr>
              <a:t>a </a:t>
            </a:r>
            <a:r>
              <a:rPr kumimoji="1" lang="zh-CN" altLang="en-US" b="1">
                <a:solidFill>
                  <a:schemeClr val="bg1"/>
                </a:solidFill>
                <a:latin typeface="Times New Roman" pitchFamily="18" charset="0"/>
                <a:sym typeface="Symbol" pitchFamily="18" charset="2"/>
              </a:rPr>
              <a:t>的接地导体球外，距球心为</a:t>
            </a:r>
            <a:r>
              <a:rPr kumimoji="1" lang="en-US" altLang="zh-CN" b="1" i="1">
                <a:solidFill>
                  <a:schemeClr val="bg1"/>
                </a:solidFill>
                <a:latin typeface="Times New Roman" pitchFamily="18" charset="0"/>
                <a:sym typeface="Symbol" pitchFamily="18" charset="2"/>
              </a:rPr>
              <a:t>d </a:t>
            </a:r>
            <a:r>
              <a:rPr kumimoji="1" lang="zh-CN" altLang="en-US" b="1">
                <a:solidFill>
                  <a:schemeClr val="bg1"/>
                </a:solidFill>
                <a:latin typeface="Times New Roman" pitchFamily="18" charset="0"/>
                <a:sym typeface="Symbol" pitchFamily="18" charset="2"/>
              </a:rPr>
              <a:t>。</a:t>
            </a:r>
          </a:p>
        </p:txBody>
      </p:sp>
      <p:grpSp>
        <p:nvGrpSpPr>
          <p:cNvPr id="2" name="Group 56"/>
          <p:cNvGrpSpPr>
            <a:grpSpLocks/>
          </p:cNvGrpSpPr>
          <p:nvPr/>
        </p:nvGrpSpPr>
        <p:grpSpPr bwMode="auto">
          <a:xfrm>
            <a:off x="539750" y="5886450"/>
            <a:ext cx="8191500" cy="566738"/>
            <a:chOff x="340" y="3708"/>
            <a:chExt cx="5160" cy="357"/>
          </a:xfrm>
        </p:grpSpPr>
        <p:sp>
          <p:nvSpPr>
            <p:cNvPr id="18493" name="Text Box 7"/>
            <p:cNvSpPr txBox="1">
              <a:spLocks noChangeArrowheads="1"/>
            </p:cNvSpPr>
            <p:nvPr/>
          </p:nvSpPr>
          <p:spPr bwMode="auto">
            <a:xfrm>
              <a:off x="340" y="3708"/>
              <a:ext cx="516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zh-CN" altLang="en-US" b="1">
                  <a:solidFill>
                    <a:srgbClr val="FF7C80"/>
                  </a:solidFill>
                  <a:latin typeface="Times New Roman" pitchFamily="18" charset="0"/>
                  <a:ea typeface="宋体" pitchFamily="2" charset="-122"/>
                  <a:sym typeface="Symbol" pitchFamily="18" charset="2"/>
                </a:rPr>
                <a:t>方法</a:t>
              </a:r>
              <a:r>
                <a:rPr kumimoji="1" lang="zh-CN" altLang="en-US" b="1">
                  <a:solidFill>
                    <a:schemeClr val="bg1"/>
                  </a:solidFill>
                  <a:latin typeface="Times New Roman" pitchFamily="18" charset="0"/>
                  <a:sym typeface="Symbol" pitchFamily="18" charset="2"/>
                </a:rPr>
                <a:t>：利用导体球面上电位为零确定</a:t>
              </a:r>
              <a:r>
                <a:rPr kumimoji="1" lang="zh-CN" altLang="en-US" b="1" i="1">
                  <a:solidFill>
                    <a:schemeClr val="bg1"/>
                  </a:solidFill>
                  <a:latin typeface="Times New Roman" pitchFamily="18" charset="0"/>
                  <a:sym typeface="Symbol" pitchFamily="18" charset="2"/>
                </a:rPr>
                <a:t>    </a:t>
              </a:r>
              <a:r>
                <a:rPr kumimoji="1" lang="zh-CN" altLang="en-US" b="1">
                  <a:solidFill>
                    <a:schemeClr val="bg1"/>
                  </a:solidFill>
                  <a:latin typeface="Times New Roman" pitchFamily="18" charset="0"/>
                  <a:sym typeface="Symbol" pitchFamily="18" charset="2"/>
                </a:rPr>
                <a:t>和 </a:t>
              </a:r>
              <a:r>
                <a:rPr kumimoji="1" lang="en-US" altLang="zh-CN" b="1" i="1">
                  <a:solidFill>
                    <a:schemeClr val="bg1"/>
                  </a:solidFill>
                  <a:latin typeface="Times New Roman" pitchFamily="18" charset="0"/>
                  <a:sym typeface="Symbol" pitchFamily="18" charset="2"/>
                </a:rPr>
                <a:t>q</a:t>
              </a:r>
              <a:r>
                <a:rPr kumimoji="1" lang="en-US" altLang="zh-CN" b="1">
                  <a:solidFill>
                    <a:schemeClr val="bg1"/>
                  </a:solidFill>
                  <a:latin typeface="Times New Roman" pitchFamily="18" charset="0"/>
                  <a:sym typeface="Symbol" pitchFamily="18" charset="2"/>
                </a:rPr>
                <a:t>′</a:t>
              </a:r>
              <a:r>
                <a:rPr kumimoji="1" lang="zh-CN" altLang="en-US" b="1">
                  <a:solidFill>
                    <a:schemeClr val="bg1"/>
                  </a:solidFill>
                  <a:latin typeface="Times New Roman" pitchFamily="18" charset="0"/>
                  <a:sym typeface="Symbol" pitchFamily="18" charset="2"/>
                </a:rPr>
                <a:t>。</a:t>
              </a:r>
            </a:p>
          </p:txBody>
        </p:sp>
        <p:graphicFrame>
          <p:nvGraphicFramePr>
            <p:cNvPr id="18494" name="Object 9"/>
            <p:cNvGraphicFramePr>
              <a:graphicFrameLocks noChangeAspect="1"/>
            </p:cNvGraphicFramePr>
            <p:nvPr/>
          </p:nvGraphicFramePr>
          <p:xfrm>
            <a:off x="3470" y="3796"/>
            <a:ext cx="224" cy="224"/>
          </p:xfrm>
          <a:graphic>
            <a:graphicData uri="http://schemas.openxmlformats.org/presentationml/2006/ole">
              <mc:AlternateContent xmlns:mc="http://schemas.openxmlformats.org/markup-compatibility/2006">
                <mc:Choice xmlns:v="urn:schemas-microsoft-com:vml" Requires="v">
                  <p:oleObj spid="_x0000_s18577" name="Equation" r:id="rId5" imgW="85714" imgH="85841" progId="Equation.DSMT4">
                    <p:embed/>
                  </p:oleObj>
                </mc:Choice>
                <mc:Fallback>
                  <p:oleObj name="Equation" r:id="rId5" imgW="85714" imgH="85841"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0" y="3796"/>
                          <a:ext cx="224"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57"/>
          <p:cNvGrpSpPr>
            <a:grpSpLocks/>
          </p:cNvGrpSpPr>
          <p:nvPr/>
        </p:nvGrpSpPr>
        <p:grpSpPr bwMode="auto">
          <a:xfrm>
            <a:off x="34925" y="5373688"/>
            <a:ext cx="3251200" cy="576262"/>
            <a:chOff x="22" y="3385"/>
            <a:chExt cx="2048" cy="363"/>
          </a:xfrm>
        </p:grpSpPr>
        <p:graphicFrame>
          <p:nvGraphicFramePr>
            <p:cNvPr id="18491" name="Object 6"/>
            <p:cNvGraphicFramePr>
              <a:graphicFrameLocks noChangeAspect="1"/>
            </p:cNvGraphicFramePr>
            <p:nvPr/>
          </p:nvGraphicFramePr>
          <p:xfrm>
            <a:off x="950" y="3492"/>
            <a:ext cx="1120" cy="256"/>
          </p:xfrm>
          <a:graphic>
            <a:graphicData uri="http://schemas.openxmlformats.org/presentationml/2006/ole">
              <mc:AlternateContent xmlns:mc="http://schemas.openxmlformats.org/markup-compatibility/2006">
                <mc:Choice xmlns:v="urn:schemas-microsoft-com:vml" Requires="v">
                  <p:oleObj spid="_x0000_s18578" name="Equation" r:id="rId7" imgW="790514" imgH="104608" progId="Equation.DSMT4">
                    <p:embed/>
                  </p:oleObj>
                </mc:Choice>
                <mc:Fallback>
                  <p:oleObj name="Equation" r:id="rId7" imgW="790514" imgH="104608"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0" y="3492"/>
                          <a:ext cx="1120"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92" name="Text Box 10"/>
            <p:cNvSpPr txBox="1">
              <a:spLocks noChangeArrowheads="1"/>
            </p:cNvSpPr>
            <p:nvPr/>
          </p:nvSpPr>
          <p:spPr bwMode="auto">
            <a:xfrm>
              <a:off x="22" y="3385"/>
              <a:ext cx="1588"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buFontTx/>
                <a:buBlip>
                  <a:blip r:embed="rId9"/>
                </a:buBlip>
              </a:pPr>
              <a:r>
                <a:rPr kumimoji="1" lang="zh-CN" altLang="en-US" b="1">
                  <a:solidFill>
                    <a:schemeClr val="bg1"/>
                  </a:solidFill>
                  <a:latin typeface="楷体_GB2312" pitchFamily="49" charset="-122"/>
                  <a:sym typeface="Symbol" pitchFamily="18" charset="2"/>
                </a:rPr>
                <a:t>　</a:t>
              </a:r>
              <a:r>
                <a:rPr kumimoji="1" lang="zh-CN" altLang="en-US" b="1">
                  <a:solidFill>
                    <a:srgbClr val="FF7C80"/>
                  </a:solidFill>
                  <a:ea typeface="宋体" pitchFamily="2" charset="-122"/>
                  <a:sym typeface="Symbol" pitchFamily="18" charset="2"/>
                </a:rPr>
                <a:t>问题</a:t>
              </a:r>
              <a:r>
                <a:rPr kumimoji="1" lang="zh-CN" altLang="en-US" b="1">
                  <a:solidFill>
                    <a:schemeClr val="bg1"/>
                  </a:solidFill>
                  <a:sym typeface="Symbol" pitchFamily="18" charset="2"/>
                </a:rPr>
                <a:t>：</a:t>
              </a:r>
              <a:r>
                <a:rPr kumimoji="1" lang="zh-CN" altLang="en-US">
                  <a:sym typeface="Symbol" pitchFamily="18" charset="2"/>
                </a:rPr>
                <a:t> </a:t>
              </a:r>
            </a:p>
          </p:txBody>
        </p:sp>
      </p:grpSp>
      <p:grpSp>
        <p:nvGrpSpPr>
          <p:cNvPr id="4" name="Group 58"/>
          <p:cNvGrpSpPr>
            <a:grpSpLocks/>
          </p:cNvGrpSpPr>
          <p:nvPr/>
        </p:nvGrpSpPr>
        <p:grpSpPr bwMode="auto">
          <a:xfrm>
            <a:off x="5292725" y="631825"/>
            <a:ext cx="3779838" cy="2509838"/>
            <a:chOff x="3334" y="346"/>
            <a:chExt cx="2381" cy="1581"/>
          </a:xfrm>
        </p:grpSpPr>
        <p:sp>
          <p:nvSpPr>
            <p:cNvPr id="18471" name="Rectangle 11"/>
            <p:cNvSpPr>
              <a:spLocks noChangeArrowheads="1"/>
            </p:cNvSpPr>
            <p:nvPr/>
          </p:nvSpPr>
          <p:spPr bwMode="auto">
            <a:xfrm>
              <a:off x="3334" y="384"/>
              <a:ext cx="2381" cy="1543"/>
            </a:xfrm>
            <a:prstGeom prst="rect">
              <a:avLst/>
            </a:prstGeom>
            <a:solidFill>
              <a:srgbClr val="CCFFFF"/>
            </a:solidFill>
            <a:ln w="9525">
              <a:solidFill>
                <a:srgbClr val="FF00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8472" name="Text Box 12"/>
            <p:cNvSpPr txBox="1">
              <a:spLocks noChangeArrowheads="1"/>
            </p:cNvSpPr>
            <p:nvPr/>
          </p:nvSpPr>
          <p:spPr bwMode="auto">
            <a:xfrm>
              <a:off x="4984" y="346"/>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rPr>
                <a:t>P</a:t>
              </a:r>
            </a:p>
          </p:txBody>
        </p:sp>
        <p:grpSp>
          <p:nvGrpSpPr>
            <p:cNvPr id="18473" name="Group 13"/>
            <p:cNvGrpSpPr>
              <a:grpSpLocks/>
            </p:cNvGrpSpPr>
            <p:nvPr/>
          </p:nvGrpSpPr>
          <p:grpSpPr bwMode="auto">
            <a:xfrm>
              <a:off x="3447" y="1429"/>
              <a:ext cx="203" cy="145"/>
              <a:chOff x="327" y="2345"/>
              <a:chExt cx="203" cy="145"/>
            </a:xfrm>
          </p:grpSpPr>
          <p:sp>
            <p:nvSpPr>
              <p:cNvPr id="18488" name="Line 14"/>
              <p:cNvSpPr>
                <a:spLocks noChangeShapeType="1"/>
              </p:cNvSpPr>
              <p:nvPr/>
            </p:nvSpPr>
            <p:spPr bwMode="auto">
              <a:xfrm>
                <a:off x="390" y="2346"/>
                <a:ext cx="140" cy="0"/>
              </a:xfrm>
              <a:prstGeom prst="line">
                <a:avLst/>
              </a:prstGeom>
              <a:noFill/>
              <a:ln w="28575">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89" name="Line 15"/>
              <p:cNvSpPr>
                <a:spLocks noChangeShapeType="1"/>
              </p:cNvSpPr>
              <p:nvPr/>
            </p:nvSpPr>
            <p:spPr bwMode="auto">
              <a:xfrm rot="-5400000">
                <a:off x="324" y="2415"/>
                <a:ext cx="140" cy="0"/>
              </a:xfrm>
              <a:prstGeom prst="line">
                <a:avLst/>
              </a:prstGeom>
              <a:noFill/>
              <a:ln w="28575">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90" name="Line 16"/>
              <p:cNvSpPr>
                <a:spLocks noChangeShapeType="1"/>
              </p:cNvSpPr>
              <p:nvPr/>
            </p:nvSpPr>
            <p:spPr bwMode="auto">
              <a:xfrm>
                <a:off x="327" y="2490"/>
                <a:ext cx="140" cy="0"/>
              </a:xfrm>
              <a:prstGeom prst="line">
                <a:avLst/>
              </a:prstGeom>
              <a:noFill/>
              <a:ln w="57150">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8474" name="Oval 18"/>
            <p:cNvSpPr>
              <a:spLocks noChangeArrowheads="1"/>
            </p:cNvSpPr>
            <p:nvPr/>
          </p:nvSpPr>
          <p:spPr bwMode="auto">
            <a:xfrm>
              <a:off x="5240" y="1150"/>
              <a:ext cx="93" cy="94"/>
            </a:xfrm>
            <a:prstGeom prst="ellipse">
              <a:avLst/>
            </a:prstGeom>
            <a:gradFill rotWithShape="1">
              <a:gsLst>
                <a:gs pos="0">
                  <a:srgbClr val="5C0000"/>
                </a:gs>
                <a:gs pos="100000">
                  <a:srgbClr val="C6000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8475" name="Line 19"/>
            <p:cNvSpPr>
              <a:spLocks noChangeShapeType="1"/>
            </p:cNvSpPr>
            <p:nvPr/>
          </p:nvSpPr>
          <p:spPr bwMode="auto">
            <a:xfrm>
              <a:off x="5307" y="1166"/>
              <a:ext cx="0" cy="510"/>
            </a:xfrm>
            <a:prstGeom prst="line">
              <a:avLst/>
            </a:prstGeom>
            <a:noFill/>
            <a:ln w="158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76" name="Text Box 20"/>
            <p:cNvSpPr txBox="1">
              <a:spLocks noChangeArrowheads="1"/>
            </p:cNvSpPr>
            <p:nvPr/>
          </p:nvSpPr>
          <p:spPr bwMode="auto">
            <a:xfrm>
              <a:off x="5264" y="832"/>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C60000"/>
                  </a:solidFill>
                  <a:latin typeface="Times New Roman" pitchFamily="18" charset="0"/>
                </a:rPr>
                <a:t>q</a:t>
              </a:r>
            </a:p>
          </p:txBody>
        </p:sp>
        <p:sp>
          <p:nvSpPr>
            <p:cNvPr id="18477" name="Oval 21"/>
            <p:cNvSpPr>
              <a:spLocks noChangeArrowheads="1"/>
            </p:cNvSpPr>
            <p:nvPr/>
          </p:nvSpPr>
          <p:spPr bwMode="auto">
            <a:xfrm>
              <a:off x="3583" y="618"/>
              <a:ext cx="1134" cy="1134"/>
            </a:xfrm>
            <a:prstGeom prst="ellipse">
              <a:avLst/>
            </a:prstGeom>
            <a:gradFill rotWithShape="1">
              <a:gsLst>
                <a:gs pos="0">
                  <a:srgbClr val="592F08"/>
                </a:gs>
                <a:gs pos="100000">
                  <a:srgbClr val="F88216">
                    <a:alpha val="75998"/>
                  </a:srgbClr>
                </a:gs>
              </a:gsLst>
              <a:lin ang="18900000" scaled="1"/>
            </a:gradFill>
            <a:ln w="9525">
              <a:solidFill>
                <a:srgbClr val="FF6600"/>
              </a:solidFill>
              <a:round/>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8478" name="Line 22"/>
            <p:cNvSpPr>
              <a:spLocks noChangeShapeType="1"/>
            </p:cNvSpPr>
            <p:nvPr/>
          </p:nvSpPr>
          <p:spPr bwMode="auto">
            <a:xfrm flipV="1">
              <a:off x="4175" y="1201"/>
              <a:ext cx="1495" cy="1"/>
            </a:xfrm>
            <a:prstGeom prst="line">
              <a:avLst/>
            </a:prstGeom>
            <a:noFill/>
            <a:ln w="28575">
              <a:solidFill>
                <a:srgbClr val="000066"/>
              </a:solidFill>
              <a:prstDash val="dash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79" name="Line 23"/>
            <p:cNvSpPr>
              <a:spLocks noChangeShapeType="1"/>
            </p:cNvSpPr>
            <p:nvPr/>
          </p:nvSpPr>
          <p:spPr bwMode="auto">
            <a:xfrm flipH="1" flipV="1">
              <a:off x="3719" y="839"/>
              <a:ext cx="454" cy="362"/>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80" name="Line 24"/>
            <p:cNvSpPr>
              <a:spLocks noChangeShapeType="1"/>
            </p:cNvSpPr>
            <p:nvPr/>
          </p:nvSpPr>
          <p:spPr bwMode="auto">
            <a:xfrm flipV="1">
              <a:off x="4173" y="648"/>
              <a:ext cx="882" cy="559"/>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81" name="Line 25"/>
            <p:cNvSpPr>
              <a:spLocks noChangeShapeType="1"/>
            </p:cNvSpPr>
            <p:nvPr/>
          </p:nvSpPr>
          <p:spPr bwMode="auto">
            <a:xfrm flipH="1" flipV="1">
              <a:off x="5082" y="651"/>
              <a:ext cx="185" cy="51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82" name="Line 26"/>
            <p:cNvSpPr>
              <a:spLocks noChangeShapeType="1"/>
            </p:cNvSpPr>
            <p:nvPr/>
          </p:nvSpPr>
          <p:spPr bwMode="auto">
            <a:xfrm>
              <a:off x="4159" y="1196"/>
              <a:ext cx="0" cy="510"/>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83" name="Line 27"/>
            <p:cNvSpPr>
              <a:spLocks noChangeShapeType="1"/>
            </p:cNvSpPr>
            <p:nvPr/>
          </p:nvSpPr>
          <p:spPr bwMode="auto">
            <a:xfrm>
              <a:off x="4175" y="1467"/>
              <a:ext cx="1142" cy="0"/>
            </a:xfrm>
            <a:prstGeom prst="line">
              <a:avLst/>
            </a:prstGeom>
            <a:noFill/>
            <a:ln w="28575">
              <a:solidFill>
                <a:srgbClr val="008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84" name="Text Box 28"/>
            <p:cNvSpPr txBox="1">
              <a:spLocks noChangeArrowheads="1"/>
            </p:cNvSpPr>
            <p:nvPr/>
          </p:nvSpPr>
          <p:spPr bwMode="auto">
            <a:xfrm>
              <a:off x="3810" y="884"/>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rPr>
                <a:t>a</a:t>
              </a:r>
            </a:p>
          </p:txBody>
        </p:sp>
        <p:sp>
          <p:nvSpPr>
            <p:cNvPr id="18485" name="Text Box 29"/>
            <p:cNvSpPr txBox="1">
              <a:spLocks noChangeArrowheads="1"/>
            </p:cNvSpPr>
            <p:nvPr/>
          </p:nvSpPr>
          <p:spPr bwMode="auto">
            <a:xfrm>
              <a:off x="4581" y="566"/>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rPr>
                <a:t>r</a:t>
              </a:r>
            </a:p>
          </p:txBody>
        </p:sp>
        <p:sp>
          <p:nvSpPr>
            <p:cNvPr id="18486" name="Text Box 30"/>
            <p:cNvSpPr txBox="1">
              <a:spLocks noChangeArrowheads="1"/>
            </p:cNvSpPr>
            <p:nvPr/>
          </p:nvSpPr>
          <p:spPr bwMode="auto">
            <a:xfrm>
              <a:off x="5128" y="651"/>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FF0000"/>
                  </a:solidFill>
                  <a:latin typeface="Times New Roman" pitchFamily="18" charset="0"/>
                </a:rPr>
                <a:t>R</a:t>
              </a:r>
            </a:p>
          </p:txBody>
        </p:sp>
        <p:sp>
          <p:nvSpPr>
            <p:cNvPr id="18487" name="Text Box 31"/>
            <p:cNvSpPr txBox="1">
              <a:spLocks noChangeArrowheads="1"/>
            </p:cNvSpPr>
            <p:nvPr/>
          </p:nvSpPr>
          <p:spPr bwMode="auto">
            <a:xfrm>
              <a:off x="4627" y="1347"/>
              <a:ext cx="3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rPr>
                <a:t>d</a:t>
              </a:r>
              <a:endParaRPr lang="en-US" altLang="zh-CN" b="1">
                <a:latin typeface="Times New Roman" pitchFamily="18" charset="0"/>
              </a:endParaRPr>
            </a:p>
          </p:txBody>
        </p:sp>
      </p:grpSp>
      <p:grpSp>
        <p:nvGrpSpPr>
          <p:cNvPr id="6" name="Group 32"/>
          <p:cNvGrpSpPr>
            <a:grpSpLocks/>
          </p:cNvGrpSpPr>
          <p:nvPr/>
        </p:nvGrpSpPr>
        <p:grpSpPr bwMode="auto">
          <a:xfrm>
            <a:off x="5292725" y="3284538"/>
            <a:ext cx="3779838" cy="2620962"/>
            <a:chOff x="3334" y="2069"/>
            <a:chExt cx="2381" cy="1651"/>
          </a:xfrm>
        </p:grpSpPr>
        <p:sp>
          <p:nvSpPr>
            <p:cNvPr id="18448" name="Rectangle 33"/>
            <p:cNvSpPr>
              <a:spLocks noChangeArrowheads="1"/>
            </p:cNvSpPr>
            <p:nvPr/>
          </p:nvSpPr>
          <p:spPr bwMode="auto">
            <a:xfrm>
              <a:off x="3334" y="2115"/>
              <a:ext cx="2381" cy="1587"/>
            </a:xfrm>
            <a:prstGeom prst="rect">
              <a:avLst/>
            </a:prstGeom>
            <a:solidFill>
              <a:srgbClr val="CCFFFF"/>
            </a:solidFill>
            <a:ln w="9525">
              <a:solidFill>
                <a:srgbClr val="FF00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8449" name="Oval 34"/>
            <p:cNvSpPr>
              <a:spLocks noChangeArrowheads="1"/>
            </p:cNvSpPr>
            <p:nvPr/>
          </p:nvSpPr>
          <p:spPr bwMode="auto">
            <a:xfrm>
              <a:off x="5217" y="2925"/>
              <a:ext cx="93" cy="94"/>
            </a:xfrm>
            <a:prstGeom prst="ellipse">
              <a:avLst/>
            </a:prstGeom>
            <a:gradFill rotWithShape="1">
              <a:gsLst>
                <a:gs pos="0">
                  <a:srgbClr val="5C0000"/>
                </a:gs>
                <a:gs pos="100000">
                  <a:srgbClr val="C6000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8450" name="Line 35"/>
            <p:cNvSpPr>
              <a:spLocks noChangeShapeType="1"/>
            </p:cNvSpPr>
            <p:nvPr/>
          </p:nvSpPr>
          <p:spPr bwMode="auto">
            <a:xfrm>
              <a:off x="5262" y="2931"/>
              <a:ext cx="0" cy="781"/>
            </a:xfrm>
            <a:prstGeom prst="line">
              <a:avLst/>
            </a:prstGeom>
            <a:noFill/>
            <a:ln w="28575">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1" name="Text Box 36"/>
            <p:cNvSpPr txBox="1">
              <a:spLocks noChangeArrowheads="1"/>
            </p:cNvSpPr>
            <p:nvPr/>
          </p:nvSpPr>
          <p:spPr bwMode="auto">
            <a:xfrm>
              <a:off x="5241" y="2607"/>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C60000"/>
                  </a:solidFill>
                  <a:latin typeface="Times New Roman" pitchFamily="18" charset="0"/>
                </a:rPr>
                <a:t>q</a:t>
              </a:r>
            </a:p>
          </p:txBody>
        </p:sp>
        <p:sp>
          <p:nvSpPr>
            <p:cNvPr id="18452" name="Text Box 37"/>
            <p:cNvSpPr txBox="1">
              <a:spLocks noChangeArrowheads="1"/>
            </p:cNvSpPr>
            <p:nvPr/>
          </p:nvSpPr>
          <p:spPr bwMode="auto">
            <a:xfrm>
              <a:off x="4969" y="2069"/>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rPr>
                <a:t>P</a:t>
              </a:r>
            </a:p>
          </p:txBody>
        </p:sp>
        <p:sp>
          <p:nvSpPr>
            <p:cNvPr id="18453" name="Oval 38"/>
            <p:cNvSpPr>
              <a:spLocks noChangeArrowheads="1"/>
            </p:cNvSpPr>
            <p:nvPr/>
          </p:nvSpPr>
          <p:spPr bwMode="auto">
            <a:xfrm>
              <a:off x="3574" y="2387"/>
              <a:ext cx="1134" cy="1134"/>
            </a:xfrm>
            <a:prstGeom prst="ellipse">
              <a:avLst/>
            </a:prstGeom>
            <a:noFill/>
            <a:ln w="28575">
              <a:solidFill>
                <a:srgbClr val="FF66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8454" name="Line 39"/>
            <p:cNvSpPr>
              <a:spLocks noChangeShapeType="1"/>
            </p:cNvSpPr>
            <p:nvPr/>
          </p:nvSpPr>
          <p:spPr bwMode="auto">
            <a:xfrm flipV="1">
              <a:off x="4152" y="2969"/>
              <a:ext cx="1495" cy="1"/>
            </a:xfrm>
            <a:prstGeom prst="line">
              <a:avLst/>
            </a:prstGeom>
            <a:noFill/>
            <a:ln w="28575">
              <a:solidFill>
                <a:srgbClr val="000066"/>
              </a:solidFill>
              <a:prstDash val="dash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5" name="Line 40"/>
            <p:cNvSpPr>
              <a:spLocks noChangeShapeType="1"/>
            </p:cNvSpPr>
            <p:nvPr/>
          </p:nvSpPr>
          <p:spPr bwMode="auto">
            <a:xfrm flipV="1">
              <a:off x="4128" y="2380"/>
              <a:ext cx="886" cy="596"/>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56" name="Line 41"/>
            <p:cNvSpPr>
              <a:spLocks noChangeShapeType="1"/>
            </p:cNvSpPr>
            <p:nvPr/>
          </p:nvSpPr>
          <p:spPr bwMode="auto">
            <a:xfrm flipV="1">
              <a:off x="4446" y="2426"/>
              <a:ext cx="568" cy="528"/>
            </a:xfrm>
            <a:prstGeom prst="line">
              <a:avLst/>
            </a:prstGeom>
            <a:noFill/>
            <a:ln w="285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7" name="Line 42"/>
            <p:cNvSpPr>
              <a:spLocks noChangeShapeType="1"/>
            </p:cNvSpPr>
            <p:nvPr/>
          </p:nvSpPr>
          <p:spPr bwMode="auto">
            <a:xfrm flipH="1" flipV="1">
              <a:off x="5030" y="2396"/>
              <a:ext cx="232" cy="55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8" name="Line 43"/>
            <p:cNvSpPr>
              <a:spLocks noChangeShapeType="1"/>
            </p:cNvSpPr>
            <p:nvPr/>
          </p:nvSpPr>
          <p:spPr bwMode="auto">
            <a:xfrm>
              <a:off x="4140" y="2939"/>
              <a:ext cx="0" cy="781"/>
            </a:xfrm>
            <a:prstGeom prst="line">
              <a:avLst/>
            </a:prstGeom>
            <a:noFill/>
            <a:ln w="15875">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59" name="Line 44"/>
            <p:cNvSpPr>
              <a:spLocks noChangeShapeType="1"/>
            </p:cNvSpPr>
            <p:nvPr/>
          </p:nvSpPr>
          <p:spPr bwMode="auto">
            <a:xfrm>
              <a:off x="4409" y="2971"/>
              <a:ext cx="0" cy="595"/>
            </a:xfrm>
            <a:prstGeom prst="line">
              <a:avLst/>
            </a:prstGeom>
            <a:noFill/>
            <a:ln w="28575">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60" name="Line 45"/>
            <p:cNvSpPr>
              <a:spLocks noChangeShapeType="1"/>
            </p:cNvSpPr>
            <p:nvPr/>
          </p:nvSpPr>
          <p:spPr bwMode="auto">
            <a:xfrm>
              <a:off x="4152" y="3242"/>
              <a:ext cx="1142" cy="0"/>
            </a:xfrm>
            <a:prstGeom prst="line">
              <a:avLst/>
            </a:prstGeom>
            <a:noFill/>
            <a:ln w="28575">
              <a:solidFill>
                <a:srgbClr val="008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61" name="Line 46"/>
            <p:cNvSpPr>
              <a:spLocks noChangeShapeType="1"/>
            </p:cNvSpPr>
            <p:nvPr/>
          </p:nvSpPr>
          <p:spPr bwMode="auto">
            <a:xfrm>
              <a:off x="4137" y="3363"/>
              <a:ext cx="280" cy="0"/>
            </a:xfrm>
            <a:prstGeom prst="line">
              <a:avLst/>
            </a:prstGeom>
            <a:noFill/>
            <a:ln w="28575">
              <a:solidFill>
                <a:srgbClr val="008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462" name="Text Box 47"/>
            <p:cNvSpPr txBox="1">
              <a:spLocks noChangeArrowheads="1"/>
            </p:cNvSpPr>
            <p:nvPr/>
          </p:nvSpPr>
          <p:spPr bwMode="auto">
            <a:xfrm>
              <a:off x="3765" y="2704"/>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chemeClr val="accent2"/>
                  </a:solidFill>
                  <a:latin typeface="Times New Roman" pitchFamily="18" charset="0"/>
                </a:rPr>
                <a:t>a</a:t>
              </a:r>
            </a:p>
          </p:txBody>
        </p:sp>
        <p:sp>
          <p:nvSpPr>
            <p:cNvPr id="18463" name="Text Box 48"/>
            <p:cNvSpPr txBox="1">
              <a:spLocks noChangeArrowheads="1"/>
            </p:cNvSpPr>
            <p:nvPr/>
          </p:nvSpPr>
          <p:spPr bwMode="auto">
            <a:xfrm>
              <a:off x="4446" y="2840"/>
              <a:ext cx="446"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FF7C80"/>
                  </a:solidFill>
                  <a:latin typeface="Times New Roman" pitchFamily="18" charset="0"/>
                </a:rPr>
                <a:t>q</a:t>
              </a:r>
              <a:r>
                <a:rPr lang="en-US" altLang="zh-CN" b="1" i="1">
                  <a:solidFill>
                    <a:srgbClr val="FF7C80"/>
                  </a:solidFill>
                  <a:latin typeface="Times New Roman" pitchFamily="18" charset="0"/>
                  <a:cs typeface="Times New Roman" pitchFamily="18" charset="0"/>
                </a:rPr>
                <a:t>'</a:t>
              </a:r>
            </a:p>
          </p:txBody>
        </p:sp>
        <p:sp>
          <p:nvSpPr>
            <p:cNvPr id="18464" name="Text Box 49"/>
            <p:cNvSpPr txBox="1">
              <a:spLocks noChangeArrowheads="1"/>
            </p:cNvSpPr>
            <p:nvPr/>
          </p:nvSpPr>
          <p:spPr bwMode="auto">
            <a:xfrm>
              <a:off x="4536" y="2296"/>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chemeClr val="accent2"/>
                  </a:solidFill>
                  <a:latin typeface="Times New Roman" pitchFamily="18" charset="0"/>
                </a:rPr>
                <a:t>r</a:t>
              </a:r>
            </a:p>
          </p:txBody>
        </p:sp>
        <p:sp>
          <p:nvSpPr>
            <p:cNvPr id="18465" name="Text Box 50"/>
            <p:cNvSpPr txBox="1">
              <a:spLocks noChangeArrowheads="1"/>
            </p:cNvSpPr>
            <p:nvPr/>
          </p:nvSpPr>
          <p:spPr bwMode="auto">
            <a:xfrm>
              <a:off x="4697" y="2562"/>
              <a:ext cx="54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FF5A07"/>
                  </a:solidFill>
                  <a:latin typeface="Times New Roman" pitchFamily="18" charset="0"/>
                </a:rPr>
                <a:t>R</a:t>
              </a:r>
              <a:r>
                <a:rPr lang="en-US" altLang="zh-CN" b="1" i="1">
                  <a:solidFill>
                    <a:srgbClr val="FF5A07"/>
                  </a:solidFill>
                  <a:latin typeface="Times New Roman" pitchFamily="18" charset="0"/>
                  <a:cs typeface="Times New Roman" pitchFamily="18" charset="0"/>
                </a:rPr>
                <a:t>'</a:t>
              </a:r>
            </a:p>
          </p:txBody>
        </p:sp>
        <p:sp>
          <p:nvSpPr>
            <p:cNvPr id="18466" name="Text Box 51"/>
            <p:cNvSpPr txBox="1">
              <a:spLocks noChangeArrowheads="1"/>
            </p:cNvSpPr>
            <p:nvPr/>
          </p:nvSpPr>
          <p:spPr bwMode="auto">
            <a:xfrm>
              <a:off x="5105" y="2426"/>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FF0000"/>
                  </a:solidFill>
                  <a:latin typeface="Times New Roman" pitchFamily="18" charset="0"/>
                </a:rPr>
                <a:t>R</a:t>
              </a:r>
            </a:p>
          </p:txBody>
        </p:sp>
        <p:sp>
          <p:nvSpPr>
            <p:cNvPr id="18467" name="Text Box 52"/>
            <p:cNvSpPr txBox="1">
              <a:spLocks noChangeArrowheads="1"/>
            </p:cNvSpPr>
            <p:nvPr/>
          </p:nvSpPr>
          <p:spPr bwMode="auto">
            <a:xfrm>
              <a:off x="4672" y="3203"/>
              <a:ext cx="3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chemeClr val="accent2"/>
                  </a:solidFill>
                  <a:latin typeface="Times New Roman" pitchFamily="18" charset="0"/>
                </a:rPr>
                <a:t>d</a:t>
              </a:r>
              <a:endParaRPr lang="en-US" altLang="zh-CN" b="1">
                <a:solidFill>
                  <a:schemeClr val="accent2"/>
                </a:solidFill>
                <a:latin typeface="Times New Roman" pitchFamily="18" charset="0"/>
              </a:endParaRPr>
            </a:p>
          </p:txBody>
        </p:sp>
        <p:sp>
          <p:nvSpPr>
            <p:cNvPr id="18468" name="Oval 53"/>
            <p:cNvSpPr>
              <a:spLocks noChangeArrowheads="1"/>
            </p:cNvSpPr>
            <p:nvPr/>
          </p:nvSpPr>
          <p:spPr bwMode="auto">
            <a:xfrm>
              <a:off x="4370" y="2925"/>
              <a:ext cx="93" cy="94"/>
            </a:xfrm>
            <a:prstGeom prst="ellipse">
              <a:avLst/>
            </a:prstGeom>
            <a:gradFill rotWithShape="1">
              <a:gsLst>
                <a:gs pos="0">
                  <a:srgbClr val="76393B"/>
                </a:gs>
                <a:gs pos="100000">
                  <a:srgbClr val="FF7C8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8469" name="Text Box 54"/>
            <p:cNvSpPr txBox="1">
              <a:spLocks noChangeArrowheads="1"/>
            </p:cNvSpPr>
            <p:nvPr/>
          </p:nvSpPr>
          <p:spPr bwMode="auto">
            <a:xfrm>
              <a:off x="4128" y="3255"/>
              <a:ext cx="446"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FF7C80"/>
                  </a:solidFill>
                  <a:latin typeface="Times New Roman" pitchFamily="18" charset="0"/>
                </a:rPr>
                <a:t>d</a:t>
              </a:r>
              <a:r>
                <a:rPr lang="en-US" altLang="zh-CN" b="1" i="1">
                  <a:solidFill>
                    <a:srgbClr val="FF7C80"/>
                  </a:solidFill>
                  <a:latin typeface="Times New Roman" pitchFamily="18" charset="0"/>
                  <a:cs typeface="Times New Roman" pitchFamily="18" charset="0"/>
                </a:rPr>
                <a:t>'</a:t>
              </a:r>
            </a:p>
          </p:txBody>
        </p:sp>
        <p:sp>
          <p:nvSpPr>
            <p:cNvPr id="18470" name="Line 55"/>
            <p:cNvSpPr>
              <a:spLocks noChangeShapeType="1"/>
            </p:cNvSpPr>
            <p:nvPr/>
          </p:nvSpPr>
          <p:spPr bwMode="auto">
            <a:xfrm flipH="1" flipV="1">
              <a:off x="3674" y="2614"/>
              <a:ext cx="454" cy="362"/>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8444" name="AutoShape 59">
            <a:hlinkClick r:id="rId10"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8445" name="AutoShape 60">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8446" name="AutoShape 61">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8447" name="AutoShape 62">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51970"/>
                                        </p:tgtEl>
                                        <p:attrNameLst>
                                          <p:attrName>style.visibility</p:attrName>
                                        </p:attrNameLst>
                                      </p:cBhvr>
                                      <p:to>
                                        <p:strVal val="visible"/>
                                      </p:to>
                                    </p:set>
                                    <p:animEffect transition="in" filter="wipe(up)">
                                      <p:cBhvr>
                                        <p:cTn id="7" dur="2000"/>
                                        <p:tgtEl>
                                          <p:spTgt spid="8519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51971">
                                            <p:txEl>
                                              <p:pRg st="0" end="0"/>
                                            </p:txEl>
                                          </p:spTgt>
                                        </p:tgtEl>
                                        <p:attrNameLst>
                                          <p:attrName>style.visibility</p:attrName>
                                        </p:attrNameLst>
                                      </p:cBhvr>
                                      <p:to>
                                        <p:strVal val="visible"/>
                                      </p:to>
                                    </p:set>
                                    <p:animEffect transition="in" filter="wipe(up)">
                                      <p:cBhvr>
                                        <p:cTn id="12" dur="2000"/>
                                        <p:tgtEl>
                                          <p:spTgt spid="851971">
                                            <p:txEl>
                                              <p:pRg st="0" end="0"/>
                                            </p:txEl>
                                          </p:spTgt>
                                        </p:tgtEl>
                                      </p:cBhvr>
                                    </p:animEffect>
                                  </p:childTnLst>
                                </p:cTn>
                              </p:par>
                            </p:childTnLst>
                          </p:cTn>
                        </p:par>
                        <p:par>
                          <p:cTn id="13" fill="hold" nodeType="afterGroup">
                            <p:stCondLst>
                              <p:cond delay="2000"/>
                            </p:stCondLst>
                            <p:childTnLst>
                              <p:par>
                                <p:cTn id="14" presetID="10"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20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851976"/>
                                        </p:tgtEl>
                                        <p:attrNameLst>
                                          <p:attrName>style.visibility</p:attrName>
                                        </p:attrNameLst>
                                      </p:cBhvr>
                                      <p:to>
                                        <p:strVal val="visible"/>
                                      </p:to>
                                    </p:set>
                                    <p:animEffect transition="in" filter="wipe(up)">
                                      <p:cBhvr>
                                        <p:cTn id="21" dur="2000"/>
                                        <p:tgtEl>
                                          <p:spTgt spid="85197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2000"/>
                                        <p:tgtEl>
                                          <p:spTgt spid="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851972"/>
                                        </p:tgtEl>
                                        <p:attrNameLst>
                                          <p:attrName>style.visibility</p:attrName>
                                        </p:attrNameLst>
                                      </p:cBhvr>
                                      <p:to>
                                        <p:strVal val="visible"/>
                                      </p:to>
                                    </p:set>
                                    <p:animEffect transition="in" filter="wipe(up)">
                                      <p:cBhvr>
                                        <p:cTn id="31" dur="5000"/>
                                        <p:tgtEl>
                                          <p:spTgt spid="85197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851973"/>
                                        </p:tgtEl>
                                        <p:attrNameLst>
                                          <p:attrName>style.visibility</p:attrName>
                                        </p:attrNameLst>
                                      </p:cBhvr>
                                      <p:to>
                                        <p:strVal val="visible"/>
                                      </p:to>
                                    </p:set>
                                    <p:animEffect transition="in" filter="wipe(up)">
                                      <p:cBhvr>
                                        <p:cTn id="36" dur="2000"/>
                                        <p:tgtEl>
                                          <p:spTgt spid="85197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wipe(up)">
                                      <p:cBhvr>
                                        <p:cTn id="41" dur="2000"/>
                                        <p:tgtEl>
                                          <p:spTgt spid="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up)">
                                      <p:cBhvr>
                                        <p:cTn id="46"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1970" grpId="0"/>
      <p:bldP spid="851971" grpId="0" build="p" autoUpdateAnimBg="0"/>
      <p:bldP spid="851972" grpId="0"/>
      <p:bldP spid="85197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灯片编号占位符 1"/>
          <p:cNvSpPr>
            <a:spLocks noGrp="1"/>
          </p:cNvSpPr>
          <p:nvPr>
            <p:ph type="sldNum" sz="quarter" idx="10"/>
          </p:nvPr>
        </p:nvSpPr>
        <p:spPr/>
        <p:txBody>
          <a:bodyPr/>
          <a:lstStyle/>
          <a:p>
            <a:pPr>
              <a:defRPr/>
            </a:pPr>
            <a:fld id="{B8254BD9-FE34-4481-9347-5C520B66D005}" type="slidenum">
              <a:rPr lang="en-US" altLang="zh-CN"/>
              <a:pPr>
                <a:defRPr/>
              </a:pPr>
              <a:t>18</a:t>
            </a:fld>
            <a:endParaRPr lang="en-US" altLang="zh-CN"/>
          </a:p>
        </p:txBody>
      </p:sp>
      <p:sp>
        <p:nvSpPr>
          <p:cNvPr id="852994" name="Text Box 2"/>
          <p:cNvSpPr txBox="1">
            <a:spLocks noChangeArrowheads="1"/>
          </p:cNvSpPr>
          <p:nvPr/>
        </p:nvSpPr>
        <p:spPr bwMode="auto">
          <a:xfrm>
            <a:off x="190500" y="404813"/>
            <a:ext cx="4741863"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en-US" altLang="zh-CN" b="1">
                <a:solidFill>
                  <a:schemeClr val="bg1"/>
                </a:solidFill>
                <a:latin typeface="Times New Roman" pitchFamily="18" charset="0"/>
                <a:sym typeface="Symbol" pitchFamily="18" charset="2"/>
              </a:rPr>
              <a:t>        </a:t>
            </a:r>
            <a:r>
              <a:rPr kumimoji="1" lang="zh-CN" altLang="en-US" b="1">
                <a:solidFill>
                  <a:schemeClr val="bg1"/>
                </a:solidFill>
                <a:latin typeface="Times New Roman" pitchFamily="18" charset="0"/>
                <a:sym typeface="Symbol" pitchFamily="18" charset="2"/>
              </a:rPr>
              <a:t>令</a:t>
            </a:r>
            <a:r>
              <a:rPr kumimoji="1" lang="en-US" altLang="zh-CN" b="1" i="1">
                <a:solidFill>
                  <a:schemeClr val="bg1"/>
                </a:solidFill>
                <a:latin typeface="Times New Roman" pitchFamily="18" charset="0"/>
                <a:sym typeface="Symbol" pitchFamily="18" charset="2"/>
              </a:rPr>
              <a:t>r</a:t>
            </a:r>
            <a:r>
              <a:rPr kumimoji="1" lang="zh-CN" altLang="en-US" b="1">
                <a:solidFill>
                  <a:schemeClr val="bg1"/>
                </a:solidFill>
                <a:latin typeface="Times New Roman" pitchFamily="18" charset="0"/>
                <a:sym typeface="Symbol" pitchFamily="18" charset="2"/>
              </a:rPr>
              <a:t>＝</a:t>
            </a:r>
            <a:r>
              <a:rPr kumimoji="1" lang="en-US" altLang="zh-CN" b="1" i="1">
                <a:solidFill>
                  <a:schemeClr val="bg1"/>
                </a:solidFill>
                <a:latin typeface="Times New Roman" pitchFamily="18" charset="0"/>
                <a:sym typeface="Symbol" pitchFamily="18" charset="2"/>
              </a:rPr>
              <a:t>a</a:t>
            </a:r>
            <a:r>
              <a:rPr kumimoji="1" lang="zh-CN" altLang="en-US" b="1">
                <a:solidFill>
                  <a:schemeClr val="bg1"/>
                </a:solidFill>
                <a:latin typeface="Times New Roman" pitchFamily="18" charset="0"/>
                <a:sym typeface="Symbol" pitchFamily="18" charset="2"/>
              </a:rPr>
              <a:t>，由球面上电位为零，</a:t>
            </a:r>
          </a:p>
          <a:p>
            <a:pPr algn="just" eaLnBrk="1" hangingPunct="1">
              <a:lnSpc>
                <a:spcPct val="130000"/>
              </a:lnSpc>
              <a:spcBef>
                <a:spcPct val="0"/>
              </a:spcBef>
            </a:pPr>
            <a:r>
              <a:rPr kumimoji="1" lang="zh-CN" altLang="en-US" b="1">
                <a:solidFill>
                  <a:schemeClr val="bg1"/>
                </a:solidFill>
                <a:latin typeface="Times New Roman" pitchFamily="18" charset="0"/>
                <a:sym typeface="Symbol" pitchFamily="18" charset="2"/>
              </a:rPr>
              <a:t>即</a:t>
            </a:r>
            <a:r>
              <a:rPr kumimoji="1" lang="zh-CN" altLang="en-US" b="1" i="1">
                <a:solidFill>
                  <a:schemeClr val="bg1"/>
                </a:solidFill>
                <a:latin typeface="Times New Roman" pitchFamily="18" charset="0"/>
                <a:sym typeface="Symbol" pitchFamily="18" charset="2"/>
              </a:rPr>
              <a:t> </a:t>
            </a:r>
            <a:r>
              <a:rPr kumimoji="1" lang="zh-CN" altLang="en-US" b="1">
                <a:solidFill>
                  <a:schemeClr val="bg1"/>
                </a:solidFill>
                <a:latin typeface="Times New Roman" pitchFamily="18" charset="0"/>
                <a:sym typeface="Symbol" pitchFamily="18" charset="2"/>
              </a:rPr>
              <a:t>＝</a:t>
            </a:r>
            <a:r>
              <a:rPr kumimoji="1" lang="en-US" altLang="zh-CN" b="1">
                <a:solidFill>
                  <a:schemeClr val="bg1"/>
                </a:solidFill>
                <a:latin typeface="Times New Roman" pitchFamily="18" charset="0"/>
                <a:sym typeface="Symbol" pitchFamily="18" charset="2"/>
              </a:rPr>
              <a:t>0</a:t>
            </a:r>
            <a:r>
              <a:rPr kumimoji="1" lang="zh-CN" altLang="en-US" b="1">
                <a:solidFill>
                  <a:schemeClr val="bg1"/>
                </a:solidFill>
                <a:latin typeface="Times New Roman" pitchFamily="18" charset="0"/>
                <a:sym typeface="Symbol" pitchFamily="18" charset="2"/>
              </a:rPr>
              <a:t>，得</a:t>
            </a:r>
          </a:p>
        </p:txBody>
      </p:sp>
      <p:graphicFrame>
        <p:nvGraphicFramePr>
          <p:cNvPr id="852995" name="Object 3"/>
          <p:cNvGraphicFramePr>
            <a:graphicFrameLocks noChangeAspect="1"/>
          </p:cNvGraphicFramePr>
          <p:nvPr/>
        </p:nvGraphicFramePr>
        <p:xfrm>
          <a:off x="852488" y="1425575"/>
          <a:ext cx="1293812" cy="787400"/>
        </p:xfrm>
        <a:graphic>
          <a:graphicData uri="http://schemas.openxmlformats.org/presentationml/2006/ole">
            <mc:AlternateContent xmlns:mc="http://schemas.openxmlformats.org/markup-compatibility/2006">
              <mc:Choice xmlns:v="urn:schemas-microsoft-com:vml" Requires="v">
                <p:oleObj spid="_x0000_s19727" name="Equation" r:id="rId3" imgW="552457" imgH="295404" progId="Equation.DSMT4">
                  <p:embed/>
                </p:oleObj>
              </mc:Choice>
              <mc:Fallback>
                <p:oleObj name="Equation" r:id="rId3" imgW="552457" imgH="295404"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488" y="1425575"/>
                        <a:ext cx="1293812"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48"/>
          <p:cNvGrpSpPr>
            <a:grpSpLocks/>
          </p:cNvGrpSpPr>
          <p:nvPr/>
        </p:nvGrpSpPr>
        <p:grpSpPr bwMode="auto">
          <a:xfrm>
            <a:off x="2268538" y="1425575"/>
            <a:ext cx="2603500" cy="838200"/>
            <a:chOff x="1429" y="898"/>
            <a:chExt cx="1640" cy="528"/>
          </a:xfrm>
        </p:grpSpPr>
        <p:sp>
          <p:nvSpPr>
            <p:cNvPr id="19509" name="Line 4"/>
            <p:cNvSpPr>
              <a:spLocks noChangeShapeType="1"/>
            </p:cNvSpPr>
            <p:nvPr/>
          </p:nvSpPr>
          <p:spPr bwMode="auto">
            <a:xfrm>
              <a:off x="1429" y="1161"/>
              <a:ext cx="317" cy="1"/>
            </a:xfrm>
            <a:prstGeom prst="line">
              <a:avLst/>
            </a:prstGeom>
            <a:noFill/>
            <a:ln w="762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9510" name="Object 5"/>
            <p:cNvGraphicFramePr>
              <a:graphicFrameLocks noChangeAspect="1"/>
            </p:cNvGraphicFramePr>
            <p:nvPr/>
          </p:nvGraphicFramePr>
          <p:xfrm>
            <a:off x="1743" y="898"/>
            <a:ext cx="1326" cy="528"/>
          </p:xfrm>
          <a:graphic>
            <a:graphicData uri="http://schemas.openxmlformats.org/presentationml/2006/ole">
              <mc:AlternateContent xmlns:mc="http://schemas.openxmlformats.org/markup-compatibility/2006">
                <mc:Choice xmlns:v="urn:schemas-microsoft-com:vml" Requires="v">
                  <p:oleObj spid="_x0000_s19728" name="Equation" r:id="rId5" imgW="961942" imgH="323901" progId="Equation.DSMT4">
                    <p:embed/>
                  </p:oleObj>
                </mc:Choice>
                <mc:Fallback>
                  <p:oleObj name="Equation" r:id="rId5" imgW="961942" imgH="323901"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3" y="898"/>
                          <a:ext cx="1326" cy="5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52998" name="Text Box 6"/>
          <p:cNvSpPr txBox="1">
            <a:spLocks noChangeArrowheads="1"/>
          </p:cNvSpPr>
          <p:nvPr/>
        </p:nvSpPr>
        <p:spPr bwMode="auto">
          <a:xfrm>
            <a:off x="179388" y="2359025"/>
            <a:ext cx="52070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pPr>
            <a:r>
              <a:rPr kumimoji="1" lang="zh-CN" altLang="en-US" b="1">
                <a:solidFill>
                  <a:srgbClr val="C00000"/>
                </a:solidFill>
                <a:latin typeface="Times New Roman" pitchFamily="18" charset="0"/>
                <a:sym typeface="Symbol" pitchFamily="18" charset="2"/>
              </a:rPr>
              <a:t>此式应在整个球面上都成立。</a:t>
            </a:r>
          </a:p>
        </p:txBody>
      </p:sp>
      <p:graphicFrame>
        <p:nvGraphicFramePr>
          <p:cNvPr id="852999" name="Object 7"/>
          <p:cNvGraphicFramePr>
            <a:graphicFrameLocks noChangeAspect="1"/>
          </p:cNvGraphicFramePr>
          <p:nvPr/>
        </p:nvGraphicFramePr>
        <p:xfrm>
          <a:off x="1509713" y="3238500"/>
          <a:ext cx="1979612" cy="406400"/>
        </p:xfrm>
        <a:graphic>
          <a:graphicData uri="http://schemas.openxmlformats.org/presentationml/2006/ole">
            <mc:AlternateContent xmlns:mc="http://schemas.openxmlformats.org/markup-compatibility/2006">
              <mc:Choice xmlns:v="urn:schemas-microsoft-com:vml" Requires="v">
                <p:oleObj spid="_x0000_s19729" name="Equation" r:id="rId7" imgW="895314" imgH="104608" progId="Equation.DSMT4">
                  <p:embed/>
                </p:oleObj>
              </mc:Choice>
              <mc:Fallback>
                <p:oleObj name="Equation" r:id="rId7" imgW="895314" imgH="104608"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09713" y="3238500"/>
                        <a:ext cx="1979612"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3002" name="Object 10"/>
          <p:cNvGraphicFramePr>
            <a:graphicFrameLocks noChangeAspect="1"/>
          </p:cNvGraphicFramePr>
          <p:nvPr/>
        </p:nvGraphicFramePr>
        <p:xfrm>
          <a:off x="2497138" y="3860800"/>
          <a:ext cx="1346200" cy="838200"/>
        </p:xfrm>
        <a:graphic>
          <a:graphicData uri="http://schemas.openxmlformats.org/presentationml/2006/ole">
            <mc:AlternateContent xmlns:mc="http://schemas.openxmlformats.org/markup-compatibility/2006">
              <mc:Choice xmlns:v="urn:schemas-microsoft-com:vml" Requires="v">
                <p:oleObj spid="_x0000_s19730" name="Equation" r:id="rId9" imgW="580913" imgH="323901" progId="Equation.DSMT4">
                  <p:embed/>
                </p:oleObj>
              </mc:Choice>
              <mc:Fallback>
                <p:oleObj name="Equation" r:id="rId9" imgW="580913" imgH="323901"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97138" y="3860800"/>
                        <a:ext cx="13462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53003" name="Object 11"/>
          <p:cNvGraphicFramePr>
            <a:graphicFrameLocks noChangeAspect="1"/>
          </p:cNvGraphicFramePr>
          <p:nvPr/>
        </p:nvGraphicFramePr>
        <p:xfrm>
          <a:off x="2500313" y="4786313"/>
          <a:ext cx="2747962" cy="842962"/>
        </p:xfrm>
        <a:graphic>
          <a:graphicData uri="http://schemas.openxmlformats.org/presentationml/2006/ole">
            <mc:AlternateContent xmlns:mc="http://schemas.openxmlformats.org/markup-compatibility/2006">
              <mc:Choice xmlns:v="urn:schemas-microsoft-com:vml" Requires="v">
                <p:oleObj spid="_x0000_s19731" name="Equation" r:id="rId11" imgW="1304798" imgH="361783" progId="Equation.DSMT4">
                  <p:embed/>
                </p:oleObj>
              </mc:Choice>
              <mc:Fallback>
                <p:oleObj name="Equation" r:id="rId11" imgW="1304798" imgH="361783"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00313" y="4786313"/>
                        <a:ext cx="2747962" cy="842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3006" name="Rectangle 14"/>
          <p:cNvSpPr>
            <a:spLocks noChangeArrowheads="1"/>
          </p:cNvSpPr>
          <p:nvPr/>
        </p:nvSpPr>
        <p:spPr bwMode="auto">
          <a:xfrm>
            <a:off x="179388" y="3151188"/>
            <a:ext cx="287972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10000"/>
              </a:lnSpc>
              <a:spcBef>
                <a:spcPct val="50000"/>
              </a:spcBef>
            </a:pPr>
            <a:r>
              <a:rPr kumimoji="1" lang="zh-CN" altLang="en-US" b="1">
                <a:solidFill>
                  <a:schemeClr val="bg1"/>
                </a:solidFill>
                <a:ea typeface="宋体" pitchFamily="2" charset="-122"/>
                <a:sym typeface="Symbol" pitchFamily="18" charset="2"/>
              </a:rPr>
              <a:t>条件</a:t>
            </a:r>
            <a:r>
              <a:rPr kumimoji="1" lang="zh-CN" altLang="en-US" b="1">
                <a:solidFill>
                  <a:schemeClr val="bg1"/>
                </a:solidFill>
                <a:sym typeface="Symbol" pitchFamily="18" charset="2"/>
              </a:rPr>
              <a:t>：若</a:t>
            </a:r>
          </a:p>
        </p:txBody>
      </p:sp>
      <p:grpSp>
        <p:nvGrpSpPr>
          <p:cNvPr id="3" name="Group 44"/>
          <p:cNvGrpSpPr>
            <a:grpSpLocks/>
          </p:cNvGrpSpPr>
          <p:nvPr/>
        </p:nvGrpSpPr>
        <p:grpSpPr bwMode="auto">
          <a:xfrm>
            <a:off x="3924300" y="4149725"/>
            <a:ext cx="3311525" cy="400050"/>
            <a:chOff x="2472" y="2614"/>
            <a:chExt cx="2086" cy="252"/>
          </a:xfrm>
        </p:grpSpPr>
        <p:sp>
          <p:nvSpPr>
            <p:cNvPr id="19507" name="Rectangle 15"/>
            <p:cNvSpPr>
              <a:spLocks noChangeArrowheads="1"/>
            </p:cNvSpPr>
            <p:nvPr/>
          </p:nvSpPr>
          <p:spPr bwMode="auto">
            <a:xfrm>
              <a:off x="3152" y="2614"/>
              <a:ext cx="1406" cy="252"/>
            </a:xfrm>
            <a:prstGeom prst="rect">
              <a:avLst/>
            </a:prstGeom>
            <a:solidFill>
              <a:srgbClr val="CCFFFF"/>
            </a:solidFill>
            <a:ln w="22225">
              <a:solidFill>
                <a:srgbClr val="FF6600"/>
              </a:solidFill>
              <a:miter lim="800000"/>
              <a:headEnd/>
              <a:tailEnd/>
            </a:ln>
          </p:spPr>
          <p:txBody>
            <a:bodyPr>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r>
                <a:rPr lang="zh-CN" altLang="en-US" sz="2000" b="1">
                  <a:solidFill>
                    <a:srgbClr val="990000"/>
                  </a:solidFill>
                  <a:ea typeface="宋体" pitchFamily="2" charset="-122"/>
                </a:rPr>
                <a:t>镜像电荷的位置</a:t>
              </a:r>
            </a:p>
          </p:txBody>
        </p:sp>
        <p:sp>
          <p:nvSpPr>
            <p:cNvPr id="19508" name="Line 16"/>
            <p:cNvSpPr>
              <a:spLocks noChangeShapeType="1"/>
            </p:cNvSpPr>
            <p:nvPr/>
          </p:nvSpPr>
          <p:spPr bwMode="auto">
            <a:xfrm flipH="1">
              <a:off x="2472" y="2704"/>
              <a:ext cx="680" cy="0"/>
            </a:xfrm>
            <a:prstGeom prst="line">
              <a:avLst/>
            </a:prstGeom>
            <a:noFill/>
            <a:ln w="22225">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45"/>
          <p:cNvGrpSpPr>
            <a:grpSpLocks/>
          </p:cNvGrpSpPr>
          <p:nvPr/>
        </p:nvGrpSpPr>
        <p:grpSpPr bwMode="auto">
          <a:xfrm>
            <a:off x="5364163" y="5013325"/>
            <a:ext cx="3235325" cy="400050"/>
            <a:chOff x="3379" y="3174"/>
            <a:chExt cx="2038" cy="252"/>
          </a:xfrm>
        </p:grpSpPr>
        <p:sp>
          <p:nvSpPr>
            <p:cNvPr id="19505" name="Text Box 12"/>
            <p:cNvSpPr txBox="1">
              <a:spLocks noChangeArrowheads="1"/>
            </p:cNvSpPr>
            <p:nvPr/>
          </p:nvSpPr>
          <p:spPr bwMode="auto">
            <a:xfrm>
              <a:off x="4105" y="3174"/>
              <a:ext cx="1312" cy="252"/>
            </a:xfrm>
            <a:prstGeom prst="rect">
              <a:avLst/>
            </a:prstGeom>
            <a:solidFill>
              <a:srgbClr val="CCFFFF"/>
            </a:solidFill>
            <a:ln w="28575">
              <a:solidFill>
                <a:srgbClr val="FF6600"/>
              </a:solidFill>
              <a:miter lim="800000"/>
              <a:headEnd/>
              <a:tailEnd/>
            </a:ln>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spcBef>
                  <a:spcPct val="50000"/>
                </a:spcBef>
              </a:pPr>
              <a:r>
                <a:rPr lang="zh-CN" altLang="en-US" sz="2000" b="1">
                  <a:solidFill>
                    <a:srgbClr val="990000"/>
                  </a:solidFill>
                  <a:latin typeface="Times New Roman" pitchFamily="18" charset="0"/>
                  <a:ea typeface="宋体" pitchFamily="2" charset="-122"/>
                </a:rPr>
                <a:t>镜像电荷的电量</a:t>
              </a:r>
            </a:p>
          </p:txBody>
        </p:sp>
        <p:sp>
          <p:nvSpPr>
            <p:cNvPr id="19506" name="Line 17"/>
            <p:cNvSpPr>
              <a:spLocks noChangeShapeType="1"/>
            </p:cNvSpPr>
            <p:nvPr/>
          </p:nvSpPr>
          <p:spPr bwMode="auto">
            <a:xfrm flipH="1">
              <a:off x="3379" y="3310"/>
              <a:ext cx="680" cy="0"/>
            </a:xfrm>
            <a:prstGeom prst="line">
              <a:avLst/>
            </a:prstGeom>
            <a:noFill/>
            <a:ln w="28575">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853010" name="Object 18"/>
          <p:cNvGraphicFramePr>
            <a:graphicFrameLocks noChangeAspect="1"/>
          </p:cNvGraphicFramePr>
          <p:nvPr/>
        </p:nvGraphicFramePr>
        <p:xfrm>
          <a:off x="2038350" y="5876925"/>
          <a:ext cx="736600" cy="355600"/>
        </p:xfrm>
        <a:graphic>
          <a:graphicData uri="http://schemas.openxmlformats.org/presentationml/2006/ole">
            <mc:AlternateContent xmlns:mc="http://schemas.openxmlformats.org/markup-compatibility/2006">
              <mc:Choice xmlns:v="urn:schemas-microsoft-com:vml" Requires="v">
                <p:oleObj spid="_x0000_s19732" name="Equation" r:id="rId13" imgW="276229" imgH="85841" progId="Equation.DSMT4">
                  <p:embed/>
                </p:oleObj>
              </mc:Choice>
              <mc:Fallback>
                <p:oleObj name="Equation" r:id="rId13" imgW="276229" imgH="85841" progId="Equation.DSMT4">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38350" y="5876925"/>
                        <a:ext cx="7366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Group 46"/>
          <p:cNvGrpSpPr>
            <a:grpSpLocks/>
          </p:cNvGrpSpPr>
          <p:nvPr/>
        </p:nvGrpSpPr>
        <p:grpSpPr bwMode="auto">
          <a:xfrm>
            <a:off x="3003550" y="5805488"/>
            <a:ext cx="1857375" cy="484187"/>
            <a:chOff x="1973" y="3657"/>
            <a:chExt cx="1170" cy="305"/>
          </a:xfrm>
        </p:grpSpPr>
        <p:graphicFrame>
          <p:nvGraphicFramePr>
            <p:cNvPr id="19503" name="Object 13"/>
            <p:cNvGraphicFramePr>
              <a:graphicFrameLocks noChangeAspect="1"/>
            </p:cNvGraphicFramePr>
            <p:nvPr/>
          </p:nvGraphicFramePr>
          <p:xfrm>
            <a:off x="2517" y="3657"/>
            <a:ext cx="626" cy="305"/>
          </p:xfrm>
          <a:graphic>
            <a:graphicData uri="http://schemas.openxmlformats.org/presentationml/2006/ole">
              <mc:AlternateContent xmlns:mc="http://schemas.openxmlformats.org/markup-compatibility/2006">
                <mc:Choice xmlns:v="urn:schemas-microsoft-com:vml" Requires="v">
                  <p:oleObj spid="_x0000_s19733" name="Equation" r:id="rId15" imgW="400115" imgH="142836" progId="Equation.DSMT4">
                    <p:embed/>
                  </p:oleObj>
                </mc:Choice>
                <mc:Fallback>
                  <p:oleObj name="Equation" r:id="rId15" imgW="400115" imgH="142836" progId="Equation.DSMT4">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17" y="3657"/>
                          <a:ext cx="626"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04" name="Line 19"/>
            <p:cNvSpPr>
              <a:spLocks noChangeShapeType="1"/>
            </p:cNvSpPr>
            <p:nvPr/>
          </p:nvSpPr>
          <p:spPr bwMode="auto">
            <a:xfrm>
              <a:off x="1973" y="3838"/>
              <a:ext cx="408" cy="0"/>
            </a:xfrm>
            <a:prstGeom prst="line">
              <a:avLst/>
            </a:prstGeom>
            <a:noFill/>
            <a:ln w="762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50"/>
          <p:cNvGrpSpPr>
            <a:grpSpLocks/>
          </p:cNvGrpSpPr>
          <p:nvPr/>
        </p:nvGrpSpPr>
        <p:grpSpPr bwMode="auto">
          <a:xfrm>
            <a:off x="3708400" y="2997200"/>
            <a:ext cx="3527425" cy="787400"/>
            <a:chOff x="2472" y="1928"/>
            <a:chExt cx="2222" cy="496"/>
          </a:xfrm>
        </p:grpSpPr>
        <p:sp>
          <p:nvSpPr>
            <p:cNvPr id="19500" name="Line 8"/>
            <p:cNvSpPr>
              <a:spLocks noChangeShapeType="1"/>
            </p:cNvSpPr>
            <p:nvPr/>
          </p:nvSpPr>
          <p:spPr bwMode="auto">
            <a:xfrm>
              <a:off x="2472" y="2204"/>
              <a:ext cx="317" cy="1"/>
            </a:xfrm>
            <a:prstGeom prst="line">
              <a:avLst/>
            </a:prstGeom>
            <a:noFill/>
            <a:ln w="76200">
              <a:solidFill>
                <a:srgbClr val="CC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9501" name="Object 9"/>
            <p:cNvGraphicFramePr>
              <a:graphicFrameLocks noChangeAspect="1"/>
            </p:cNvGraphicFramePr>
            <p:nvPr/>
          </p:nvGraphicFramePr>
          <p:xfrm>
            <a:off x="2832" y="1928"/>
            <a:ext cx="1136" cy="496"/>
          </p:xfrm>
          <a:graphic>
            <a:graphicData uri="http://schemas.openxmlformats.org/presentationml/2006/ole">
              <mc:AlternateContent xmlns:mc="http://schemas.openxmlformats.org/markup-compatibility/2006">
                <mc:Choice xmlns:v="urn:schemas-microsoft-com:vml" Requires="v">
                  <p:oleObj spid="_x0000_s19734" name="Equation" r:id="rId17" imgW="809600" imgH="295404" progId="Equation.DSMT4">
                    <p:embed/>
                  </p:oleObj>
                </mc:Choice>
                <mc:Fallback>
                  <p:oleObj name="Equation" r:id="rId17" imgW="809600" imgH="295404" progId="Equation.DSMT4">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32" y="1928"/>
                          <a:ext cx="1136" cy="4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02" name="Rectangle 49"/>
            <p:cNvSpPr>
              <a:spLocks noChangeArrowheads="1"/>
            </p:cNvSpPr>
            <p:nvPr/>
          </p:nvSpPr>
          <p:spPr bwMode="auto">
            <a:xfrm>
              <a:off x="3923" y="2024"/>
              <a:ext cx="7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kumimoji="1" lang="zh-CN" altLang="en-US" b="1">
                  <a:solidFill>
                    <a:schemeClr val="bg1"/>
                  </a:solidFill>
                  <a:sym typeface="Symbol" pitchFamily="18" charset="2"/>
                </a:rPr>
                <a:t>常数</a:t>
              </a:r>
            </a:p>
          </p:txBody>
        </p:sp>
      </p:grpSp>
      <p:grpSp>
        <p:nvGrpSpPr>
          <p:cNvPr id="7" name="Group 52"/>
          <p:cNvGrpSpPr>
            <a:grpSpLocks/>
          </p:cNvGrpSpPr>
          <p:nvPr/>
        </p:nvGrpSpPr>
        <p:grpSpPr bwMode="auto">
          <a:xfrm>
            <a:off x="5292725" y="476250"/>
            <a:ext cx="3635375" cy="2520950"/>
            <a:chOff x="3448" y="345"/>
            <a:chExt cx="2290" cy="1588"/>
          </a:xfrm>
        </p:grpSpPr>
        <p:sp>
          <p:nvSpPr>
            <p:cNvPr id="19478" name="Rectangle 20"/>
            <p:cNvSpPr>
              <a:spLocks noChangeArrowheads="1"/>
            </p:cNvSpPr>
            <p:nvPr/>
          </p:nvSpPr>
          <p:spPr bwMode="auto">
            <a:xfrm>
              <a:off x="3448" y="345"/>
              <a:ext cx="2290" cy="1588"/>
            </a:xfrm>
            <a:prstGeom prst="rect">
              <a:avLst/>
            </a:prstGeom>
            <a:solidFill>
              <a:srgbClr val="CCFFFF"/>
            </a:solidFill>
            <a:ln w="9525">
              <a:solidFill>
                <a:srgbClr val="FF00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9479" name="Oval 22"/>
            <p:cNvSpPr>
              <a:spLocks noChangeArrowheads="1"/>
            </p:cNvSpPr>
            <p:nvPr/>
          </p:nvSpPr>
          <p:spPr bwMode="auto">
            <a:xfrm>
              <a:off x="5249" y="1092"/>
              <a:ext cx="93" cy="94"/>
            </a:xfrm>
            <a:prstGeom prst="ellipse">
              <a:avLst/>
            </a:prstGeom>
            <a:gradFill rotWithShape="1">
              <a:gsLst>
                <a:gs pos="0">
                  <a:srgbClr val="5C0000"/>
                </a:gs>
                <a:gs pos="100000">
                  <a:srgbClr val="C6000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9480" name="Line 23"/>
            <p:cNvSpPr>
              <a:spLocks noChangeShapeType="1"/>
            </p:cNvSpPr>
            <p:nvPr/>
          </p:nvSpPr>
          <p:spPr bwMode="auto">
            <a:xfrm>
              <a:off x="5294" y="1098"/>
              <a:ext cx="0" cy="781"/>
            </a:xfrm>
            <a:prstGeom prst="line">
              <a:avLst/>
            </a:prstGeom>
            <a:noFill/>
            <a:ln w="28575">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1" name="Text Box 24"/>
            <p:cNvSpPr txBox="1">
              <a:spLocks noChangeArrowheads="1"/>
            </p:cNvSpPr>
            <p:nvPr/>
          </p:nvSpPr>
          <p:spPr bwMode="auto">
            <a:xfrm>
              <a:off x="5273" y="774"/>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C60000"/>
                  </a:solidFill>
                  <a:latin typeface="Times New Roman" pitchFamily="18" charset="0"/>
                </a:rPr>
                <a:t>q</a:t>
              </a:r>
            </a:p>
          </p:txBody>
        </p:sp>
        <p:sp>
          <p:nvSpPr>
            <p:cNvPr id="19482" name="Text Box 25"/>
            <p:cNvSpPr txBox="1">
              <a:spLocks noChangeArrowheads="1"/>
            </p:cNvSpPr>
            <p:nvPr/>
          </p:nvSpPr>
          <p:spPr bwMode="auto">
            <a:xfrm>
              <a:off x="4513" y="390"/>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rPr>
                <a:t>P</a:t>
              </a:r>
            </a:p>
          </p:txBody>
        </p:sp>
        <p:sp>
          <p:nvSpPr>
            <p:cNvPr id="19483" name="Oval 26"/>
            <p:cNvSpPr>
              <a:spLocks noChangeArrowheads="1"/>
            </p:cNvSpPr>
            <p:nvPr/>
          </p:nvSpPr>
          <p:spPr bwMode="auto">
            <a:xfrm>
              <a:off x="3606" y="554"/>
              <a:ext cx="1134" cy="1134"/>
            </a:xfrm>
            <a:prstGeom prst="ellipse">
              <a:avLst/>
            </a:prstGeom>
            <a:noFill/>
            <a:ln w="28575">
              <a:solidFill>
                <a:srgbClr val="FF66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9484" name="Line 27"/>
            <p:cNvSpPr>
              <a:spLocks noChangeShapeType="1"/>
            </p:cNvSpPr>
            <p:nvPr/>
          </p:nvSpPr>
          <p:spPr bwMode="auto">
            <a:xfrm flipV="1">
              <a:off x="4184" y="1136"/>
              <a:ext cx="1495" cy="1"/>
            </a:xfrm>
            <a:prstGeom prst="line">
              <a:avLst/>
            </a:prstGeom>
            <a:noFill/>
            <a:ln w="28575">
              <a:solidFill>
                <a:srgbClr val="000066"/>
              </a:solidFill>
              <a:prstDash val="dash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85" name="Line 28"/>
            <p:cNvSpPr>
              <a:spLocks noChangeShapeType="1"/>
            </p:cNvSpPr>
            <p:nvPr/>
          </p:nvSpPr>
          <p:spPr bwMode="auto">
            <a:xfrm flipV="1">
              <a:off x="4160" y="663"/>
              <a:ext cx="398" cy="480"/>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86" name="Line 29"/>
            <p:cNvSpPr>
              <a:spLocks noChangeShapeType="1"/>
            </p:cNvSpPr>
            <p:nvPr/>
          </p:nvSpPr>
          <p:spPr bwMode="auto">
            <a:xfrm flipV="1">
              <a:off x="4459" y="708"/>
              <a:ext cx="90" cy="392"/>
            </a:xfrm>
            <a:prstGeom prst="line">
              <a:avLst/>
            </a:prstGeom>
            <a:noFill/>
            <a:ln w="285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7" name="Line 30"/>
            <p:cNvSpPr>
              <a:spLocks noChangeShapeType="1"/>
            </p:cNvSpPr>
            <p:nvPr/>
          </p:nvSpPr>
          <p:spPr bwMode="auto">
            <a:xfrm flipH="1" flipV="1">
              <a:off x="4558" y="708"/>
              <a:ext cx="718" cy="40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8" name="Line 31"/>
            <p:cNvSpPr>
              <a:spLocks noChangeShapeType="1"/>
            </p:cNvSpPr>
            <p:nvPr/>
          </p:nvSpPr>
          <p:spPr bwMode="auto">
            <a:xfrm>
              <a:off x="4172" y="1106"/>
              <a:ext cx="0" cy="781"/>
            </a:xfrm>
            <a:prstGeom prst="line">
              <a:avLst/>
            </a:prstGeom>
            <a:noFill/>
            <a:ln w="15875">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89" name="Line 32"/>
            <p:cNvSpPr>
              <a:spLocks noChangeShapeType="1"/>
            </p:cNvSpPr>
            <p:nvPr/>
          </p:nvSpPr>
          <p:spPr bwMode="auto">
            <a:xfrm>
              <a:off x="4441" y="1138"/>
              <a:ext cx="0" cy="595"/>
            </a:xfrm>
            <a:prstGeom prst="line">
              <a:avLst/>
            </a:prstGeom>
            <a:noFill/>
            <a:ln w="28575">
              <a:solidFill>
                <a:srgbClr val="008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90" name="Line 33"/>
            <p:cNvSpPr>
              <a:spLocks noChangeShapeType="1"/>
            </p:cNvSpPr>
            <p:nvPr/>
          </p:nvSpPr>
          <p:spPr bwMode="auto">
            <a:xfrm>
              <a:off x="4184" y="1409"/>
              <a:ext cx="1142" cy="0"/>
            </a:xfrm>
            <a:prstGeom prst="line">
              <a:avLst/>
            </a:prstGeom>
            <a:noFill/>
            <a:ln w="28575">
              <a:solidFill>
                <a:srgbClr val="008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91" name="Line 34"/>
            <p:cNvSpPr>
              <a:spLocks noChangeShapeType="1"/>
            </p:cNvSpPr>
            <p:nvPr/>
          </p:nvSpPr>
          <p:spPr bwMode="auto">
            <a:xfrm>
              <a:off x="4169" y="1530"/>
              <a:ext cx="280" cy="0"/>
            </a:xfrm>
            <a:prstGeom prst="line">
              <a:avLst/>
            </a:prstGeom>
            <a:noFill/>
            <a:ln w="28575">
              <a:solidFill>
                <a:srgbClr val="008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492" name="Text Box 36"/>
            <p:cNvSpPr txBox="1">
              <a:spLocks noChangeArrowheads="1"/>
            </p:cNvSpPr>
            <p:nvPr/>
          </p:nvSpPr>
          <p:spPr bwMode="auto">
            <a:xfrm>
              <a:off x="4478" y="1007"/>
              <a:ext cx="446"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FF7C80"/>
                  </a:solidFill>
                  <a:latin typeface="Times New Roman" pitchFamily="18" charset="0"/>
                </a:rPr>
                <a:t>q</a:t>
              </a:r>
              <a:r>
                <a:rPr lang="en-US" altLang="zh-CN" b="1" i="1">
                  <a:solidFill>
                    <a:srgbClr val="FF7C80"/>
                  </a:solidFill>
                  <a:latin typeface="Times New Roman" pitchFamily="18" charset="0"/>
                  <a:cs typeface="Times New Roman" pitchFamily="18" charset="0"/>
                </a:rPr>
                <a:t>'</a:t>
              </a:r>
            </a:p>
          </p:txBody>
        </p:sp>
        <p:sp>
          <p:nvSpPr>
            <p:cNvPr id="19493" name="Text Box 37"/>
            <p:cNvSpPr txBox="1">
              <a:spLocks noChangeArrowheads="1"/>
            </p:cNvSpPr>
            <p:nvPr/>
          </p:nvSpPr>
          <p:spPr bwMode="auto">
            <a:xfrm>
              <a:off x="4150" y="617"/>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chemeClr val="accent2"/>
                  </a:solidFill>
                  <a:latin typeface="Times New Roman" pitchFamily="18" charset="0"/>
                </a:rPr>
                <a:t>a</a:t>
              </a:r>
            </a:p>
          </p:txBody>
        </p:sp>
        <p:sp>
          <p:nvSpPr>
            <p:cNvPr id="19494" name="Text Box 38"/>
            <p:cNvSpPr txBox="1">
              <a:spLocks noChangeArrowheads="1"/>
            </p:cNvSpPr>
            <p:nvPr/>
          </p:nvSpPr>
          <p:spPr bwMode="auto">
            <a:xfrm>
              <a:off x="4458" y="799"/>
              <a:ext cx="54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FF5A07"/>
                  </a:solidFill>
                  <a:latin typeface="Times New Roman" pitchFamily="18" charset="0"/>
                </a:rPr>
                <a:t>R</a:t>
              </a:r>
              <a:r>
                <a:rPr lang="en-US" altLang="zh-CN" b="1" i="1">
                  <a:solidFill>
                    <a:srgbClr val="FF5A07"/>
                  </a:solidFill>
                  <a:latin typeface="Times New Roman" pitchFamily="18" charset="0"/>
                  <a:cs typeface="Times New Roman" pitchFamily="18" charset="0"/>
                </a:rPr>
                <a:t>'</a:t>
              </a:r>
            </a:p>
          </p:txBody>
        </p:sp>
        <p:sp>
          <p:nvSpPr>
            <p:cNvPr id="19495" name="Text Box 39"/>
            <p:cNvSpPr txBox="1">
              <a:spLocks noChangeArrowheads="1"/>
            </p:cNvSpPr>
            <p:nvPr/>
          </p:nvSpPr>
          <p:spPr bwMode="auto">
            <a:xfrm>
              <a:off x="4830" y="599"/>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FF0000"/>
                  </a:solidFill>
                  <a:latin typeface="Times New Roman" pitchFamily="18" charset="0"/>
                </a:rPr>
                <a:t>R</a:t>
              </a:r>
            </a:p>
          </p:txBody>
        </p:sp>
        <p:sp>
          <p:nvSpPr>
            <p:cNvPr id="19496" name="Text Box 40"/>
            <p:cNvSpPr txBox="1">
              <a:spLocks noChangeArrowheads="1"/>
            </p:cNvSpPr>
            <p:nvPr/>
          </p:nvSpPr>
          <p:spPr bwMode="auto">
            <a:xfrm>
              <a:off x="4704" y="1370"/>
              <a:ext cx="3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chemeClr val="hlink"/>
                  </a:solidFill>
                  <a:latin typeface="Times New Roman" pitchFamily="18" charset="0"/>
                </a:rPr>
                <a:t>d</a:t>
              </a:r>
              <a:endParaRPr lang="en-US" altLang="zh-CN" b="1">
                <a:solidFill>
                  <a:schemeClr val="hlink"/>
                </a:solidFill>
                <a:latin typeface="Times New Roman" pitchFamily="18" charset="0"/>
              </a:endParaRPr>
            </a:p>
          </p:txBody>
        </p:sp>
        <p:sp>
          <p:nvSpPr>
            <p:cNvPr id="19497" name="Oval 41"/>
            <p:cNvSpPr>
              <a:spLocks noChangeArrowheads="1"/>
            </p:cNvSpPr>
            <p:nvPr/>
          </p:nvSpPr>
          <p:spPr bwMode="auto">
            <a:xfrm>
              <a:off x="4402" y="1092"/>
              <a:ext cx="93" cy="94"/>
            </a:xfrm>
            <a:prstGeom prst="ellipse">
              <a:avLst/>
            </a:prstGeom>
            <a:gradFill rotWithShape="1">
              <a:gsLst>
                <a:gs pos="0">
                  <a:srgbClr val="76393B"/>
                </a:gs>
                <a:gs pos="100000">
                  <a:srgbClr val="FF7C8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9498" name="Text Box 42"/>
            <p:cNvSpPr txBox="1">
              <a:spLocks noChangeArrowheads="1"/>
            </p:cNvSpPr>
            <p:nvPr/>
          </p:nvSpPr>
          <p:spPr bwMode="auto">
            <a:xfrm>
              <a:off x="4160" y="1434"/>
              <a:ext cx="446"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FF7C80"/>
                  </a:solidFill>
                  <a:latin typeface="Times New Roman" pitchFamily="18" charset="0"/>
                </a:rPr>
                <a:t>d</a:t>
              </a:r>
              <a:r>
                <a:rPr lang="en-US" altLang="zh-CN" b="1" i="1">
                  <a:solidFill>
                    <a:srgbClr val="FF5A07"/>
                  </a:solidFill>
                  <a:latin typeface="Times New Roman" pitchFamily="18" charset="0"/>
                </a:rPr>
                <a:t>'</a:t>
              </a:r>
            </a:p>
          </p:txBody>
        </p:sp>
        <p:sp>
          <p:nvSpPr>
            <p:cNvPr id="19499" name="Text Box 51"/>
            <p:cNvSpPr txBox="1">
              <a:spLocks noChangeArrowheads="1"/>
            </p:cNvSpPr>
            <p:nvPr/>
          </p:nvSpPr>
          <p:spPr bwMode="auto">
            <a:xfrm>
              <a:off x="3933" y="981"/>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chemeClr val="accent2"/>
                  </a:solidFill>
                  <a:latin typeface="Times New Roman" pitchFamily="18" charset="0"/>
                </a:rPr>
                <a:t>O</a:t>
              </a:r>
            </a:p>
          </p:txBody>
        </p:sp>
      </p:grpSp>
      <p:sp>
        <p:nvSpPr>
          <p:cNvPr id="19473" name="AutoShape 53">
            <a:hlinkClick r:id="rId19"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9474" name="AutoShape 54">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9475" name="AutoShape 55">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19476" name="AutoShape 56">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853049" name="Text Box 57"/>
          <p:cNvSpPr txBox="1">
            <a:spLocks noChangeArrowheads="1"/>
          </p:cNvSpPr>
          <p:nvPr/>
        </p:nvSpPr>
        <p:spPr bwMode="auto">
          <a:xfrm>
            <a:off x="1187450" y="5815013"/>
            <a:ext cx="1042988"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pPr>
            <a:r>
              <a:rPr kumimoji="1" lang="zh-CN" altLang="en-US" b="1">
                <a:solidFill>
                  <a:schemeClr val="bg1"/>
                </a:solidFill>
                <a:latin typeface="Times New Roman" pitchFamily="18" charset="0"/>
                <a:sym typeface="Symbol" pitchFamily="18" charset="2"/>
              </a:rPr>
              <a:t>由于</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par>
                          <p:cTn id="8" fill="hold" nodeType="afterGroup">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852994"/>
                                        </p:tgtEl>
                                        <p:attrNameLst>
                                          <p:attrName>style.visibility</p:attrName>
                                        </p:attrNameLst>
                                      </p:cBhvr>
                                      <p:to>
                                        <p:strVal val="visible"/>
                                      </p:to>
                                    </p:set>
                                    <p:animEffect transition="in" filter="wipe(up)">
                                      <p:cBhvr>
                                        <p:cTn id="11" dur="2000"/>
                                        <p:tgtEl>
                                          <p:spTgt spid="85299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852995"/>
                                        </p:tgtEl>
                                        <p:attrNameLst>
                                          <p:attrName>style.visibility</p:attrName>
                                        </p:attrNameLst>
                                      </p:cBhvr>
                                      <p:to>
                                        <p:strVal val="visible"/>
                                      </p:to>
                                    </p:set>
                                    <p:animEffect transition="in" filter="wipe(up)">
                                      <p:cBhvr>
                                        <p:cTn id="16" dur="2000"/>
                                        <p:tgtEl>
                                          <p:spTgt spid="852995"/>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up)">
                                      <p:cBhvr>
                                        <p:cTn id="20" dur="20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852998"/>
                                        </p:tgtEl>
                                        <p:attrNameLst>
                                          <p:attrName>style.visibility</p:attrName>
                                        </p:attrNameLst>
                                      </p:cBhvr>
                                      <p:to>
                                        <p:strVal val="visible"/>
                                      </p:to>
                                    </p:set>
                                    <p:animEffect transition="in" filter="wipe(up)">
                                      <p:cBhvr>
                                        <p:cTn id="25" dur="2000"/>
                                        <p:tgtEl>
                                          <p:spTgt spid="85299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853006"/>
                                        </p:tgtEl>
                                        <p:attrNameLst>
                                          <p:attrName>style.visibility</p:attrName>
                                        </p:attrNameLst>
                                      </p:cBhvr>
                                      <p:to>
                                        <p:strVal val="visible"/>
                                      </p:to>
                                    </p:set>
                                    <p:animEffect transition="in" filter="wipe(up)">
                                      <p:cBhvr>
                                        <p:cTn id="30" dur="2000"/>
                                        <p:tgtEl>
                                          <p:spTgt spid="853006"/>
                                        </p:tgtEl>
                                      </p:cBhvr>
                                    </p:animEffect>
                                  </p:childTnLst>
                                </p:cTn>
                              </p:par>
                            </p:childTnLst>
                          </p:cTn>
                        </p:par>
                        <p:par>
                          <p:cTn id="31" fill="hold" nodeType="afterGroup">
                            <p:stCondLst>
                              <p:cond delay="2000"/>
                            </p:stCondLst>
                            <p:childTnLst>
                              <p:par>
                                <p:cTn id="32" presetID="22" presetClass="entr" presetSubtype="1" fill="hold" nodeType="afterEffect">
                                  <p:stCondLst>
                                    <p:cond delay="0"/>
                                  </p:stCondLst>
                                  <p:childTnLst>
                                    <p:set>
                                      <p:cBhvr>
                                        <p:cTn id="33" dur="1" fill="hold">
                                          <p:stCondLst>
                                            <p:cond delay="0"/>
                                          </p:stCondLst>
                                        </p:cTn>
                                        <p:tgtEl>
                                          <p:spTgt spid="852999"/>
                                        </p:tgtEl>
                                        <p:attrNameLst>
                                          <p:attrName>style.visibility</p:attrName>
                                        </p:attrNameLst>
                                      </p:cBhvr>
                                      <p:to>
                                        <p:strVal val="visible"/>
                                      </p:to>
                                    </p:set>
                                    <p:animEffect transition="in" filter="wipe(up)">
                                      <p:cBhvr>
                                        <p:cTn id="34" dur="2000"/>
                                        <p:tgtEl>
                                          <p:spTgt spid="85299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up)">
                                      <p:cBhvr>
                                        <p:cTn id="39" dur="2000"/>
                                        <p:tgtEl>
                                          <p:spTgt spid="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1" fill="hold" nodeType="clickEffect">
                                  <p:stCondLst>
                                    <p:cond delay="0"/>
                                  </p:stCondLst>
                                  <p:childTnLst>
                                    <p:set>
                                      <p:cBhvr>
                                        <p:cTn id="43" dur="1" fill="hold">
                                          <p:stCondLst>
                                            <p:cond delay="0"/>
                                          </p:stCondLst>
                                        </p:cTn>
                                        <p:tgtEl>
                                          <p:spTgt spid="853002"/>
                                        </p:tgtEl>
                                        <p:attrNameLst>
                                          <p:attrName>style.visibility</p:attrName>
                                        </p:attrNameLst>
                                      </p:cBhvr>
                                      <p:to>
                                        <p:strVal val="visible"/>
                                      </p:to>
                                    </p:set>
                                    <p:animEffect transition="in" filter="wipe(up)">
                                      <p:cBhvr>
                                        <p:cTn id="44" dur="2000"/>
                                        <p:tgtEl>
                                          <p:spTgt spid="853002"/>
                                        </p:tgtEl>
                                      </p:cBhvr>
                                    </p:animEffect>
                                  </p:childTnLst>
                                </p:cTn>
                              </p:par>
                            </p:childTnLst>
                          </p:cTn>
                        </p:par>
                        <p:par>
                          <p:cTn id="45" fill="hold" nodeType="afterGroup">
                            <p:stCondLst>
                              <p:cond delay="2000"/>
                            </p:stCondLst>
                            <p:childTnLst>
                              <p:par>
                                <p:cTn id="46" presetID="22" presetClass="entr" presetSubtype="1" fill="hold" nodeType="after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wipe(up)">
                                      <p:cBhvr>
                                        <p:cTn id="48" dur="2000"/>
                                        <p:tgtEl>
                                          <p:spTgt spid="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nodeType="clickEffect">
                                  <p:stCondLst>
                                    <p:cond delay="0"/>
                                  </p:stCondLst>
                                  <p:childTnLst>
                                    <p:set>
                                      <p:cBhvr>
                                        <p:cTn id="52" dur="1" fill="hold">
                                          <p:stCondLst>
                                            <p:cond delay="0"/>
                                          </p:stCondLst>
                                        </p:cTn>
                                        <p:tgtEl>
                                          <p:spTgt spid="853003"/>
                                        </p:tgtEl>
                                        <p:attrNameLst>
                                          <p:attrName>style.visibility</p:attrName>
                                        </p:attrNameLst>
                                      </p:cBhvr>
                                      <p:to>
                                        <p:strVal val="visible"/>
                                      </p:to>
                                    </p:set>
                                    <p:animEffect transition="in" filter="wipe(up)">
                                      <p:cBhvr>
                                        <p:cTn id="53" dur="2000"/>
                                        <p:tgtEl>
                                          <p:spTgt spid="853003"/>
                                        </p:tgtEl>
                                      </p:cBhvr>
                                    </p:animEffect>
                                  </p:childTnLst>
                                </p:cTn>
                              </p:par>
                            </p:childTnLst>
                          </p:cTn>
                        </p:par>
                        <p:par>
                          <p:cTn id="54" fill="hold" nodeType="afterGroup">
                            <p:stCondLst>
                              <p:cond delay="2000"/>
                            </p:stCondLst>
                            <p:childTnLst>
                              <p:par>
                                <p:cTn id="55" presetID="22" presetClass="entr" presetSubtype="1" fill="hold" nodeType="after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wipe(up)">
                                      <p:cBhvr>
                                        <p:cTn id="57" dur="2000"/>
                                        <p:tgtEl>
                                          <p:spTgt spid="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853049"/>
                                        </p:tgtEl>
                                        <p:attrNameLst>
                                          <p:attrName>style.visibility</p:attrName>
                                        </p:attrNameLst>
                                      </p:cBhvr>
                                      <p:to>
                                        <p:strVal val="visible"/>
                                      </p:to>
                                    </p:set>
                                    <p:animEffect transition="in" filter="wipe(up)">
                                      <p:cBhvr>
                                        <p:cTn id="62" dur="2000"/>
                                        <p:tgtEl>
                                          <p:spTgt spid="853049"/>
                                        </p:tgtEl>
                                      </p:cBhvr>
                                    </p:animEffect>
                                  </p:childTnLst>
                                </p:cTn>
                              </p:par>
                            </p:childTnLst>
                          </p:cTn>
                        </p:par>
                        <p:par>
                          <p:cTn id="63" fill="hold" nodeType="afterGroup">
                            <p:stCondLst>
                              <p:cond delay="2000"/>
                            </p:stCondLst>
                            <p:childTnLst>
                              <p:par>
                                <p:cTn id="64" presetID="22" presetClass="entr" presetSubtype="1" fill="hold" nodeType="afterEffect">
                                  <p:stCondLst>
                                    <p:cond delay="0"/>
                                  </p:stCondLst>
                                  <p:childTnLst>
                                    <p:set>
                                      <p:cBhvr>
                                        <p:cTn id="65" dur="1" fill="hold">
                                          <p:stCondLst>
                                            <p:cond delay="0"/>
                                          </p:stCondLst>
                                        </p:cTn>
                                        <p:tgtEl>
                                          <p:spTgt spid="853010"/>
                                        </p:tgtEl>
                                        <p:attrNameLst>
                                          <p:attrName>style.visibility</p:attrName>
                                        </p:attrNameLst>
                                      </p:cBhvr>
                                      <p:to>
                                        <p:strVal val="visible"/>
                                      </p:to>
                                    </p:set>
                                    <p:animEffect transition="in" filter="wipe(up)">
                                      <p:cBhvr>
                                        <p:cTn id="66" dur="2000"/>
                                        <p:tgtEl>
                                          <p:spTgt spid="853010"/>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1" fill="hold" nodeType="clickEffect">
                                  <p:stCondLst>
                                    <p:cond delay="0"/>
                                  </p:stCondLst>
                                  <p:childTnLst>
                                    <p:set>
                                      <p:cBhvr>
                                        <p:cTn id="70" dur="1" fill="hold">
                                          <p:stCondLst>
                                            <p:cond delay="0"/>
                                          </p:stCondLst>
                                        </p:cTn>
                                        <p:tgtEl>
                                          <p:spTgt spid="5"/>
                                        </p:tgtEl>
                                        <p:attrNameLst>
                                          <p:attrName>style.visibility</p:attrName>
                                        </p:attrNameLst>
                                      </p:cBhvr>
                                      <p:to>
                                        <p:strVal val="visible"/>
                                      </p:to>
                                    </p:set>
                                    <p:animEffect transition="in" filter="wipe(up)">
                                      <p:cBhvr>
                                        <p:cTn id="71"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2994" grpId="0"/>
      <p:bldP spid="852998" grpId="0"/>
      <p:bldP spid="853006" grpId="0"/>
      <p:bldP spid="85304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1"/>
          <p:cNvSpPr>
            <a:spLocks noGrp="1"/>
          </p:cNvSpPr>
          <p:nvPr>
            <p:ph type="sldNum" sz="quarter" idx="10"/>
          </p:nvPr>
        </p:nvSpPr>
        <p:spPr/>
        <p:txBody>
          <a:bodyPr/>
          <a:lstStyle/>
          <a:p>
            <a:pPr>
              <a:defRPr/>
            </a:pPr>
            <a:fld id="{F4C5B331-A218-4E85-A2AE-5D9EBA05EF56}" type="slidenum">
              <a:rPr lang="en-US" altLang="zh-CN"/>
              <a:pPr>
                <a:defRPr/>
              </a:pPr>
              <a:t>19</a:t>
            </a:fld>
            <a:endParaRPr lang="en-US" altLang="zh-CN"/>
          </a:p>
        </p:txBody>
      </p:sp>
      <p:graphicFrame>
        <p:nvGraphicFramePr>
          <p:cNvPr id="854018" name="Object 2"/>
          <p:cNvGraphicFramePr>
            <a:graphicFrameLocks noChangeAspect="1"/>
          </p:cNvGraphicFramePr>
          <p:nvPr/>
        </p:nvGraphicFramePr>
        <p:xfrm>
          <a:off x="600075" y="1125538"/>
          <a:ext cx="8302625" cy="1008062"/>
        </p:xfrm>
        <a:graphic>
          <a:graphicData uri="http://schemas.openxmlformats.org/presentationml/2006/ole">
            <mc:AlternateContent xmlns:mc="http://schemas.openxmlformats.org/markup-compatibility/2006">
              <mc:Choice xmlns:v="urn:schemas-microsoft-com:vml" Requires="v">
                <p:oleObj spid="_x0000_s20575" name="Equation" r:id="rId3" imgW="4543544" imgH="466738" progId="Equation.DSMT4">
                  <p:embed/>
                </p:oleObj>
              </mc:Choice>
              <mc:Fallback>
                <p:oleObj name="Equation" r:id="rId3" imgW="4543544" imgH="466738"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075" y="1125538"/>
                        <a:ext cx="830262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4019" name="Object 3"/>
          <p:cNvGraphicFramePr>
            <a:graphicFrameLocks noChangeAspect="1"/>
          </p:cNvGraphicFramePr>
          <p:nvPr/>
        </p:nvGraphicFramePr>
        <p:xfrm>
          <a:off x="1416050" y="3028950"/>
          <a:ext cx="5735638" cy="1120775"/>
        </p:xfrm>
        <a:graphic>
          <a:graphicData uri="http://schemas.openxmlformats.org/presentationml/2006/ole">
            <mc:AlternateContent xmlns:mc="http://schemas.openxmlformats.org/markup-compatibility/2006">
              <mc:Choice xmlns:v="urn:schemas-microsoft-com:vml" Requires="v">
                <p:oleObj spid="_x0000_s20576" name="Equation" r:id="rId5" imgW="2762286" imgH="428509" progId="Equation.DSMT4">
                  <p:embed/>
                </p:oleObj>
              </mc:Choice>
              <mc:Fallback>
                <p:oleObj name="Equation" r:id="rId5" imgW="2762286" imgH="428509"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16050" y="3028950"/>
                        <a:ext cx="5735638"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4020" name="Object 4"/>
          <p:cNvGraphicFramePr>
            <a:graphicFrameLocks noChangeAspect="1"/>
          </p:cNvGraphicFramePr>
          <p:nvPr/>
        </p:nvGraphicFramePr>
        <p:xfrm>
          <a:off x="182563" y="4735513"/>
          <a:ext cx="8782050" cy="1028700"/>
        </p:xfrm>
        <a:graphic>
          <a:graphicData uri="http://schemas.openxmlformats.org/presentationml/2006/ole">
            <mc:AlternateContent xmlns:mc="http://schemas.openxmlformats.org/markup-compatibility/2006">
              <mc:Choice xmlns:v="urn:schemas-microsoft-com:vml" Requires="v">
                <p:oleObj spid="_x0000_s20577" name="Equation" r:id="rId7" imgW="4248230" imgH="419126" progId="Equation.DSMT4">
                  <p:embed/>
                </p:oleObj>
              </mc:Choice>
              <mc:Fallback>
                <p:oleObj name="Equation" r:id="rId7" imgW="4248230" imgH="419126"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563" y="4735513"/>
                        <a:ext cx="87820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4021" name="Rectangle 5"/>
          <p:cNvSpPr>
            <a:spLocks noChangeArrowheads="1"/>
          </p:cNvSpPr>
          <p:nvPr/>
        </p:nvSpPr>
        <p:spPr bwMode="auto">
          <a:xfrm>
            <a:off x="107504" y="5924550"/>
            <a:ext cx="764143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lang="zh-CN" altLang="en-US" b="1" dirty="0" smtClean="0">
                <a:solidFill>
                  <a:schemeClr val="bg1"/>
                </a:solidFill>
              </a:rPr>
              <a:t>导体</a:t>
            </a:r>
            <a:r>
              <a:rPr lang="zh-CN" altLang="en-US" b="1" dirty="0">
                <a:solidFill>
                  <a:schemeClr val="bg1"/>
                </a:solidFill>
              </a:rPr>
              <a:t>球面上的总感应电荷也与所设置的镜像电荷相等。</a:t>
            </a:r>
          </a:p>
        </p:txBody>
      </p:sp>
      <p:sp>
        <p:nvSpPr>
          <p:cNvPr id="854022" name="Rectangle 6"/>
          <p:cNvSpPr>
            <a:spLocks noChangeArrowheads="1"/>
          </p:cNvSpPr>
          <p:nvPr/>
        </p:nvSpPr>
        <p:spPr bwMode="auto">
          <a:xfrm>
            <a:off x="179388" y="620713"/>
            <a:ext cx="4537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lang="zh-CN" altLang="en-US" b="1">
                <a:solidFill>
                  <a:schemeClr val="bg1"/>
                </a:solidFill>
              </a:rPr>
              <a:t>球外的电位函数为</a:t>
            </a:r>
          </a:p>
        </p:txBody>
      </p:sp>
      <p:sp>
        <p:nvSpPr>
          <p:cNvPr id="854023" name="Rectangle 7"/>
          <p:cNvSpPr>
            <a:spLocks noChangeArrowheads="1"/>
          </p:cNvSpPr>
          <p:nvPr/>
        </p:nvSpPr>
        <p:spPr bwMode="auto">
          <a:xfrm>
            <a:off x="107950" y="4221163"/>
            <a:ext cx="5543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lang="zh-CN" altLang="en-US" b="1">
                <a:solidFill>
                  <a:schemeClr val="bg1"/>
                </a:solidFill>
              </a:rPr>
              <a:t>导体球面上的总感应电荷为</a:t>
            </a:r>
          </a:p>
        </p:txBody>
      </p:sp>
      <p:sp>
        <p:nvSpPr>
          <p:cNvPr id="854024" name="Rectangle 8"/>
          <p:cNvSpPr>
            <a:spLocks noChangeArrowheads="1"/>
          </p:cNvSpPr>
          <p:nvPr/>
        </p:nvSpPr>
        <p:spPr bwMode="auto">
          <a:xfrm>
            <a:off x="107950" y="2466975"/>
            <a:ext cx="5256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lang="zh-CN" altLang="en-US" b="1">
                <a:solidFill>
                  <a:schemeClr val="bg1"/>
                </a:solidFill>
              </a:rPr>
              <a:t>球面上的感应电荷面密度为</a:t>
            </a:r>
          </a:p>
        </p:txBody>
      </p:sp>
      <p:sp>
        <p:nvSpPr>
          <p:cNvPr id="20490" name="AutoShape 9">
            <a:hlinkClick r:id="rId9"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0491" name="AutoShape 10">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0492" name="AutoShape 11">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0493" name="AutoShape 12">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54022"/>
                                        </p:tgtEl>
                                        <p:attrNameLst>
                                          <p:attrName>style.visibility</p:attrName>
                                        </p:attrNameLst>
                                      </p:cBhvr>
                                      <p:to>
                                        <p:strVal val="visible"/>
                                      </p:to>
                                    </p:set>
                                    <p:animEffect transition="in" filter="wipe(up)">
                                      <p:cBhvr>
                                        <p:cTn id="7" dur="2000"/>
                                        <p:tgtEl>
                                          <p:spTgt spid="854022"/>
                                        </p:tgtEl>
                                      </p:cBhvr>
                                    </p:animEffect>
                                  </p:childTnLst>
                                </p:cTn>
                              </p:par>
                            </p:childTnLst>
                          </p:cTn>
                        </p:par>
                        <p:par>
                          <p:cTn id="8" fill="hold" nodeType="afterGroup">
                            <p:stCondLst>
                              <p:cond delay="2000"/>
                            </p:stCondLst>
                            <p:childTnLst>
                              <p:par>
                                <p:cTn id="9" presetID="22" presetClass="entr" presetSubtype="1" fill="hold" nodeType="afterEffect">
                                  <p:stCondLst>
                                    <p:cond delay="0"/>
                                  </p:stCondLst>
                                  <p:childTnLst>
                                    <p:set>
                                      <p:cBhvr>
                                        <p:cTn id="10" dur="1" fill="hold">
                                          <p:stCondLst>
                                            <p:cond delay="0"/>
                                          </p:stCondLst>
                                        </p:cTn>
                                        <p:tgtEl>
                                          <p:spTgt spid="854018"/>
                                        </p:tgtEl>
                                        <p:attrNameLst>
                                          <p:attrName>style.visibility</p:attrName>
                                        </p:attrNameLst>
                                      </p:cBhvr>
                                      <p:to>
                                        <p:strVal val="visible"/>
                                      </p:to>
                                    </p:set>
                                    <p:animEffect transition="in" filter="wipe(up)">
                                      <p:cBhvr>
                                        <p:cTn id="11" dur="2000"/>
                                        <p:tgtEl>
                                          <p:spTgt spid="85401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854024"/>
                                        </p:tgtEl>
                                        <p:attrNameLst>
                                          <p:attrName>style.visibility</p:attrName>
                                        </p:attrNameLst>
                                      </p:cBhvr>
                                      <p:to>
                                        <p:strVal val="visible"/>
                                      </p:to>
                                    </p:set>
                                    <p:animEffect transition="in" filter="wipe(up)">
                                      <p:cBhvr>
                                        <p:cTn id="16" dur="2000"/>
                                        <p:tgtEl>
                                          <p:spTgt spid="854024"/>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854019"/>
                                        </p:tgtEl>
                                        <p:attrNameLst>
                                          <p:attrName>style.visibility</p:attrName>
                                        </p:attrNameLst>
                                      </p:cBhvr>
                                      <p:to>
                                        <p:strVal val="visible"/>
                                      </p:to>
                                    </p:set>
                                    <p:animEffect transition="in" filter="wipe(up)">
                                      <p:cBhvr>
                                        <p:cTn id="20" dur="2000"/>
                                        <p:tgtEl>
                                          <p:spTgt spid="85401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854023"/>
                                        </p:tgtEl>
                                        <p:attrNameLst>
                                          <p:attrName>style.visibility</p:attrName>
                                        </p:attrNameLst>
                                      </p:cBhvr>
                                      <p:to>
                                        <p:strVal val="visible"/>
                                      </p:to>
                                    </p:set>
                                    <p:animEffect transition="in" filter="wipe(up)">
                                      <p:cBhvr>
                                        <p:cTn id="25" dur="2000"/>
                                        <p:tgtEl>
                                          <p:spTgt spid="854023"/>
                                        </p:tgtEl>
                                      </p:cBhvr>
                                    </p:animEffect>
                                  </p:childTnLst>
                                </p:cTn>
                              </p:par>
                            </p:childTnLst>
                          </p:cTn>
                        </p:par>
                        <p:par>
                          <p:cTn id="26" fill="hold" nodeType="afterGroup">
                            <p:stCondLst>
                              <p:cond delay="2000"/>
                            </p:stCondLst>
                            <p:childTnLst>
                              <p:par>
                                <p:cTn id="27" presetID="22" presetClass="entr" presetSubtype="1" fill="hold" nodeType="afterEffect">
                                  <p:stCondLst>
                                    <p:cond delay="0"/>
                                  </p:stCondLst>
                                  <p:childTnLst>
                                    <p:set>
                                      <p:cBhvr>
                                        <p:cTn id="28" dur="1" fill="hold">
                                          <p:stCondLst>
                                            <p:cond delay="0"/>
                                          </p:stCondLst>
                                        </p:cTn>
                                        <p:tgtEl>
                                          <p:spTgt spid="854020"/>
                                        </p:tgtEl>
                                        <p:attrNameLst>
                                          <p:attrName>style.visibility</p:attrName>
                                        </p:attrNameLst>
                                      </p:cBhvr>
                                      <p:to>
                                        <p:strVal val="visible"/>
                                      </p:to>
                                    </p:set>
                                    <p:animEffect transition="in" filter="wipe(up)">
                                      <p:cBhvr>
                                        <p:cTn id="29" dur="2000"/>
                                        <p:tgtEl>
                                          <p:spTgt spid="85402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854021"/>
                                        </p:tgtEl>
                                        <p:attrNameLst>
                                          <p:attrName>style.visibility</p:attrName>
                                        </p:attrNameLst>
                                      </p:cBhvr>
                                      <p:to>
                                        <p:strVal val="visible"/>
                                      </p:to>
                                    </p:set>
                                    <p:animEffect transition="in" filter="wipe(up)">
                                      <p:cBhvr>
                                        <p:cTn id="34" dur="2000"/>
                                        <p:tgtEl>
                                          <p:spTgt spid="854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4021" grpId="0"/>
      <p:bldP spid="854022" grpId="0"/>
      <p:bldP spid="854023" grpId="0"/>
      <p:bldP spid="85402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灯片编号占位符 1"/>
          <p:cNvSpPr>
            <a:spLocks noGrp="1"/>
          </p:cNvSpPr>
          <p:nvPr>
            <p:ph type="sldNum" sz="quarter" idx="10"/>
          </p:nvPr>
        </p:nvSpPr>
        <p:spPr/>
        <p:txBody>
          <a:bodyPr/>
          <a:lstStyle/>
          <a:p>
            <a:pPr>
              <a:defRPr/>
            </a:pPr>
            <a:fld id="{56EF4E61-E008-4A86-BE0F-54D7F8A8F627}" type="slidenum">
              <a:rPr lang="en-US" altLang="zh-CN"/>
              <a:pPr>
                <a:defRPr/>
              </a:pPr>
              <a:t>20</a:t>
            </a:fld>
            <a:endParaRPr lang="en-US" altLang="zh-CN"/>
          </a:p>
        </p:txBody>
      </p:sp>
      <p:sp>
        <p:nvSpPr>
          <p:cNvPr id="855042" name="Text Box 2"/>
          <p:cNvSpPr txBox="1">
            <a:spLocks noChangeArrowheads="1"/>
          </p:cNvSpPr>
          <p:nvPr/>
        </p:nvSpPr>
        <p:spPr bwMode="auto">
          <a:xfrm>
            <a:off x="107950" y="414338"/>
            <a:ext cx="780097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buFontTx/>
              <a:buBlip>
                <a:blip r:embed="rId3"/>
              </a:buBlip>
            </a:pPr>
            <a:r>
              <a:rPr kumimoji="1" lang="zh-CN" altLang="en-US" b="1">
                <a:solidFill>
                  <a:schemeClr val="bg1"/>
                </a:solidFill>
                <a:latin typeface="Times New Roman" pitchFamily="18" charset="0"/>
                <a:sym typeface="Symbol" pitchFamily="18" charset="2"/>
              </a:rPr>
              <a:t>　点电荷对接地</a:t>
            </a:r>
            <a:r>
              <a:rPr kumimoji="1" lang="zh-CN" altLang="en-US" b="1">
                <a:solidFill>
                  <a:srgbClr val="FF0000"/>
                </a:solidFill>
                <a:latin typeface="Times New Roman" pitchFamily="18" charset="0"/>
                <a:sym typeface="Symbol" pitchFamily="18" charset="2"/>
              </a:rPr>
              <a:t>空心导体球壳</a:t>
            </a:r>
            <a:r>
              <a:rPr kumimoji="1" lang="zh-CN" altLang="en-US" b="1">
                <a:solidFill>
                  <a:schemeClr val="bg1"/>
                </a:solidFill>
                <a:latin typeface="Times New Roman" pitchFamily="18" charset="0"/>
                <a:sym typeface="Symbol" pitchFamily="18" charset="2"/>
              </a:rPr>
              <a:t>的镜像</a:t>
            </a:r>
          </a:p>
        </p:txBody>
      </p:sp>
      <p:graphicFrame>
        <p:nvGraphicFramePr>
          <p:cNvPr id="855043" name="Object 3"/>
          <p:cNvGraphicFramePr>
            <a:graphicFrameLocks noChangeAspect="1"/>
          </p:cNvGraphicFramePr>
          <p:nvPr/>
        </p:nvGraphicFramePr>
        <p:xfrm>
          <a:off x="1268413" y="4665663"/>
          <a:ext cx="1346200" cy="787400"/>
        </p:xfrm>
        <a:graphic>
          <a:graphicData uri="http://schemas.openxmlformats.org/presentationml/2006/ole">
            <mc:AlternateContent xmlns:mc="http://schemas.openxmlformats.org/markup-compatibility/2006">
              <mc:Choice xmlns:v="urn:schemas-microsoft-com:vml" Requires="v">
                <p:oleObj spid="_x0000_s21617" name="Equation" r:id="rId4" imgW="580913" imgH="295404" progId="Equation.DSMT4">
                  <p:embed/>
                </p:oleObj>
              </mc:Choice>
              <mc:Fallback>
                <p:oleObj name="Equation" r:id="rId4" imgW="580913" imgH="295404"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68413" y="4665663"/>
                        <a:ext cx="1346200"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5044" name="Text Box 4"/>
          <p:cNvSpPr txBox="1">
            <a:spLocks noChangeArrowheads="1"/>
          </p:cNvSpPr>
          <p:nvPr/>
        </p:nvSpPr>
        <p:spPr bwMode="auto">
          <a:xfrm>
            <a:off x="77788" y="803275"/>
            <a:ext cx="8820150"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kumimoji="1" lang="en-US" altLang="zh-CN" b="1" dirty="0">
                <a:solidFill>
                  <a:schemeClr val="bg1"/>
                </a:solidFill>
                <a:latin typeface="Times New Roman" pitchFamily="18" charset="0"/>
                <a:sym typeface="Symbol" pitchFamily="18" charset="2"/>
              </a:rPr>
              <a:t>       </a:t>
            </a:r>
            <a:r>
              <a:rPr kumimoji="1" lang="zh-CN" altLang="en-US" b="1" dirty="0" smtClean="0">
                <a:solidFill>
                  <a:schemeClr val="bg1"/>
                </a:solidFill>
                <a:latin typeface="Times New Roman" pitchFamily="18" charset="0"/>
                <a:sym typeface="Symbol" pitchFamily="18" charset="2"/>
              </a:rPr>
              <a:t>接地</a:t>
            </a:r>
            <a:r>
              <a:rPr kumimoji="1" lang="zh-CN" altLang="en-US" b="1" dirty="0">
                <a:solidFill>
                  <a:schemeClr val="bg1"/>
                </a:solidFill>
                <a:latin typeface="Times New Roman" pitchFamily="18" charset="0"/>
                <a:sym typeface="Symbol" pitchFamily="18" charset="2"/>
              </a:rPr>
              <a:t>空心导体球壳的</a:t>
            </a:r>
            <a:r>
              <a:rPr kumimoji="1" lang="zh-CN" altLang="en-US" b="1" dirty="0">
                <a:solidFill>
                  <a:srgbClr val="FF0000"/>
                </a:solidFill>
                <a:latin typeface="Times New Roman" pitchFamily="18" charset="0"/>
                <a:sym typeface="Symbol" pitchFamily="18" charset="2"/>
              </a:rPr>
              <a:t>内半径为</a:t>
            </a:r>
            <a:r>
              <a:rPr kumimoji="1" lang="en-US" altLang="zh-CN" b="1" i="1" dirty="0">
                <a:solidFill>
                  <a:srgbClr val="FF0000"/>
                </a:solidFill>
                <a:latin typeface="Times New Roman" pitchFamily="18" charset="0"/>
                <a:sym typeface="Symbol" pitchFamily="18" charset="2"/>
              </a:rPr>
              <a:t>a</a:t>
            </a:r>
            <a:r>
              <a:rPr kumimoji="1" lang="en-US" altLang="zh-CN" b="1" dirty="0">
                <a:solidFill>
                  <a:schemeClr val="bg1"/>
                </a:solidFill>
                <a:latin typeface="Times New Roman" pitchFamily="18" charset="0"/>
                <a:sym typeface="Symbol" pitchFamily="18" charset="2"/>
              </a:rPr>
              <a:t> </a:t>
            </a:r>
            <a:r>
              <a:rPr kumimoji="1" lang="zh-CN" altLang="en-US" b="1" dirty="0">
                <a:solidFill>
                  <a:schemeClr val="bg1"/>
                </a:solidFill>
                <a:latin typeface="Times New Roman" pitchFamily="18" charset="0"/>
                <a:sym typeface="Symbol" pitchFamily="18" charset="2"/>
              </a:rPr>
              <a:t>、外半径为</a:t>
            </a:r>
            <a:r>
              <a:rPr kumimoji="1" lang="en-US" altLang="zh-CN" b="1" i="1" dirty="0">
                <a:solidFill>
                  <a:schemeClr val="bg1"/>
                </a:solidFill>
                <a:latin typeface="Times New Roman" pitchFamily="18" charset="0"/>
                <a:sym typeface="Symbol" pitchFamily="18" charset="2"/>
              </a:rPr>
              <a:t>b</a:t>
            </a:r>
            <a:r>
              <a:rPr kumimoji="1" lang="zh-CN" altLang="en-US" b="1" dirty="0">
                <a:solidFill>
                  <a:schemeClr val="bg1"/>
                </a:solidFill>
                <a:latin typeface="Times New Roman" pitchFamily="18" charset="0"/>
                <a:sym typeface="Symbol" pitchFamily="18" charset="2"/>
              </a:rPr>
              <a:t>，</a:t>
            </a:r>
            <a:r>
              <a:rPr kumimoji="1" lang="zh-CN" altLang="en-US" b="1" u="sng" dirty="0">
                <a:solidFill>
                  <a:schemeClr val="bg1"/>
                </a:solidFill>
                <a:latin typeface="Times New Roman" pitchFamily="18" charset="0"/>
                <a:sym typeface="Symbol" pitchFamily="18" charset="2"/>
              </a:rPr>
              <a:t>点电荷</a:t>
            </a:r>
            <a:r>
              <a:rPr kumimoji="1" lang="en-US" altLang="zh-CN" b="1" i="1" u="sng" dirty="0">
                <a:solidFill>
                  <a:schemeClr val="bg1"/>
                </a:solidFill>
                <a:latin typeface="Times New Roman" pitchFamily="18" charset="0"/>
                <a:sym typeface="Symbol" pitchFamily="18" charset="2"/>
              </a:rPr>
              <a:t>q </a:t>
            </a:r>
            <a:r>
              <a:rPr kumimoji="1" lang="zh-CN" altLang="en-US" b="1" u="sng" dirty="0">
                <a:solidFill>
                  <a:schemeClr val="bg1"/>
                </a:solidFill>
                <a:latin typeface="Times New Roman" pitchFamily="18" charset="0"/>
                <a:sym typeface="Symbol" pitchFamily="18" charset="2"/>
              </a:rPr>
              <a:t>位于球壳内</a:t>
            </a:r>
            <a:r>
              <a:rPr kumimoji="1" lang="zh-CN" altLang="en-US" b="1" dirty="0">
                <a:solidFill>
                  <a:schemeClr val="bg1"/>
                </a:solidFill>
                <a:latin typeface="Times New Roman" pitchFamily="18" charset="0"/>
                <a:sym typeface="Symbol" pitchFamily="18" charset="2"/>
              </a:rPr>
              <a:t>，与球心相距为</a:t>
            </a:r>
            <a:r>
              <a:rPr kumimoji="1" lang="en-US" altLang="zh-CN" b="1" i="1" dirty="0">
                <a:solidFill>
                  <a:schemeClr val="bg1"/>
                </a:solidFill>
                <a:latin typeface="Times New Roman" pitchFamily="18" charset="0"/>
                <a:sym typeface="Symbol" pitchFamily="18" charset="2"/>
              </a:rPr>
              <a:t>d</a:t>
            </a:r>
            <a:r>
              <a:rPr kumimoji="1" lang="en-US" altLang="zh-CN" b="1" dirty="0">
                <a:solidFill>
                  <a:schemeClr val="bg1"/>
                </a:solidFill>
                <a:latin typeface="Times New Roman" pitchFamily="18" charset="0"/>
                <a:sym typeface="Symbol" pitchFamily="18" charset="2"/>
              </a:rPr>
              <a:t> ( </a:t>
            </a:r>
            <a:r>
              <a:rPr kumimoji="1" lang="en-US" altLang="zh-CN" b="1" i="1" dirty="0">
                <a:solidFill>
                  <a:schemeClr val="bg1"/>
                </a:solidFill>
                <a:latin typeface="Times New Roman" pitchFamily="18" charset="0"/>
                <a:sym typeface="Symbol" pitchFamily="18" charset="2"/>
              </a:rPr>
              <a:t>d</a:t>
            </a:r>
            <a:r>
              <a:rPr kumimoji="1" lang="en-US" altLang="zh-CN" b="1" dirty="0">
                <a:solidFill>
                  <a:schemeClr val="bg1"/>
                </a:solidFill>
                <a:latin typeface="Times New Roman" pitchFamily="18" charset="0"/>
                <a:sym typeface="Symbol" pitchFamily="18" charset="2"/>
              </a:rPr>
              <a:t> &lt; </a:t>
            </a:r>
            <a:r>
              <a:rPr kumimoji="1" lang="en-US" altLang="zh-CN" b="1" i="1" dirty="0">
                <a:solidFill>
                  <a:schemeClr val="bg1"/>
                </a:solidFill>
                <a:latin typeface="Times New Roman" pitchFamily="18" charset="0"/>
                <a:sym typeface="Symbol" pitchFamily="18" charset="2"/>
              </a:rPr>
              <a:t>a </a:t>
            </a:r>
            <a:r>
              <a:rPr kumimoji="1" lang="en-US" altLang="zh-CN" b="1" dirty="0">
                <a:solidFill>
                  <a:schemeClr val="bg1"/>
                </a:solidFill>
                <a:latin typeface="Times New Roman" pitchFamily="18" charset="0"/>
                <a:sym typeface="Symbol" pitchFamily="18" charset="2"/>
              </a:rPr>
              <a:t>)</a:t>
            </a:r>
            <a:r>
              <a:rPr kumimoji="1" lang="zh-CN" altLang="en-US" b="1" dirty="0">
                <a:solidFill>
                  <a:schemeClr val="bg1"/>
                </a:solidFill>
                <a:latin typeface="Times New Roman" pitchFamily="18" charset="0"/>
                <a:sym typeface="Symbol" pitchFamily="18" charset="2"/>
              </a:rPr>
              <a:t>。</a:t>
            </a:r>
          </a:p>
        </p:txBody>
      </p:sp>
      <p:sp>
        <p:nvSpPr>
          <p:cNvPr id="855045" name="Text Box 5"/>
          <p:cNvSpPr txBox="1">
            <a:spLocks noChangeArrowheads="1"/>
          </p:cNvSpPr>
          <p:nvPr/>
        </p:nvSpPr>
        <p:spPr bwMode="auto">
          <a:xfrm>
            <a:off x="101600" y="1773238"/>
            <a:ext cx="4643438"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kumimoji="1" lang="en-US" altLang="zh-CN" b="1">
                <a:solidFill>
                  <a:schemeClr val="bg1"/>
                </a:solidFill>
                <a:sym typeface="Symbol" pitchFamily="18" charset="2"/>
              </a:rPr>
              <a:t>       </a:t>
            </a:r>
            <a:r>
              <a:rPr kumimoji="1" lang="zh-CN" altLang="en-US" b="1">
                <a:solidFill>
                  <a:schemeClr val="bg1"/>
                </a:solidFill>
                <a:latin typeface="Times New Roman" pitchFamily="18" charset="0"/>
                <a:sym typeface="Symbol" pitchFamily="18" charset="2"/>
              </a:rPr>
              <a:t>由于球壳接地，感应电荷分布在球壳的内表面上。镜像电荷</a:t>
            </a:r>
            <a:r>
              <a:rPr kumimoji="1" lang="en-US" altLang="zh-CN" b="1" i="1">
                <a:solidFill>
                  <a:schemeClr val="bg1"/>
                </a:solidFill>
                <a:latin typeface="Times New Roman" pitchFamily="18" charset="0"/>
                <a:sym typeface="Symbol" pitchFamily="18" charset="2"/>
              </a:rPr>
              <a:t>q </a:t>
            </a:r>
            <a:r>
              <a:rPr kumimoji="1" lang="zh-CN" altLang="en-US" b="1">
                <a:solidFill>
                  <a:schemeClr val="bg1"/>
                </a:solidFill>
                <a:latin typeface="Times New Roman" pitchFamily="18" charset="0"/>
                <a:sym typeface="Symbol" pitchFamily="18" charset="2"/>
              </a:rPr>
              <a:t>应位于导体球壳外，且在点电荷</a:t>
            </a:r>
            <a:r>
              <a:rPr kumimoji="1" lang="en-US" altLang="zh-CN" b="1" i="1">
                <a:solidFill>
                  <a:schemeClr val="bg1"/>
                </a:solidFill>
                <a:latin typeface="Times New Roman" pitchFamily="18" charset="0"/>
                <a:sym typeface="Symbol" pitchFamily="18" charset="2"/>
              </a:rPr>
              <a:t>q</a:t>
            </a:r>
            <a:r>
              <a:rPr kumimoji="1" lang="zh-CN" altLang="en-US" b="1">
                <a:solidFill>
                  <a:schemeClr val="bg1"/>
                </a:solidFill>
                <a:latin typeface="Times New Roman" pitchFamily="18" charset="0"/>
                <a:sym typeface="Symbol" pitchFamily="18" charset="2"/>
              </a:rPr>
              <a:t>与球心的连线的延长线上。</a:t>
            </a:r>
          </a:p>
        </p:txBody>
      </p:sp>
      <p:graphicFrame>
        <p:nvGraphicFramePr>
          <p:cNvPr id="855046" name="Object 6"/>
          <p:cNvGraphicFramePr>
            <a:graphicFrameLocks noChangeAspect="1"/>
          </p:cNvGraphicFramePr>
          <p:nvPr/>
        </p:nvGraphicFramePr>
        <p:xfrm>
          <a:off x="3208338" y="4606925"/>
          <a:ext cx="990600" cy="838200"/>
        </p:xfrm>
        <a:graphic>
          <a:graphicData uri="http://schemas.openxmlformats.org/presentationml/2006/ole">
            <mc:AlternateContent xmlns:mc="http://schemas.openxmlformats.org/markup-compatibility/2006">
              <mc:Choice xmlns:v="urn:schemas-microsoft-com:vml" Requires="v">
                <p:oleObj spid="_x0000_s21618" name="Equation" r:id="rId6" imgW="400115" imgH="323901" progId="Equation.DSMT4">
                  <p:embed/>
                </p:oleObj>
              </mc:Choice>
              <mc:Fallback>
                <p:oleObj name="Equation" r:id="rId6" imgW="400115" imgH="323901"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08338" y="4606925"/>
                        <a:ext cx="9906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5047" name="Text Box 7"/>
          <p:cNvSpPr txBox="1">
            <a:spLocks noChangeArrowheads="1"/>
          </p:cNvSpPr>
          <p:nvPr/>
        </p:nvSpPr>
        <p:spPr bwMode="auto">
          <a:xfrm>
            <a:off x="107950" y="5445125"/>
            <a:ext cx="871220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buFontTx/>
              <a:buBlip>
                <a:blip r:embed="rId8"/>
              </a:buBlip>
            </a:pPr>
            <a:r>
              <a:rPr kumimoji="1" lang="zh-CN" altLang="en-US" b="1" dirty="0">
                <a:solidFill>
                  <a:schemeClr val="bg1"/>
                </a:solidFill>
                <a:latin typeface="Times New Roman" pitchFamily="18" charset="0"/>
                <a:sym typeface="Symbol" pitchFamily="18" charset="2"/>
              </a:rPr>
              <a:t>　</a:t>
            </a:r>
            <a:r>
              <a:rPr kumimoji="1" lang="en-US" altLang="zh-CN" b="1" dirty="0">
                <a:solidFill>
                  <a:schemeClr val="bg1"/>
                </a:solidFill>
                <a:latin typeface="Times New Roman" pitchFamily="18" charset="0"/>
                <a:sym typeface="Symbol" pitchFamily="18" charset="2"/>
              </a:rPr>
              <a:t>| </a:t>
            </a:r>
            <a:r>
              <a:rPr kumimoji="1" lang="en-US" altLang="zh-CN" b="1" i="1" dirty="0">
                <a:solidFill>
                  <a:schemeClr val="bg1"/>
                </a:solidFill>
                <a:latin typeface="Times New Roman" pitchFamily="18" charset="0"/>
                <a:sym typeface="Symbol" pitchFamily="18" charset="2"/>
              </a:rPr>
              <a:t>q</a:t>
            </a:r>
            <a:r>
              <a:rPr kumimoji="1" lang="en-US" altLang="zh-CN" b="1" i="1" dirty="0">
                <a:solidFill>
                  <a:schemeClr val="bg1"/>
                </a:solidFill>
                <a:latin typeface="Times New Roman" pitchFamily="18" charset="0"/>
                <a:cs typeface="Times New Roman" pitchFamily="18" charset="0"/>
                <a:sym typeface="Symbol" pitchFamily="18" charset="2"/>
              </a:rPr>
              <a:t>'</a:t>
            </a:r>
            <a:r>
              <a:rPr kumimoji="1" lang="en-US" altLang="zh-CN" b="1" dirty="0">
                <a:solidFill>
                  <a:schemeClr val="bg1"/>
                </a:solidFill>
                <a:latin typeface="Times New Roman" pitchFamily="18" charset="0"/>
                <a:sym typeface="Symbol" pitchFamily="18" charset="2"/>
              </a:rPr>
              <a:t>|&gt;|</a:t>
            </a:r>
            <a:r>
              <a:rPr kumimoji="1" lang="en-US" altLang="zh-CN" b="1" i="1" dirty="0">
                <a:solidFill>
                  <a:schemeClr val="bg1"/>
                </a:solidFill>
                <a:latin typeface="Times New Roman" pitchFamily="18" charset="0"/>
                <a:sym typeface="Symbol" pitchFamily="18" charset="2"/>
              </a:rPr>
              <a:t>q</a:t>
            </a:r>
            <a:r>
              <a:rPr kumimoji="1" lang="en-US" altLang="zh-CN" b="1" dirty="0">
                <a:solidFill>
                  <a:schemeClr val="bg1"/>
                </a:solidFill>
                <a:latin typeface="Times New Roman" pitchFamily="18" charset="0"/>
                <a:sym typeface="Symbol" pitchFamily="18" charset="2"/>
              </a:rPr>
              <a:t>|</a:t>
            </a:r>
            <a:r>
              <a:rPr kumimoji="1" lang="zh-CN" altLang="en-US" b="1" dirty="0">
                <a:solidFill>
                  <a:schemeClr val="bg1"/>
                </a:solidFill>
                <a:latin typeface="Times New Roman" pitchFamily="18" charset="0"/>
                <a:sym typeface="Symbol" pitchFamily="18" charset="2"/>
              </a:rPr>
              <a:t>，可见镜像电荷的电荷量大于点电荷的电荷量</a:t>
            </a:r>
          </a:p>
          <a:p>
            <a:pPr algn="just" eaLnBrk="1" hangingPunct="1">
              <a:lnSpc>
                <a:spcPct val="110000"/>
              </a:lnSpc>
              <a:spcBef>
                <a:spcPct val="50000"/>
              </a:spcBef>
              <a:buFontTx/>
              <a:buBlip>
                <a:blip r:embed="rId8"/>
              </a:buBlip>
            </a:pPr>
            <a:r>
              <a:rPr kumimoji="1" lang="zh-CN" altLang="en-US" b="1" dirty="0">
                <a:solidFill>
                  <a:schemeClr val="bg1"/>
                </a:solidFill>
                <a:latin typeface="Times New Roman" pitchFamily="18" charset="0"/>
                <a:sym typeface="Symbol" pitchFamily="18" charset="2"/>
              </a:rPr>
              <a:t>　镜像电荷的位置和电量与外半径 </a:t>
            </a:r>
            <a:r>
              <a:rPr kumimoji="1" lang="en-US" altLang="zh-CN" b="1" i="1" dirty="0">
                <a:solidFill>
                  <a:schemeClr val="bg1"/>
                </a:solidFill>
                <a:latin typeface="Times New Roman" pitchFamily="18" charset="0"/>
                <a:sym typeface="Symbol" pitchFamily="18" charset="2"/>
              </a:rPr>
              <a:t>b </a:t>
            </a:r>
            <a:r>
              <a:rPr kumimoji="1" lang="zh-CN" altLang="en-US" b="1" dirty="0">
                <a:solidFill>
                  <a:schemeClr val="bg1"/>
                </a:solidFill>
                <a:latin typeface="Times New Roman" pitchFamily="18" charset="0"/>
                <a:sym typeface="Symbol" pitchFamily="18" charset="2"/>
              </a:rPr>
              <a:t>无关（</a:t>
            </a:r>
            <a:r>
              <a:rPr kumimoji="1" lang="zh-CN" altLang="en-US" b="1" dirty="0">
                <a:solidFill>
                  <a:srgbClr val="FF0000"/>
                </a:solidFill>
                <a:latin typeface="Times New Roman" pitchFamily="18" charset="0"/>
                <a:sym typeface="Symbol" pitchFamily="18" charset="2"/>
              </a:rPr>
              <a:t>为什么？</a:t>
            </a:r>
            <a:r>
              <a:rPr kumimoji="1" lang="zh-CN" altLang="en-US" b="1" dirty="0">
                <a:solidFill>
                  <a:schemeClr val="bg1"/>
                </a:solidFill>
                <a:latin typeface="Times New Roman" pitchFamily="18" charset="0"/>
                <a:sym typeface="Symbol" pitchFamily="18" charset="2"/>
              </a:rPr>
              <a:t>）</a:t>
            </a:r>
          </a:p>
        </p:txBody>
      </p:sp>
      <p:grpSp>
        <p:nvGrpSpPr>
          <p:cNvPr id="2" name="Group 8"/>
          <p:cNvGrpSpPr>
            <a:grpSpLocks/>
          </p:cNvGrpSpPr>
          <p:nvPr/>
        </p:nvGrpSpPr>
        <p:grpSpPr bwMode="auto">
          <a:xfrm>
            <a:off x="5005388" y="2060575"/>
            <a:ext cx="3887787" cy="2952750"/>
            <a:chOff x="3243" y="1298"/>
            <a:chExt cx="2449" cy="1860"/>
          </a:xfrm>
        </p:grpSpPr>
        <p:sp>
          <p:nvSpPr>
            <p:cNvPr id="21544" name="Rectangle 9"/>
            <p:cNvSpPr>
              <a:spLocks noChangeArrowheads="1"/>
            </p:cNvSpPr>
            <p:nvPr/>
          </p:nvSpPr>
          <p:spPr bwMode="auto">
            <a:xfrm>
              <a:off x="3243" y="1298"/>
              <a:ext cx="2449" cy="1860"/>
            </a:xfrm>
            <a:prstGeom prst="rect">
              <a:avLst/>
            </a:prstGeom>
            <a:solidFill>
              <a:srgbClr val="CCFFFF"/>
            </a:solidFill>
            <a:ln w="9525">
              <a:solidFill>
                <a:srgbClr val="FF00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nvGrpSpPr>
            <p:cNvPr id="21545" name="Group 10"/>
            <p:cNvGrpSpPr>
              <a:grpSpLocks/>
            </p:cNvGrpSpPr>
            <p:nvPr/>
          </p:nvGrpSpPr>
          <p:grpSpPr bwMode="auto">
            <a:xfrm>
              <a:off x="3425" y="1480"/>
              <a:ext cx="2222" cy="1451"/>
              <a:chOff x="3286" y="1344"/>
              <a:chExt cx="2222" cy="1451"/>
            </a:xfrm>
          </p:grpSpPr>
          <p:sp>
            <p:nvSpPr>
              <p:cNvPr id="21546" name="AutoShape 11" descr="宽上对角线"/>
              <p:cNvSpPr>
                <a:spLocks noChangeAspect="1" noChangeArrowheads="1"/>
              </p:cNvSpPr>
              <p:nvPr/>
            </p:nvSpPr>
            <p:spPr bwMode="auto">
              <a:xfrm>
                <a:off x="3297" y="1344"/>
                <a:ext cx="1451" cy="145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6 w 21600"/>
                  <a:gd name="T25" fmla="*/ 3156 h 21600"/>
                  <a:gd name="T26" fmla="*/ 18444 w 21600"/>
                  <a:gd name="T27" fmla="*/ 1844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855" y="10800"/>
                    </a:moveTo>
                    <a:cubicBezTo>
                      <a:pt x="1855" y="15740"/>
                      <a:pt x="5860" y="19745"/>
                      <a:pt x="10800" y="19745"/>
                    </a:cubicBezTo>
                    <a:cubicBezTo>
                      <a:pt x="15740" y="19745"/>
                      <a:pt x="19745" y="15740"/>
                      <a:pt x="19745" y="10800"/>
                    </a:cubicBezTo>
                    <a:cubicBezTo>
                      <a:pt x="19745" y="5860"/>
                      <a:pt x="15740" y="1855"/>
                      <a:pt x="10800" y="1855"/>
                    </a:cubicBezTo>
                    <a:cubicBezTo>
                      <a:pt x="5860" y="1855"/>
                      <a:pt x="1855" y="5860"/>
                      <a:pt x="1855" y="10800"/>
                    </a:cubicBezTo>
                    <a:close/>
                  </a:path>
                </a:pathLst>
              </a:custGeom>
              <a:pattFill prst="wdUpDiag">
                <a:fgClr>
                  <a:srgbClr val="5A07FF"/>
                </a:fgClr>
                <a:bgClr>
                  <a:srgbClr val="FFFFFF"/>
                </a:bgClr>
              </a:pattFill>
              <a:ln w="22225">
                <a:solidFill>
                  <a:schemeClr val="tx1"/>
                </a:solidFill>
                <a:round/>
                <a:headEnd/>
                <a:tailEnd/>
              </a:ln>
            </p:spPr>
            <p:txBody>
              <a:bodyPr wrap="none" anchor="ctr"/>
              <a:lstStyle/>
              <a:p>
                <a:endParaRPr lang="zh-CN" altLang="en-US"/>
              </a:p>
            </p:txBody>
          </p:sp>
          <p:grpSp>
            <p:nvGrpSpPr>
              <p:cNvPr id="21547" name="Group 12"/>
              <p:cNvGrpSpPr>
                <a:grpSpLocks/>
              </p:cNvGrpSpPr>
              <p:nvPr/>
            </p:nvGrpSpPr>
            <p:grpSpPr bwMode="auto">
              <a:xfrm>
                <a:off x="3286" y="2568"/>
                <a:ext cx="203" cy="145"/>
                <a:chOff x="327" y="2345"/>
                <a:chExt cx="203" cy="145"/>
              </a:xfrm>
            </p:grpSpPr>
            <p:sp>
              <p:nvSpPr>
                <p:cNvPr id="21560" name="Line 13"/>
                <p:cNvSpPr>
                  <a:spLocks noChangeShapeType="1"/>
                </p:cNvSpPr>
                <p:nvPr/>
              </p:nvSpPr>
              <p:spPr bwMode="auto">
                <a:xfrm>
                  <a:off x="390" y="2346"/>
                  <a:ext cx="140" cy="0"/>
                </a:xfrm>
                <a:prstGeom prst="line">
                  <a:avLst/>
                </a:prstGeom>
                <a:noFill/>
                <a:ln w="28575">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61" name="Line 14"/>
                <p:cNvSpPr>
                  <a:spLocks noChangeShapeType="1"/>
                </p:cNvSpPr>
                <p:nvPr/>
              </p:nvSpPr>
              <p:spPr bwMode="auto">
                <a:xfrm rot="-5400000">
                  <a:off x="324" y="2415"/>
                  <a:ext cx="140" cy="0"/>
                </a:xfrm>
                <a:prstGeom prst="line">
                  <a:avLst/>
                </a:prstGeom>
                <a:noFill/>
                <a:ln w="28575">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62" name="Line 15"/>
                <p:cNvSpPr>
                  <a:spLocks noChangeShapeType="1"/>
                </p:cNvSpPr>
                <p:nvPr/>
              </p:nvSpPr>
              <p:spPr bwMode="auto">
                <a:xfrm>
                  <a:off x="327" y="2490"/>
                  <a:ext cx="140" cy="0"/>
                </a:xfrm>
                <a:prstGeom prst="line">
                  <a:avLst/>
                </a:prstGeom>
                <a:noFill/>
                <a:ln w="57150">
                  <a:solidFill>
                    <a:srgbClr val="00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1548" name="Line 16"/>
              <p:cNvSpPr>
                <a:spLocks noChangeShapeType="1"/>
              </p:cNvSpPr>
              <p:nvPr/>
            </p:nvSpPr>
            <p:spPr bwMode="auto">
              <a:xfrm flipV="1">
                <a:off x="4013" y="2069"/>
                <a:ext cx="1495" cy="1"/>
              </a:xfrm>
              <a:prstGeom prst="line">
                <a:avLst/>
              </a:prstGeom>
              <a:noFill/>
              <a:ln w="28575">
                <a:solidFill>
                  <a:srgbClr val="000066"/>
                </a:solidFill>
                <a:prstDash val="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49" name="Line 17"/>
              <p:cNvSpPr>
                <a:spLocks noChangeShapeType="1"/>
              </p:cNvSpPr>
              <p:nvPr/>
            </p:nvSpPr>
            <p:spPr bwMode="auto">
              <a:xfrm flipH="1" flipV="1">
                <a:off x="3787" y="1525"/>
                <a:ext cx="239" cy="560"/>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50" name="Oval 18"/>
              <p:cNvSpPr>
                <a:spLocks noChangeArrowheads="1"/>
              </p:cNvSpPr>
              <p:nvPr/>
            </p:nvSpPr>
            <p:spPr bwMode="auto">
              <a:xfrm>
                <a:off x="4377" y="2024"/>
                <a:ext cx="91" cy="91"/>
              </a:xfrm>
              <a:prstGeom prst="ellipse">
                <a:avLst/>
              </a:prstGeom>
              <a:solidFill>
                <a:srgbClr val="FF6600"/>
              </a:solidFill>
              <a:ln w="9525">
                <a:solidFill>
                  <a:srgbClr val="FF6600"/>
                </a:solidFill>
                <a:round/>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1551" name="Line 19"/>
              <p:cNvSpPr>
                <a:spLocks noChangeShapeType="1"/>
              </p:cNvSpPr>
              <p:nvPr/>
            </p:nvSpPr>
            <p:spPr bwMode="auto">
              <a:xfrm>
                <a:off x="4413" y="2115"/>
                <a:ext cx="9" cy="349"/>
              </a:xfrm>
              <a:prstGeom prst="line">
                <a:avLst/>
              </a:prstGeom>
              <a:noFill/>
              <a:ln w="15875">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52" name="Line 20"/>
              <p:cNvSpPr>
                <a:spLocks noChangeShapeType="1"/>
              </p:cNvSpPr>
              <p:nvPr/>
            </p:nvSpPr>
            <p:spPr bwMode="auto">
              <a:xfrm>
                <a:off x="4046" y="2205"/>
                <a:ext cx="331" cy="0"/>
              </a:xfrm>
              <a:prstGeom prst="line">
                <a:avLst/>
              </a:prstGeom>
              <a:noFill/>
              <a:ln w="22225">
                <a:solidFill>
                  <a:srgbClr val="008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53" name="Text Box 21"/>
              <p:cNvSpPr txBox="1">
                <a:spLocks noChangeArrowheads="1"/>
              </p:cNvSpPr>
              <p:nvPr/>
            </p:nvSpPr>
            <p:spPr bwMode="auto">
              <a:xfrm>
                <a:off x="3651" y="1555"/>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rgbClr val="0000FF"/>
                    </a:solidFill>
                    <a:latin typeface="Times New Roman" pitchFamily="18" charset="0"/>
                  </a:rPr>
                  <a:t>a</a:t>
                </a:r>
              </a:p>
            </p:txBody>
          </p:sp>
          <p:sp>
            <p:nvSpPr>
              <p:cNvPr id="21554" name="Text Box 22"/>
              <p:cNvSpPr txBox="1">
                <a:spLocks noChangeArrowheads="1"/>
              </p:cNvSpPr>
              <p:nvPr/>
            </p:nvSpPr>
            <p:spPr bwMode="auto">
              <a:xfrm>
                <a:off x="4422" y="1979"/>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rgbClr val="FF5A07"/>
                    </a:solidFill>
                    <a:latin typeface="Times New Roman" pitchFamily="18" charset="0"/>
                  </a:rPr>
                  <a:t>q</a:t>
                </a:r>
              </a:p>
            </p:txBody>
          </p:sp>
          <p:sp>
            <p:nvSpPr>
              <p:cNvPr id="21555" name="Text Box 23"/>
              <p:cNvSpPr txBox="1">
                <a:spLocks noChangeArrowheads="1"/>
              </p:cNvSpPr>
              <p:nvPr/>
            </p:nvSpPr>
            <p:spPr bwMode="auto">
              <a:xfrm>
                <a:off x="4088" y="2160"/>
                <a:ext cx="3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rgbClr val="800000"/>
                    </a:solidFill>
                    <a:latin typeface="Times New Roman" pitchFamily="18" charset="0"/>
                  </a:rPr>
                  <a:t>d</a:t>
                </a:r>
                <a:endParaRPr lang="en-US" altLang="zh-CN" b="1">
                  <a:solidFill>
                    <a:srgbClr val="800000"/>
                  </a:solidFill>
                  <a:latin typeface="Times New Roman" pitchFamily="18" charset="0"/>
                </a:endParaRPr>
              </a:p>
            </p:txBody>
          </p:sp>
          <p:sp>
            <p:nvSpPr>
              <p:cNvPr id="21556" name="Text Box 24"/>
              <p:cNvSpPr txBox="1">
                <a:spLocks noChangeArrowheads="1"/>
              </p:cNvSpPr>
              <p:nvPr/>
            </p:nvSpPr>
            <p:spPr bwMode="auto">
              <a:xfrm>
                <a:off x="3787" y="1979"/>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rgbClr val="0000FF"/>
                    </a:solidFill>
                    <a:latin typeface="Times New Roman" pitchFamily="18" charset="0"/>
                  </a:rPr>
                  <a:t>o</a:t>
                </a:r>
              </a:p>
            </p:txBody>
          </p:sp>
          <p:sp>
            <p:nvSpPr>
              <p:cNvPr id="21557" name="Line 25"/>
              <p:cNvSpPr>
                <a:spLocks noChangeShapeType="1"/>
              </p:cNvSpPr>
              <p:nvPr/>
            </p:nvSpPr>
            <p:spPr bwMode="auto">
              <a:xfrm flipH="1" flipV="1">
                <a:off x="3397" y="1671"/>
                <a:ext cx="635" cy="408"/>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58" name="Text Box 26"/>
              <p:cNvSpPr txBox="1">
                <a:spLocks noChangeArrowheads="1"/>
              </p:cNvSpPr>
              <p:nvPr/>
            </p:nvSpPr>
            <p:spPr bwMode="auto">
              <a:xfrm>
                <a:off x="3510" y="1842"/>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rgbClr val="0000FF"/>
                    </a:solidFill>
                    <a:latin typeface="Times New Roman" pitchFamily="18" charset="0"/>
                  </a:rPr>
                  <a:t>b</a:t>
                </a:r>
              </a:p>
            </p:txBody>
          </p:sp>
          <p:sp>
            <p:nvSpPr>
              <p:cNvPr id="21559" name="Line 27"/>
              <p:cNvSpPr>
                <a:spLocks noChangeShapeType="1"/>
              </p:cNvSpPr>
              <p:nvPr/>
            </p:nvSpPr>
            <p:spPr bwMode="auto">
              <a:xfrm>
                <a:off x="4014" y="2129"/>
                <a:ext cx="9" cy="349"/>
              </a:xfrm>
              <a:prstGeom prst="line">
                <a:avLst/>
              </a:prstGeom>
              <a:noFill/>
              <a:ln w="15875">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 name="Group 28"/>
          <p:cNvGrpSpPr>
            <a:grpSpLocks/>
          </p:cNvGrpSpPr>
          <p:nvPr/>
        </p:nvGrpSpPr>
        <p:grpSpPr bwMode="auto">
          <a:xfrm>
            <a:off x="5003800" y="2060575"/>
            <a:ext cx="3948113" cy="2952750"/>
            <a:chOff x="3243" y="1298"/>
            <a:chExt cx="2487" cy="1860"/>
          </a:xfrm>
        </p:grpSpPr>
        <p:sp>
          <p:nvSpPr>
            <p:cNvPr id="21520" name="Rectangle 29"/>
            <p:cNvSpPr>
              <a:spLocks noChangeArrowheads="1"/>
            </p:cNvSpPr>
            <p:nvPr/>
          </p:nvSpPr>
          <p:spPr bwMode="auto">
            <a:xfrm>
              <a:off x="3243" y="1298"/>
              <a:ext cx="2449" cy="1860"/>
            </a:xfrm>
            <a:prstGeom prst="rect">
              <a:avLst/>
            </a:prstGeom>
            <a:solidFill>
              <a:srgbClr val="CCFFFF"/>
            </a:solidFill>
            <a:ln w="9525">
              <a:solidFill>
                <a:srgbClr val="FF00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nvGrpSpPr>
            <p:cNvPr id="21521" name="Group 30"/>
            <p:cNvGrpSpPr>
              <a:grpSpLocks/>
            </p:cNvGrpSpPr>
            <p:nvPr/>
          </p:nvGrpSpPr>
          <p:grpSpPr bwMode="auto">
            <a:xfrm>
              <a:off x="3569" y="1616"/>
              <a:ext cx="2161" cy="1240"/>
              <a:chOff x="3569" y="1616"/>
              <a:chExt cx="2161" cy="1240"/>
            </a:xfrm>
          </p:grpSpPr>
          <p:sp>
            <p:nvSpPr>
              <p:cNvPr id="21522" name="Line 31"/>
              <p:cNvSpPr>
                <a:spLocks noChangeAspect="1" noChangeShapeType="1"/>
              </p:cNvSpPr>
              <p:nvPr/>
            </p:nvSpPr>
            <p:spPr bwMode="auto">
              <a:xfrm flipV="1">
                <a:off x="4150" y="1810"/>
                <a:ext cx="286" cy="395"/>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23" name="Text Box 32"/>
              <p:cNvSpPr txBox="1">
                <a:spLocks noChangeArrowheads="1"/>
              </p:cNvSpPr>
              <p:nvPr/>
            </p:nvSpPr>
            <p:spPr bwMode="auto">
              <a:xfrm>
                <a:off x="5284" y="2144"/>
                <a:ext cx="4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chemeClr val="hlink"/>
                    </a:solidFill>
                    <a:latin typeface="Times New Roman" pitchFamily="18" charset="0"/>
                  </a:rPr>
                  <a:t>q</a:t>
                </a:r>
                <a:r>
                  <a:rPr lang="en-US" altLang="zh-CN" b="1" i="1">
                    <a:solidFill>
                      <a:schemeClr val="hlink"/>
                    </a:solidFill>
                    <a:latin typeface="Times New Roman" pitchFamily="18" charset="0"/>
                    <a:cs typeface="Times New Roman" pitchFamily="18" charset="0"/>
                  </a:rPr>
                  <a:t>'</a:t>
                </a:r>
              </a:p>
            </p:txBody>
          </p:sp>
          <p:sp>
            <p:nvSpPr>
              <p:cNvPr id="21524" name="Line 33"/>
              <p:cNvSpPr>
                <a:spLocks noChangeShapeType="1"/>
              </p:cNvSpPr>
              <p:nvPr/>
            </p:nvSpPr>
            <p:spPr bwMode="auto">
              <a:xfrm flipH="1">
                <a:off x="5329" y="2251"/>
                <a:ext cx="0" cy="567"/>
              </a:xfrm>
              <a:prstGeom prst="line">
                <a:avLst/>
              </a:prstGeom>
              <a:noFill/>
              <a:ln w="15875">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5" name="Text Box 34"/>
              <p:cNvSpPr txBox="1">
                <a:spLocks noChangeArrowheads="1"/>
              </p:cNvSpPr>
              <p:nvPr/>
            </p:nvSpPr>
            <p:spPr bwMode="auto">
              <a:xfrm>
                <a:off x="4105" y="1797"/>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rgbClr val="5A07FF"/>
                    </a:solidFill>
                    <a:latin typeface="Times New Roman" pitchFamily="18" charset="0"/>
                  </a:rPr>
                  <a:t>r</a:t>
                </a:r>
              </a:p>
            </p:txBody>
          </p:sp>
          <p:sp>
            <p:nvSpPr>
              <p:cNvPr id="21526" name="Line 35"/>
              <p:cNvSpPr>
                <a:spLocks noChangeShapeType="1"/>
              </p:cNvSpPr>
              <p:nvPr/>
            </p:nvSpPr>
            <p:spPr bwMode="auto">
              <a:xfrm flipH="1" flipV="1">
                <a:off x="4422" y="1842"/>
                <a:ext cx="136" cy="363"/>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7" name="Text Box 36"/>
              <p:cNvSpPr txBox="1">
                <a:spLocks noChangeArrowheads="1"/>
              </p:cNvSpPr>
              <p:nvPr/>
            </p:nvSpPr>
            <p:spPr bwMode="auto">
              <a:xfrm>
                <a:off x="4956" y="1797"/>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chemeClr val="hlink"/>
                    </a:solidFill>
                    <a:latin typeface="Times New Roman" pitchFamily="18" charset="0"/>
                  </a:rPr>
                  <a:t>R</a:t>
                </a:r>
                <a:r>
                  <a:rPr lang="en-US" altLang="zh-CN" b="1" i="1">
                    <a:solidFill>
                      <a:schemeClr val="hlink"/>
                    </a:solidFill>
                    <a:latin typeface="Times New Roman" pitchFamily="18" charset="0"/>
                    <a:cs typeface="Times New Roman" pitchFamily="18" charset="0"/>
                  </a:rPr>
                  <a:t>'</a:t>
                </a:r>
              </a:p>
            </p:txBody>
          </p:sp>
          <p:sp>
            <p:nvSpPr>
              <p:cNvPr id="21528" name="Text Box 37"/>
              <p:cNvSpPr txBox="1">
                <a:spLocks noChangeArrowheads="1"/>
              </p:cNvSpPr>
              <p:nvPr/>
            </p:nvSpPr>
            <p:spPr bwMode="auto">
              <a:xfrm>
                <a:off x="4513" y="1894"/>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rgbClr val="FF5A07"/>
                    </a:solidFill>
                    <a:latin typeface="Times New Roman" pitchFamily="18" charset="0"/>
                  </a:rPr>
                  <a:t>R</a:t>
                </a:r>
              </a:p>
            </p:txBody>
          </p:sp>
          <p:sp>
            <p:nvSpPr>
              <p:cNvPr id="21529" name="Line 38"/>
              <p:cNvSpPr>
                <a:spLocks noChangeShapeType="1"/>
              </p:cNvSpPr>
              <p:nvPr/>
            </p:nvSpPr>
            <p:spPr bwMode="auto">
              <a:xfrm flipV="1">
                <a:off x="4149" y="2205"/>
                <a:ext cx="1495" cy="1"/>
              </a:xfrm>
              <a:prstGeom prst="line">
                <a:avLst/>
              </a:prstGeom>
              <a:noFill/>
              <a:ln w="28575">
                <a:solidFill>
                  <a:srgbClr val="000066"/>
                </a:solidFill>
                <a:prstDash val="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0" name="Line 39"/>
              <p:cNvSpPr>
                <a:spLocks noChangeShapeType="1"/>
              </p:cNvSpPr>
              <p:nvPr/>
            </p:nvSpPr>
            <p:spPr bwMode="auto">
              <a:xfrm flipH="1" flipV="1">
                <a:off x="3923" y="1661"/>
                <a:ext cx="227" cy="54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31" name="Oval 40"/>
              <p:cNvSpPr>
                <a:spLocks noChangeArrowheads="1"/>
              </p:cNvSpPr>
              <p:nvPr/>
            </p:nvSpPr>
            <p:spPr bwMode="auto">
              <a:xfrm>
                <a:off x="4513" y="2160"/>
                <a:ext cx="91" cy="91"/>
              </a:xfrm>
              <a:prstGeom prst="ellipse">
                <a:avLst/>
              </a:prstGeom>
              <a:solidFill>
                <a:srgbClr val="FF66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1532" name="Line 41"/>
              <p:cNvSpPr>
                <a:spLocks noChangeShapeType="1"/>
              </p:cNvSpPr>
              <p:nvPr/>
            </p:nvSpPr>
            <p:spPr bwMode="auto">
              <a:xfrm>
                <a:off x="4549" y="2251"/>
                <a:ext cx="0" cy="317"/>
              </a:xfrm>
              <a:prstGeom prst="line">
                <a:avLst/>
              </a:prstGeom>
              <a:noFill/>
              <a:ln w="15875">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3" name="Line 42"/>
              <p:cNvSpPr>
                <a:spLocks noChangeShapeType="1"/>
              </p:cNvSpPr>
              <p:nvPr/>
            </p:nvSpPr>
            <p:spPr bwMode="auto">
              <a:xfrm>
                <a:off x="4182" y="2341"/>
                <a:ext cx="331" cy="0"/>
              </a:xfrm>
              <a:prstGeom prst="line">
                <a:avLst/>
              </a:prstGeom>
              <a:noFill/>
              <a:ln w="22225">
                <a:solidFill>
                  <a:srgbClr val="008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34" name="Text Box 43"/>
              <p:cNvSpPr txBox="1">
                <a:spLocks noChangeArrowheads="1"/>
              </p:cNvSpPr>
              <p:nvPr/>
            </p:nvSpPr>
            <p:spPr bwMode="auto">
              <a:xfrm>
                <a:off x="3787" y="1781"/>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rgbClr val="0000FF"/>
                    </a:solidFill>
                    <a:latin typeface="Times New Roman" pitchFamily="18" charset="0"/>
                  </a:rPr>
                  <a:t>a</a:t>
                </a:r>
              </a:p>
            </p:txBody>
          </p:sp>
          <p:sp>
            <p:nvSpPr>
              <p:cNvPr id="21535" name="Text Box 44"/>
              <p:cNvSpPr txBox="1">
                <a:spLocks noChangeArrowheads="1"/>
              </p:cNvSpPr>
              <p:nvPr/>
            </p:nvSpPr>
            <p:spPr bwMode="auto">
              <a:xfrm>
                <a:off x="4558" y="2115"/>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rgbClr val="FF5A07"/>
                    </a:solidFill>
                    <a:latin typeface="Times New Roman" pitchFamily="18" charset="0"/>
                  </a:rPr>
                  <a:t>q</a:t>
                </a:r>
              </a:p>
            </p:txBody>
          </p:sp>
          <p:sp>
            <p:nvSpPr>
              <p:cNvPr id="21536" name="Text Box 45"/>
              <p:cNvSpPr txBox="1">
                <a:spLocks noChangeArrowheads="1"/>
              </p:cNvSpPr>
              <p:nvPr/>
            </p:nvSpPr>
            <p:spPr bwMode="auto">
              <a:xfrm>
                <a:off x="4224" y="2296"/>
                <a:ext cx="3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rgbClr val="800000"/>
                    </a:solidFill>
                    <a:latin typeface="Times New Roman" pitchFamily="18" charset="0"/>
                  </a:rPr>
                  <a:t>d</a:t>
                </a:r>
                <a:endParaRPr lang="en-US" altLang="zh-CN" b="1">
                  <a:solidFill>
                    <a:srgbClr val="800000"/>
                  </a:solidFill>
                  <a:latin typeface="Times New Roman" pitchFamily="18" charset="0"/>
                </a:endParaRPr>
              </a:p>
            </p:txBody>
          </p:sp>
          <p:sp>
            <p:nvSpPr>
              <p:cNvPr id="21537" name="Text Box 46"/>
              <p:cNvSpPr txBox="1">
                <a:spLocks noChangeArrowheads="1"/>
              </p:cNvSpPr>
              <p:nvPr/>
            </p:nvSpPr>
            <p:spPr bwMode="auto">
              <a:xfrm>
                <a:off x="3923" y="2115"/>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rgbClr val="0000FF"/>
                    </a:solidFill>
                    <a:latin typeface="Times New Roman" pitchFamily="18" charset="0"/>
                  </a:rPr>
                  <a:t>O</a:t>
                </a:r>
              </a:p>
            </p:txBody>
          </p:sp>
          <p:sp>
            <p:nvSpPr>
              <p:cNvPr id="21538" name="Line 47"/>
              <p:cNvSpPr>
                <a:spLocks noChangeShapeType="1"/>
              </p:cNvSpPr>
              <p:nvPr/>
            </p:nvSpPr>
            <p:spPr bwMode="auto">
              <a:xfrm>
                <a:off x="4150" y="2265"/>
                <a:ext cx="0" cy="567"/>
              </a:xfrm>
              <a:prstGeom prst="line">
                <a:avLst/>
              </a:prstGeom>
              <a:noFill/>
              <a:ln w="15875">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9" name="Oval 48"/>
              <p:cNvSpPr>
                <a:spLocks noChangeArrowheads="1"/>
              </p:cNvSpPr>
              <p:nvPr/>
            </p:nvSpPr>
            <p:spPr bwMode="auto">
              <a:xfrm>
                <a:off x="5284" y="2160"/>
                <a:ext cx="91" cy="91"/>
              </a:xfrm>
              <a:prstGeom prst="ellipse">
                <a:avLst/>
              </a:prstGeom>
              <a:solidFill>
                <a:srgbClr val="3399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1540" name="Line 49"/>
              <p:cNvSpPr>
                <a:spLocks noChangeShapeType="1"/>
              </p:cNvSpPr>
              <p:nvPr/>
            </p:nvSpPr>
            <p:spPr bwMode="auto">
              <a:xfrm flipH="1" flipV="1">
                <a:off x="4422" y="1828"/>
                <a:ext cx="907" cy="377"/>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41" name="Line 50"/>
              <p:cNvSpPr>
                <a:spLocks noChangeShapeType="1"/>
              </p:cNvSpPr>
              <p:nvPr/>
            </p:nvSpPr>
            <p:spPr bwMode="auto">
              <a:xfrm>
                <a:off x="4150" y="2614"/>
                <a:ext cx="1134" cy="0"/>
              </a:xfrm>
              <a:prstGeom prst="line">
                <a:avLst/>
              </a:prstGeom>
              <a:noFill/>
              <a:ln w="9525">
                <a:solidFill>
                  <a:srgbClr val="339966"/>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42" name="Text Box 51"/>
              <p:cNvSpPr txBox="1">
                <a:spLocks noChangeArrowheads="1"/>
              </p:cNvSpPr>
              <p:nvPr/>
            </p:nvSpPr>
            <p:spPr bwMode="auto">
              <a:xfrm>
                <a:off x="4799" y="2568"/>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lang="en-US" altLang="zh-CN" b="1" i="1">
                    <a:solidFill>
                      <a:schemeClr val="hlink"/>
                    </a:solidFill>
                    <a:latin typeface="Times New Roman" pitchFamily="18" charset="0"/>
                  </a:rPr>
                  <a:t>d</a:t>
                </a:r>
                <a:r>
                  <a:rPr lang="en-US" altLang="zh-CN" b="1" i="1">
                    <a:solidFill>
                      <a:schemeClr val="hlink"/>
                    </a:solidFill>
                    <a:latin typeface="Times New Roman" pitchFamily="18" charset="0"/>
                    <a:cs typeface="Times New Roman" pitchFamily="18" charset="0"/>
                  </a:rPr>
                  <a:t>'</a:t>
                </a:r>
              </a:p>
            </p:txBody>
          </p:sp>
          <p:sp>
            <p:nvSpPr>
              <p:cNvPr id="21543" name="Oval 52"/>
              <p:cNvSpPr>
                <a:spLocks noChangeArrowheads="1"/>
              </p:cNvSpPr>
              <p:nvPr/>
            </p:nvSpPr>
            <p:spPr bwMode="auto">
              <a:xfrm>
                <a:off x="3569" y="1616"/>
                <a:ext cx="1179" cy="1179"/>
              </a:xfrm>
              <a:prstGeom prst="ellipse">
                <a:avLst/>
              </a:prstGeom>
              <a:noFill/>
              <a:ln w="22225">
                <a:solidFill>
                  <a:srgbClr val="00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grpSp>
      <p:sp>
        <p:nvSpPr>
          <p:cNvPr id="21515" name="AutoShape 53">
            <a:hlinkClick r:id="rId9"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1516" name="AutoShape 54">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1517" name="AutoShape 55">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1518" name="AutoShape 56">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855097" name="Text Box 57"/>
          <p:cNvSpPr txBox="1">
            <a:spLocks noChangeArrowheads="1"/>
          </p:cNvSpPr>
          <p:nvPr/>
        </p:nvSpPr>
        <p:spPr bwMode="auto">
          <a:xfrm>
            <a:off x="130175" y="3716338"/>
            <a:ext cx="4643438"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kumimoji="1" lang="en-US" altLang="zh-CN" b="1">
                <a:solidFill>
                  <a:schemeClr val="bg1"/>
                </a:solidFill>
                <a:latin typeface="Times New Roman" pitchFamily="18" charset="0"/>
                <a:sym typeface="Symbol" pitchFamily="18" charset="2"/>
              </a:rPr>
              <a:t>        </a:t>
            </a:r>
            <a:r>
              <a:rPr kumimoji="1" lang="zh-CN" altLang="en-US" b="1">
                <a:solidFill>
                  <a:schemeClr val="bg1"/>
                </a:solidFill>
                <a:latin typeface="Times New Roman" pitchFamily="18" charset="0"/>
                <a:sym typeface="Symbol" pitchFamily="18" charset="2"/>
              </a:rPr>
              <a:t>与点荷位于接地导体球外同样的分析，可得到</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55042"/>
                                        </p:tgtEl>
                                        <p:attrNameLst>
                                          <p:attrName>style.visibility</p:attrName>
                                        </p:attrNameLst>
                                      </p:cBhvr>
                                      <p:to>
                                        <p:strVal val="visible"/>
                                      </p:to>
                                    </p:set>
                                    <p:animEffect transition="in" filter="wipe(up)">
                                      <p:cBhvr>
                                        <p:cTn id="7" dur="2000"/>
                                        <p:tgtEl>
                                          <p:spTgt spid="8550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000"/>
                                        <p:tgtEl>
                                          <p:spTgt spid="2"/>
                                        </p:tgtEl>
                                      </p:cBhvr>
                                    </p:animEffect>
                                  </p:childTnLst>
                                </p:cTn>
                              </p:par>
                            </p:childTnLst>
                          </p:cTn>
                        </p:par>
                        <p:par>
                          <p:cTn id="13" fill="hold" nodeType="afterGroup">
                            <p:stCondLst>
                              <p:cond delay="2000"/>
                            </p:stCondLst>
                            <p:childTnLst>
                              <p:par>
                                <p:cTn id="14" presetID="22" presetClass="entr" presetSubtype="1" fill="hold" grpId="0" nodeType="afterEffect">
                                  <p:stCondLst>
                                    <p:cond delay="0"/>
                                  </p:stCondLst>
                                  <p:childTnLst>
                                    <p:set>
                                      <p:cBhvr>
                                        <p:cTn id="15" dur="1" fill="hold">
                                          <p:stCondLst>
                                            <p:cond delay="0"/>
                                          </p:stCondLst>
                                        </p:cTn>
                                        <p:tgtEl>
                                          <p:spTgt spid="855044"/>
                                        </p:tgtEl>
                                        <p:attrNameLst>
                                          <p:attrName>style.visibility</p:attrName>
                                        </p:attrNameLst>
                                      </p:cBhvr>
                                      <p:to>
                                        <p:strVal val="visible"/>
                                      </p:to>
                                    </p:set>
                                    <p:animEffect transition="in" filter="wipe(up)">
                                      <p:cBhvr>
                                        <p:cTn id="16" dur="2000"/>
                                        <p:tgtEl>
                                          <p:spTgt spid="85504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855045"/>
                                        </p:tgtEl>
                                        <p:attrNameLst>
                                          <p:attrName>style.visibility</p:attrName>
                                        </p:attrNameLst>
                                      </p:cBhvr>
                                      <p:to>
                                        <p:strVal val="visible"/>
                                      </p:to>
                                    </p:set>
                                    <p:animEffect transition="in" filter="wipe(up)">
                                      <p:cBhvr>
                                        <p:cTn id="21" dur="5000"/>
                                        <p:tgtEl>
                                          <p:spTgt spid="855045"/>
                                        </p:tgtEl>
                                      </p:cBhvr>
                                    </p:animEffect>
                                  </p:childTnLst>
                                </p:cTn>
                              </p:par>
                            </p:childTnLst>
                          </p:cTn>
                        </p:par>
                        <p:par>
                          <p:cTn id="22" fill="hold" nodeType="afterGroup">
                            <p:stCondLst>
                              <p:cond delay="5000"/>
                            </p:stCondLst>
                            <p:childTnLst>
                              <p:par>
                                <p:cTn id="23" presetID="10"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2000"/>
                                        <p:tgtEl>
                                          <p:spTgt spid="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855097"/>
                                        </p:tgtEl>
                                        <p:attrNameLst>
                                          <p:attrName>style.visibility</p:attrName>
                                        </p:attrNameLst>
                                      </p:cBhvr>
                                      <p:to>
                                        <p:strVal val="visible"/>
                                      </p:to>
                                    </p:set>
                                    <p:animEffect transition="in" filter="wipe(up)">
                                      <p:cBhvr>
                                        <p:cTn id="30" dur="5000"/>
                                        <p:tgtEl>
                                          <p:spTgt spid="855097"/>
                                        </p:tgtEl>
                                      </p:cBhvr>
                                    </p:animEffect>
                                  </p:childTnLst>
                                </p:cTn>
                              </p:par>
                            </p:childTnLst>
                          </p:cTn>
                        </p:par>
                        <p:par>
                          <p:cTn id="31" fill="hold" nodeType="afterGroup">
                            <p:stCondLst>
                              <p:cond delay="5000"/>
                            </p:stCondLst>
                            <p:childTnLst>
                              <p:par>
                                <p:cTn id="32" presetID="22" presetClass="entr" presetSubtype="1" fill="hold" nodeType="afterEffect">
                                  <p:stCondLst>
                                    <p:cond delay="0"/>
                                  </p:stCondLst>
                                  <p:childTnLst>
                                    <p:set>
                                      <p:cBhvr>
                                        <p:cTn id="33" dur="1" fill="hold">
                                          <p:stCondLst>
                                            <p:cond delay="0"/>
                                          </p:stCondLst>
                                        </p:cTn>
                                        <p:tgtEl>
                                          <p:spTgt spid="855043"/>
                                        </p:tgtEl>
                                        <p:attrNameLst>
                                          <p:attrName>style.visibility</p:attrName>
                                        </p:attrNameLst>
                                      </p:cBhvr>
                                      <p:to>
                                        <p:strVal val="visible"/>
                                      </p:to>
                                    </p:set>
                                    <p:animEffect transition="in" filter="wipe(up)">
                                      <p:cBhvr>
                                        <p:cTn id="34" dur="2000"/>
                                        <p:tgtEl>
                                          <p:spTgt spid="855043"/>
                                        </p:tgtEl>
                                      </p:cBhvr>
                                    </p:animEffect>
                                  </p:childTnLst>
                                </p:cTn>
                              </p:par>
                            </p:childTnLst>
                          </p:cTn>
                        </p:par>
                        <p:par>
                          <p:cTn id="35" fill="hold" nodeType="afterGroup">
                            <p:stCondLst>
                              <p:cond delay="7000"/>
                            </p:stCondLst>
                            <p:childTnLst>
                              <p:par>
                                <p:cTn id="36" presetID="22" presetClass="entr" presetSubtype="1" fill="hold" nodeType="afterEffect">
                                  <p:stCondLst>
                                    <p:cond delay="0"/>
                                  </p:stCondLst>
                                  <p:childTnLst>
                                    <p:set>
                                      <p:cBhvr>
                                        <p:cTn id="37" dur="1" fill="hold">
                                          <p:stCondLst>
                                            <p:cond delay="0"/>
                                          </p:stCondLst>
                                        </p:cTn>
                                        <p:tgtEl>
                                          <p:spTgt spid="855046"/>
                                        </p:tgtEl>
                                        <p:attrNameLst>
                                          <p:attrName>style.visibility</p:attrName>
                                        </p:attrNameLst>
                                      </p:cBhvr>
                                      <p:to>
                                        <p:strVal val="visible"/>
                                      </p:to>
                                    </p:set>
                                    <p:animEffect transition="in" filter="wipe(up)">
                                      <p:cBhvr>
                                        <p:cTn id="38" dur="2000"/>
                                        <p:tgtEl>
                                          <p:spTgt spid="85504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855047"/>
                                        </p:tgtEl>
                                        <p:attrNameLst>
                                          <p:attrName>style.visibility</p:attrName>
                                        </p:attrNameLst>
                                      </p:cBhvr>
                                      <p:to>
                                        <p:strVal val="visible"/>
                                      </p:to>
                                    </p:set>
                                    <p:animEffect transition="in" filter="wipe(up)">
                                      <p:cBhvr>
                                        <p:cTn id="43" dur="3000"/>
                                        <p:tgtEl>
                                          <p:spTgt spid="8550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5042" grpId="0"/>
      <p:bldP spid="855044" grpId="0"/>
      <p:bldP spid="855045" grpId="0"/>
      <p:bldP spid="855047" grpId="0"/>
      <p:bldP spid="85509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1"/>
          <p:cNvSpPr>
            <a:spLocks noGrp="1"/>
          </p:cNvSpPr>
          <p:nvPr>
            <p:ph type="sldNum" sz="quarter" idx="10"/>
          </p:nvPr>
        </p:nvSpPr>
        <p:spPr/>
        <p:txBody>
          <a:bodyPr/>
          <a:lstStyle/>
          <a:p>
            <a:pPr>
              <a:defRPr/>
            </a:pPr>
            <a:fld id="{5D77BC96-1755-4B9D-9BF4-E2F9325E0718}" type="slidenum">
              <a:rPr lang="en-US" altLang="zh-CN"/>
              <a:pPr>
                <a:defRPr/>
              </a:pPr>
              <a:t>21</a:t>
            </a:fld>
            <a:endParaRPr lang="en-US" altLang="zh-CN"/>
          </a:p>
        </p:txBody>
      </p:sp>
      <p:sp>
        <p:nvSpPr>
          <p:cNvPr id="856066" name="Text Box 2"/>
          <p:cNvSpPr txBox="1">
            <a:spLocks noChangeArrowheads="1"/>
          </p:cNvSpPr>
          <p:nvPr/>
        </p:nvSpPr>
        <p:spPr bwMode="auto">
          <a:xfrm>
            <a:off x="215900" y="404813"/>
            <a:ext cx="4860925"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kumimoji="1" lang="zh-CN" altLang="en-US" b="1">
                <a:solidFill>
                  <a:schemeClr val="bg1"/>
                </a:solidFill>
                <a:latin typeface="Times New Roman" pitchFamily="18" charset="0"/>
                <a:sym typeface="Symbol" pitchFamily="18" charset="2"/>
              </a:rPr>
              <a:t>球壳内的电位</a:t>
            </a:r>
          </a:p>
        </p:txBody>
      </p:sp>
      <p:graphicFrame>
        <p:nvGraphicFramePr>
          <p:cNvPr id="856067" name="Object 3"/>
          <p:cNvGraphicFramePr>
            <a:graphicFrameLocks noChangeAspect="1"/>
          </p:cNvGraphicFramePr>
          <p:nvPr/>
        </p:nvGraphicFramePr>
        <p:xfrm>
          <a:off x="1436688" y="2565400"/>
          <a:ext cx="5986462" cy="1112838"/>
        </p:xfrm>
        <a:graphic>
          <a:graphicData uri="http://schemas.openxmlformats.org/presentationml/2006/ole">
            <mc:AlternateContent xmlns:mc="http://schemas.openxmlformats.org/markup-compatibility/2006">
              <mc:Choice xmlns:v="urn:schemas-microsoft-com:vml" Requires="v">
                <p:oleObj spid="_x0000_s22623" name="Equation" r:id="rId3" imgW="2724114" imgH="428509" progId="Equation.DSMT4">
                  <p:embed/>
                </p:oleObj>
              </mc:Choice>
              <mc:Fallback>
                <p:oleObj name="Equation" r:id="rId3" imgW="2724114" imgH="428509"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6688" y="2565400"/>
                        <a:ext cx="5986462"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6068" name="Object 4"/>
          <p:cNvGraphicFramePr>
            <a:graphicFrameLocks noChangeAspect="1"/>
          </p:cNvGraphicFramePr>
          <p:nvPr/>
        </p:nvGraphicFramePr>
        <p:xfrm>
          <a:off x="696913" y="4297363"/>
          <a:ext cx="8037512" cy="931862"/>
        </p:xfrm>
        <a:graphic>
          <a:graphicData uri="http://schemas.openxmlformats.org/presentationml/2006/ole">
            <mc:AlternateContent xmlns:mc="http://schemas.openxmlformats.org/markup-compatibility/2006">
              <mc:Choice xmlns:v="urn:schemas-microsoft-com:vml" Requires="v">
                <p:oleObj spid="_x0000_s22624" name="Equation" r:id="rId5" imgW="3762400" imgH="352399" progId="Equation.DSMT4">
                  <p:embed/>
                </p:oleObj>
              </mc:Choice>
              <mc:Fallback>
                <p:oleObj name="Equation" r:id="rId5" imgW="3762400" imgH="352399"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6913" y="4297363"/>
                        <a:ext cx="8037512"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56070" name="Rectangle 6"/>
          <p:cNvSpPr>
            <a:spLocks noChangeArrowheads="1"/>
          </p:cNvSpPr>
          <p:nvPr/>
        </p:nvSpPr>
        <p:spPr bwMode="auto">
          <a:xfrm>
            <a:off x="149225" y="2035175"/>
            <a:ext cx="8599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lang="zh-CN" altLang="en-US" b="1">
                <a:solidFill>
                  <a:schemeClr val="bg1"/>
                </a:solidFill>
              </a:rPr>
              <a:t>感应电荷分布在导体球壳的内表面上，电荷面密度为</a:t>
            </a:r>
          </a:p>
        </p:txBody>
      </p:sp>
      <p:sp>
        <p:nvSpPr>
          <p:cNvPr id="856071" name="Rectangle 7"/>
          <p:cNvSpPr>
            <a:spLocks noChangeArrowheads="1"/>
          </p:cNvSpPr>
          <p:nvPr/>
        </p:nvSpPr>
        <p:spPr bwMode="auto">
          <a:xfrm>
            <a:off x="179388" y="3619500"/>
            <a:ext cx="5256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lang="zh-CN" altLang="en-US" b="1">
                <a:solidFill>
                  <a:schemeClr val="bg1"/>
                </a:solidFill>
              </a:rPr>
              <a:t>导体球壳内表面上的总感应电荷为</a:t>
            </a:r>
          </a:p>
        </p:txBody>
      </p:sp>
      <p:sp>
        <p:nvSpPr>
          <p:cNvPr id="856072" name="Rectangle 8"/>
          <p:cNvSpPr>
            <a:spLocks noChangeArrowheads="1"/>
          </p:cNvSpPr>
          <p:nvPr/>
        </p:nvSpPr>
        <p:spPr bwMode="auto">
          <a:xfrm>
            <a:off x="179388" y="5438775"/>
            <a:ext cx="771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lang="zh-CN" altLang="en-US" b="1" dirty="0" smtClean="0">
                <a:solidFill>
                  <a:srgbClr val="FF0000"/>
                </a:solidFill>
              </a:rPr>
              <a:t>在</a:t>
            </a:r>
            <a:r>
              <a:rPr lang="zh-CN" altLang="en-US" b="1" dirty="0">
                <a:solidFill>
                  <a:srgbClr val="FF0000"/>
                </a:solidFill>
              </a:rPr>
              <a:t>这种情况下，镜像电荷与感应电荷的电荷量</a:t>
            </a:r>
            <a:r>
              <a:rPr lang="zh-CN" altLang="en-US" b="1" dirty="0">
                <a:solidFill>
                  <a:schemeClr val="bg1"/>
                </a:solidFill>
              </a:rPr>
              <a:t>不相等。  </a:t>
            </a:r>
          </a:p>
        </p:txBody>
      </p:sp>
      <p:graphicFrame>
        <p:nvGraphicFramePr>
          <p:cNvPr id="856073" name="Object 9"/>
          <p:cNvGraphicFramePr>
            <a:graphicFrameLocks noChangeAspect="1"/>
          </p:cNvGraphicFramePr>
          <p:nvPr/>
        </p:nvGraphicFramePr>
        <p:xfrm>
          <a:off x="698500" y="908050"/>
          <a:ext cx="8396288" cy="1008063"/>
        </p:xfrm>
        <a:graphic>
          <a:graphicData uri="http://schemas.openxmlformats.org/presentationml/2006/ole">
            <mc:AlternateContent xmlns:mc="http://schemas.openxmlformats.org/markup-compatibility/2006">
              <mc:Choice xmlns:v="urn:schemas-microsoft-com:vml" Requires="v">
                <p:oleObj spid="_x0000_s22625" name="Equation" r:id="rId7" imgW="4591086" imgH="466738" progId="Equation.DSMT4">
                  <p:embed/>
                </p:oleObj>
              </mc:Choice>
              <mc:Fallback>
                <p:oleObj name="Equation" r:id="rId7" imgW="4591086" imgH="466738"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8500" y="908050"/>
                        <a:ext cx="8396288"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8" name="AutoShape 10">
            <a:hlinkClick r:id="rId9"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2539" name="AutoShape 11">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2540" name="AutoShape 12">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2541" name="AutoShape 13">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56066"/>
                                        </p:tgtEl>
                                        <p:attrNameLst>
                                          <p:attrName>style.visibility</p:attrName>
                                        </p:attrNameLst>
                                      </p:cBhvr>
                                      <p:to>
                                        <p:strVal val="visible"/>
                                      </p:to>
                                    </p:set>
                                    <p:animEffect transition="in" filter="fade">
                                      <p:cBhvr>
                                        <p:cTn id="7" dur="1000"/>
                                        <p:tgtEl>
                                          <p:spTgt spid="856066"/>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856073"/>
                                        </p:tgtEl>
                                        <p:attrNameLst>
                                          <p:attrName>style.visibility</p:attrName>
                                        </p:attrNameLst>
                                      </p:cBhvr>
                                      <p:to>
                                        <p:strVal val="visible"/>
                                      </p:to>
                                    </p:set>
                                    <p:animEffect transition="in" filter="fade">
                                      <p:cBhvr>
                                        <p:cTn id="11" dur="1000"/>
                                        <p:tgtEl>
                                          <p:spTgt spid="85607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56070"/>
                                        </p:tgtEl>
                                        <p:attrNameLst>
                                          <p:attrName>style.visibility</p:attrName>
                                        </p:attrNameLst>
                                      </p:cBhvr>
                                      <p:to>
                                        <p:strVal val="visible"/>
                                      </p:to>
                                    </p:set>
                                    <p:animEffect transition="in" filter="fade">
                                      <p:cBhvr>
                                        <p:cTn id="16" dur="1000"/>
                                        <p:tgtEl>
                                          <p:spTgt spid="85607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856067"/>
                                        </p:tgtEl>
                                        <p:attrNameLst>
                                          <p:attrName>style.visibility</p:attrName>
                                        </p:attrNameLst>
                                      </p:cBhvr>
                                      <p:to>
                                        <p:strVal val="visible"/>
                                      </p:to>
                                    </p:set>
                                    <p:animEffect transition="in" filter="fade">
                                      <p:cBhvr>
                                        <p:cTn id="21" dur="1000"/>
                                        <p:tgtEl>
                                          <p:spTgt spid="85606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56071"/>
                                        </p:tgtEl>
                                        <p:attrNameLst>
                                          <p:attrName>style.visibility</p:attrName>
                                        </p:attrNameLst>
                                      </p:cBhvr>
                                      <p:to>
                                        <p:strVal val="visible"/>
                                      </p:to>
                                    </p:set>
                                    <p:animEffect transition="in" filter="fade">
                                      <p:cBhvr>
                                        <p:cTn id="26" dur="1000"/>
                                        <p:tgtEl>
                                          <p:spTgt spid="85607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856068"/>
                                        </p:tgtEl>
                                        <p:attrNameLst>
                                          <p:attrName>style.visibility</p:attrName>
                                        </p:attrNameLst>
                                      </p:cBhvr>
                                      <p:to>
                                        <p:strVal val="visible"/>
                                      </p:to>
                                    </p:set>
                                    <p:animEffect transition="in" filter="fade">
                                      <p:cBhvr>
                                        <p:cTn id="31" dur="1000"/>
                                        <p:tgtEl>
                                          <p:spTgt spid="85606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56072"/>
                                        </p:tgtEl>
                                        <p:attrNameLst>
                                          <p:attrName>style.visibility</p:attrName>
                                        </p:attrNameLst>
                                      </p:cBhvr>
                                      <p:to>
                                        <p:strVal val="visible"/>
                                      </p:to>
                                    </p:set>
                                    <p:animEffect transition="in" filter="fade">
                                      <p:cBhvr>
                                        <p:cTn id="36" dur="1000"/>
                                        <p:tgtEl>
                                          <p:spTgt spid="856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6066" grpId="0"/>
      <p:bldP spid="856070" grpId="0"/>
      <p:bldP spid="856071" grpId="0"/>
      <p:bldP spid="85607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1"/>
          <p:cNvSpPr>
            <a:spLocks noGrp="1"/>
          </p:cNvSpPr>
          <p:nvPr>
            <p:ph type="sldNum" sz="quarter" idx="10"/>
          </p:nvPr>
        </p:nvSpPr>
        <p:spPr/>
        <p:txBody>
          <a:bodyPr/>
          <a:lstStyle/>
          <a:p>
            <a:pPr>
              <a:defRPr/>
            </a:pPr>
            <a:fld id="{CD4D5E4A-8F45-4F70-B5BE-6A32927CCD97}" type="slidenum">
              <a:rPr lang="en-US" altLang="zh-CN"/>
              <a:pPr>
                <a:defRPr/>
              </a:pPr>
              <a:t>22</a:t>
            </a:fld>
            <a:endParaRPr lang="en-US" altLang="zh-CN"/>
          </a:p>
        </p:txBody>
      </p:sp>
      <p:sp>
        <p:nvSpPr>
          <p:cNvPr id="857090" name="Text Box 2"/>
          <p:cNvSpPr txBox="1">
            <a:spLocks noChangeArrowheads="1"/>
          </p:cNvSpPr>
          <p:nvPr/>
        </p:nvSpPr>
        <p:spPr bwMode="auto">
          <a:xfrm>
            <a:off x="107950" y="558800"/>
            <a:ext cx="604837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0"/>
              </a:spcBef>
            </a:pPr>
            <a:r>
              <a:rPr kumimoji="1" lang="en-US" altLang="zh-CN" b="1">
                <a:solidFill>
                  <a:schemeClr val="bg1"/>
                </a:solidFill>
                <a:latin typeface="Times New Roman" pitchFamily="18" charset="0"/>
                <a:ea typeface="宋体" pitchFamily="2" charset="-122"/>
                <a:sym typeface="Symbol" pitchFamily="18" charset="2"/>
              </a:rPr>
              <a:t>2 .  </a:t>
            </a:r>
            <a:r>
              <a:rPr kumimoji="1" lang="zh-CN" altLang="en-US" b="1">
                <a:solidFill>
                  <a:schemeClr val="bg1"/>
                </a:solidFill>
                <a:latin typeface="Times New Roman" pitchFamily="18" charset="0"/>
                <a:ea typeface="宋体" pitchFamily="2" charset="-122"/>
                <a:sym typeface="Symbol" pitchFamily="18" charset="2"/>
              </a:rPr>
              <a:t>点电荷对</a:t>
            </a:r>
            <a:r>
              <a:rPr kumimoji="1" lang="zh-CN" altLang="en-US" b="1">
                <a:solidFill>
                  <a:srgbClr val="FF0000"/>
                </a:solidFill>
                <a:latin typeface="Times New Roman" pitchFamily="18" charset="0"/>
                <a:ea typeface="宋体" pitchFamily="2" charset="-122"/>
                <a:sym typeface="Symbol" pitchFamily="18" charset="2"/>
              </a:rPr>
              <a:t>不接地</a:t>
            </a:r>
            <a:r>
              <a:rPr kumimoji="1" lang="zh-CN" altLang="en-US" b="1">
                <a:solidFill>
                  <a:schemeClr val="bg1"/>
                </a:solidFill>
                <a:latin typeface="Times New Roman" pitchFamily="18" charset="0"/>
                <a:ea typeface="宋体" pitchFamily="2" charset="-122"/>
                <a:sym typeface="Symbol" pitchFamily="18" charset="2"/>
              </a:rPr>
              <a:t>导体球的镜像</a:t>
            </a:r>
          </a:p>
        </p:txBody>
      </p:sp>
      <p:sp>
        <p:nvSpPr>
          <p:cNvPr id="857091" name="Text Box 3"/>
          <p:cNvSpPr txBox="1">
            <a:spLocks noChangeArrowheads="1"/>
          </p:cNvSpPr>
          <p:nvPr/>
        </p:nvSpPr>
        <p:spPr bwMode="auto">
          <a:xfrm>
            <a:off x="106363" y="5054600"/>
            <a:ext cx="8929687"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pPr>
            <a:r>
              <a:rPr lang="en-US" altLang="zh-CN" b="1">
                <a:solidFill>
                  <a:schemeClr val="bg1"/>
                </a:solidFill>
                <a:latin typeface="Times New Roman" pitchFamily="18" charset="0"/>
              </a:rPr>
              <a:t>        </a:t>
            </a:r>
            <a:r>
              <a:rPr lang="zh-CN" altLang="en-US" b="1">
                <a:solidFill>
                  <a:schemeClr val="bg1"/>
                </a:solidFill>
                <a:latin typeface="Times New Roman" pitchFamily="18" charset="0"/>
              </a:rPr>
              <a:t>先设想导体球是接地的，则球面上只有总电荷量为</a:t>
            </a:r>
            <a:r>
              <a:rPr lang="en-US" altLang="zh-CN" b="1" i="1">
                <a:solidFill>
                  <a:schemeClr val="bg1"/>
                </a:solidFill>
                <a:latin typeface="Times New Roman" pitchFamily="18" charset="0"/>
              </a:rPr>
              <a:t>q</a:t>
            </a:r>
            <a:r>
              <a:rPr lang="en-US" altLang="zh-CN" b="1" i="1">
                <a:solidFill>
                  <a:schemeClr val="bg1"/>
                </a:solidFill>
                <a:latin typeface="Times New Roman" pitchFamily="18" charset="0"/>
                <a:cs typeface="Times New Roman" pitchFamily="18" charset="0"/>
              </a:rPr>
              <a:t>'</a:t>
            </a:r>
            <a:r>
              <a:rPr lang="zh-CN" altLang="en-US" b="1">
                <a:solidFill>
                  <a:schemeClr val="bg1"/>
                </a:solidFill>
                <a:latin typeface="Times New Roman" pitchFamily="18" charset="0"/>
              </a:rPr>
              <a:t>的感应电荷分布，则</a:t>
            </a:r>
            <a:r>
              <a:rPr lang="zh-CN" altLang="en-US">
                <a:latin typeface="Times New Roman" pitchFamily="18" charset="0"/>
              </a:rPr>
              <a:t> </a:t>
            </a:r>
          </a:p>
        </p:txBody>
      </p:sp>
      <p:graphicFrame>
        <p:nvGraphicFramePr>
          <p:cNvPr id="857092" name="Object 4"/>
          <p:cNvGraphicFramePr>
            <a:graphicFrameLocks noChangeAspect="1"/>
          </p:cNvGraphicFramePr>
          <p:nvPr/>
        </p:nvGraphicFramePr>
        <p:xfrm>
          <a:off x="2568575" y="5614988"/>
          <a:ext cx="2382838" cy="838200"/>
        </p:xfrm>
        <a:graphic>
          <a:graphicData uri="http://schemas.openxmlformats.org/presentationml/2006/ole">
            <mc:AlternateContent xmlns:mc="http://schemas.openxmlformats.org/markup-compatibility/2006">
              <mc:Choice xmlns:v="urn:schemas-microsoft-com:vml" Requires="v">
                <p:oleObj spid="_x0000_s23614" name="Equation" r:id="rId3" imgW="1095545" imgH="323901" progId="Equation.DSMT4">
                  <p:embed/>
                </p:oleObj>
              </mc:Choice>
              <mc:Fallback>
                <p:oleObj name="Equation" r:id="rId3" imgW="1095545" imgH="323901"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8575" y="5614988"/>
                        <a:ext cx="2382838"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7093" name="Text Box 5"/>
          <p:cNvSpPr txBox="1">
            <a:spLocks noChangeArrowheads="1"/>
          </p:cNvSpPr>
          <p:nvPr/>
        </p:nvSpPr>
        <p:spPr bwMode="auto">
          <a:xfrm>
            <a:off x="84138" y="2287588"/>
            <a:ext cx="43434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buFontTx/>
              <a:buBlip>
                <a:blip r:embed="rId5"/>
              </a:buBlip>
            </a:pPr>
            <a:r>
              <a:rPr lang="zh-CN" altLang="en-US" b="1">
                <a:solidFill>
                  <a:schemeClr val="bg1"/>
                </a:solidFill>
                <a:ea typeface="宋体" pitchFamily="2" charset="-122"/>
              </a:rPr>
              <a:t> 导体球不接地时的特点</a:t>
            </a:r>
            <a:r>
              <a:rPr lang="zh-CN" altLang="en-US" b="1">
                <a:solidFill>
                  <a:schemeClr val="bg1"/>
                </a:solidFill>
              </a:rPr>
              <a:t>：</a:t>
            </a:r>
            <a:endParaRPr kumimoji="1" lang="zh-CN" altLang="en-US" b="1">
              <a:solidFill>
                <a:schemeClr val="bg1"/>
              </a:solidFill>
              <a:latin typeface="Times New Roman" pitchFamily="18" charset="0"/>
              <a:sym typeface="Symbol" pitchFamily="18" charset="2"/>
            </a:endParaRPr>
          </a:p>
        </p:txBody>
      </p:sp>
      <p:sp>
        <p:nvSpPr>
          <p:cNvPr id="857094" name="Text Box 6"/>
          <p:cNvSpPr txBox="1">
            <a:spLocks noChangeArrowheads="1"/>
          </p:cNvSpPr>
          <p:nvPr/>
        </p:nvSpPr>
        <p:spPr bwMode="auto">
          <a:xfrm>
            <a:off x="193675" y="2862263"/>
            <a:ext cx="6538565"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lang="en-US" altLang="zh-CN" b="1" dirty="0">
                <a:solidFill>
                  <a:schemeClr val="bg1"/>
                </a:solidFill>
              </a:rPr>
              <a:t>    </a:t>
            </a:r>
            <a:r>
              <a:rPr lang="en-US" altLang="zh-CN" b="1" dirty="0">
                <a:solidFill>
                  <a:schemeClr val="bg1"/>
                </a:solidFill>
                <a:latin typeface="宋体" pitchFamily="2" charset="-122"/>
                <a:ea typeface="宋体" pitchFamily="2" charset="-122"/>
              </a:rPr>
              <a:t>①</a:t>
            </a:r>
            <a:r>
              <a:rPr lang="zh-CN" altLang="en-US" b="1" dirty="0">
                <a:solidFill>
                  <a:schemeClr val="bg1"/>
                </a:solidFill>
              </a:rPr>
              <a:t>导体球面</a:t>
            </a:r>
            <a:r>
              <a:rPr lang="zh-CN" altLang="en-US" b="1" dirty="0" smtClean="0">
                <a:solidFill>
                  <a:schemeClr val="bg1"/>
                </a:solidFill>
              </a:rPr>
              <a:t>是一个电位</a:t>
            </a:r>
            <a:r>
              <a:rPr lang="zh-CN" altLang="en-US" b="1" dirty="0">
                <a:solidFill>
                  <a:schemeClr val="bg1"/>
                </a:solidFill>
              </a:rPr>
              <a:t>不为零的等位面；</a:t>
            </a:r>
          </a:p>
        </p:txBody>
      </p:sp>
      <p:sp>
        <p:nvSpPr>
          <p:cNvPr id="857095" name="Text Box 7"/>
          <p:cNvSpPr txBox="1">
            <a:spLocks noChangeArrowheads="1"/>
          </p:cNvSpPr>
          <p:nvPr/>
        </p:nvSpPr>
        <p:spPr bwMode="auto">
          <a:xfrm>
            <a:off x="201613" y="3467100"/>
            <a:ext cx="8154193"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30000"/>
              </a:lnSpc>
              <a:spcBef>
                <a:spcPct val="0"/>
              </a:spcBef>
            </a:pPr>
            <a:r>
              <a:rPr lang="en-US" altLang="zh-CN" b="1" dirty="0">
                <a:solidFill>
                  <a:schemeClr val="bg1"/>
                </a:solidFill>
              </a:rPr>
              <a:t>    </a:t>
            </a:r>
            <a:r>
              <a:rPr lang="en-US" altLang="zh-CN" b="1" dirty="0" smtClean="0">
                <a:solidFill>
                  <a:schemeClr val="bg1"/>
                </a:solidFill>
                <a:latin typeface="宋体" pitchFamily="2" charset="-122"/>
                <a:ea typeface="宋体" pitchFamily="2" charset="-122"/>
              </a:rPr>
              <a:t>②</a:t>
            </a:r>
            <a:r>
              <a:rPr lang="zh-CN" altLang="en-US" b="1" dirty="0" smtClean="0">
                <a:solidFill>
                  <a:schemeClr val="bg1"/>
                </a:solidFill>
                <a:latin typeface="宋体" pitchFamily="2" charset="-122"/>
                <a:ea typeface="宋体" pitchFamily="2" charset="-122"/>
              </a:rPr>
              <a:t>由于导体球未接地</a:t>
            </a:r>
            <a:r>
              <a:rPr lang="zh-CN" altLang="en-US" b="1" dirty="0" smtClean="0">
                <a:solidFill>
                  <a:schemeClr val="bg1"/>
                </a:solidFill>
              </a:rPr>
              <a:t>，在点电荷的作用下，球上总的</a:t>
            </a:r>
            <a:endParaRPr lang="en-US" altLang="zh-CN" b="1" dirty="0" smtClean="0">
              <a:solidFill>
                <a:schemeClr val="bg1"/>
              </a:solidFill>
            </a:endParaRPr>
          </a:p>
          <a:p>
            <a:pPr algn="just" eaLnBrk="1" hangingPunct="1">
              <a:lnSpc>
                <a:spcPct val="130000"/>
              </a:lnSpc>
              <a:spcBef>
                <a:spcPct val="0"/>
              </a:spcBef>
            </a:pPr>
            <a:r>
              <a:rPr lang="en-US" altLang="zh-CN" b="1" dirty="0">
                <a:solidFill>
                  <a:schemeClr val="bg1"/>
                </a:solidFill>
              </a:rPr>
              <a:t> </a:t>
            </a:r>
            <a:r>
              <a:rPr lang="en-US" altLang="zh-CN" b="1" dirty="0" smtClean="0">
                <a:solidFill>
                  <a:schemeClr val="bg1"/>
                </a:solidFill>
              </a:rPr>
              <a:t>       </a:t>
            </a:r>
            <a:r>
              <a:rPr lang="zh-CN" altLang="en-US" b="1" dirty="0" smtClean="0">
                <a:solidFill>
                  <a:schemeClr val="bg1"/>
                </a:solidFill>
              </a:rPr>
              <a:t>感应</a:t>
            </a:r>
            <a:r>
              <a:rPr lang="zh-CN" altLang="en-US" b="1" dirty="0">
                <a:solidFill>
                  <a:schemeClr val="bg1"/>
                </a:solidFill>
              </a:rPr>
              <a:t>电荷为零。</a:t>
            </a:r>
          </a:p>
        </p:txBody>
      </p:sp>
      <p:sp>
        <p:nvSpPr>
          <p:cNvPr id="857096" name="Text Box 8"/>
          <p:cNvSpPr txBox="1">
            <a:spLocks noChangeArrowheads="1"/>
          </p:cNvSpPr>
          <p:nvPr/>
        </p:nvSpPr>
        <p:spPr bwMode="auto">
          <a:xfrm>
            <a:off x="84138" y="4519613"/>
            <a:ext cx="47752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buFontTx/>
              <a:buBlip>
                <a:blip r:embed="rId5"/>
              </a:buBlip>
            </a:pPr>
            <a:r>
              <a:rPr lang="zh-CN" altLang="en-US" b="1">
                <a:solidFill>
                  <a:schemeClr val="bg1"/>
                </a:solidFill>
                <a:ea typeface="宋体" pitchFamily="2" charset="-122"/>
              </a:rPr>
              <a:t> 采用</a:t>
            </a:r>
            <a:r>
              <a:rPr lang="zh-CN" altLang="en-US" b="1">
                <a:solidFill>
                  <a:srgbClr val="FF0000"/>
                </a:solidFill>
                <a:ea typeface="宋体" pitchFamily="2" charset="-122"/>
              </a:rPr>
              <a:t>叠加原理</a:t>
            </a:r>
            <a:r>
              <a:rPr lang="zh-CN" altLang="en-US" b="1">
                <a:solidFill>
                  <a:schemeClr val="bg1"/>
                </a:solidFill>
                <a:ea typeface="宋体" pitchFamily="2" charset="-122"/>
              </a:rPr>
              <a:t>来确定镜像电荷</a:t>
            </a:r>
          </a:p>
        </p:txBody>
      </p:sp>
      <p:sp>
        <p:nvSpPr>
          <p:cNvPr id="857097" name="Text Box 9"/>
          <p:cNvSpPr txBox="1">
            <a:spLocks noChangeArrowheads="1"/>
          </p:cNvSpPr>
          <p:nvPr/>
        </p:nvSpPr>
        <p:spPr bwMode="auto">
          <a:xfrm>
            <a:off x="0" y="1052513"/>
            <a:ext cx="5113338"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a:solidFill>
                  <a:schemeClr val="bg1"/>
                </a:solidFill>
                <a:latin typeface="Times New Roman" pitchFamily="18" charset="0"/>
              </a:rPr>
              <a:t>        </a:t>
            </a:r>
            <a:r>
              <a:rPr lang="zh-CN" altLang="en-US" b="1">
                <a:solidFill>
                  <a:schemeClr val="bg1"/>
                </a:solidFill>
                <a:latin typeface="Times New Roman" pitchFamily="18" charset="0"/>
              </a:rPr>
              <a:t>点电荷</a:t>
            </a:r>
            <a:r>
              <a:rPr lang="en-US" altLang="zh-CN" b="1" i="1">
                <a:solidFill>
                  <a:schemeClr val="bg1"/>
                </a:solidFill>
                <a:latin typeface="Times New Roman" pitchFamily="18" charset="0"/>
              </a:rPr>
              <a:t>q </a:t>
            </a:r>
            <a:r>
              <a:rPr lang="zh-CN" altLang="en-US" b="1">
                <a:solidFill>
                  <a:schemeClr val="bg1"/>
                </a:solidFill>
                <a:latin typeface="Times New Roman" pitchFamily="18" charset="0"/>
              </a:rPr>
              <a:t>位于一个半径为</a:t>
            </a:r>
            <a:r>
              <a:rPr lang="en-US" altLang="zh-CN" b="1" i="1">
                <a:solidFill>
                  <a:schemeClr val="bg1"/>
                </a:solidFill>
                <a:latin typeface="Times New Roman" pitchFamily="18" charset="0"/>
              </a:rPr>
              <a:t>a </a:t>
            </a:r>
            <a:r>
              <a:rPr lang="zh-CN" altLang="en-US" b="1">
                <a:solidFill>
                  <a:schemeClr val="bg1"/>
                </a:solidFill>
                <a:latin typeface="Times New Roman" pitchFamily="18" charset="0"/>
              </a:rPr>
              <a:t>的不接地导体球外，距球心为</a:t>
            </a:r>
            <a:r>
              <a:rPr lang="en-US" altLang="zh-CN" b="1" i="1">
                <a:solidFill>
                  <a:schemeClr val="bg1"/>
                </a:solidFill>
                <a:latin typeface="Times New Roman" pitchFamily="18" charset="0"/>
              </a:rPr>
              <a:t>d </a:t>
            </a:r>
            <a:r>
              <a:rPr lang="zh-CN" altLang="en-US" b="1">
                <a:solidFill>
                  <a:schemeClr val="bg1"/>
                </a:solidFill>
                <a:latin typeface="Times New Roman" pitchFamily="18" charset="0"/>
              </a:rPr>
              <a:t>。</a:t>
            </a:r>
          </a:p>
        </p:txBody>
      </p:sp>
      <p:grpSp>
        <p:nvGrpSpPr>
          <p:cNvPr id="2" name="Group 29"/>
          <p:cNvGrpSpPr>
            <a:grpSpLocks/>
          </p:cNvGrpSpPr>
          <p:nvPr/>
        </p:nvGrpSpPr>
        <p:grpSpPr bwMode="auto">
          <a:xfrm>
            <a:off x="5256213" y="404813"/>
            <a:ext cx="3779837" cy="2509837"/>
            <a:chOff x="3311" y="482"/>
            <a:chExt cx="2381" cy="1581"/>
          </a:xfrm>
        </p:grpSpPr>
        <p:grpSp>
          <p:nvGrpSpPr>
            <p:cNvPr id="23568" name="Group 10"/>
            <p:cNvGrpSpPr>
              <a:grpSpLocks/>
            </p:cNvGrpSpPr>
            <p:nvPr/>
          </p:nvGrpSpPr>
          <p:grpSpPr bwMode="auto">
            <a:xfrm>
              <a:off x="3311" y="482"/>
              <a:ext cx="2381" cy="1581"/>
              <a:chOff x="3334" y="346"/>
              <a:chExt cx="2381" cy="1581"/>
            </a:xfrm>
          </p:grpSpPr>
          <p:sp>
            <p:nvSpPr>
              <p:cNvPr id="23570" name="Rectangle 11"/>
              <p:cNvSpPr>
                <a:spLocks noChangeArrowheads="1"/>
              </p:cNvSpPr>
              <p:nvPr/>
            </p:nvSpPr>
            <p:spPr bwMode="auto">
              <a:xfrm>
                <a:off x="3334" y="384"/>
                <a:ext cx="2381" cy="1543"/>
              </a:xfrm>
              <a:prstGeom prst="rect">
                <a:avLst/>
              </a:prstGeom>
              <a:solidFill>
                <a:srgbClr val="CCFFFF"/>
              </a:solidFill>
              <a:ln w="9525">
                <a:solidFill>
                  <a:srgbClr val="FF00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3571" name="Text Box 12"/>
              <p:cNvSpPr txBox="1">
                <a:spLocks noChangeArrowheads="1"/>
              </p:cNvSpPr>
              <p:nvPr/>
            </p:nvSpPr>
            <p:spPr bwMode="auto">
              <a:xfrm>
                <a:off x="4984" y="346"/>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rPr>
                  <a:t>P</a:t>
                </a:r>
              </a:p>
            </p:txBody>
          </p:sp>
          <p:sp>
            <p:nvSpPr>
              <p:cNvPr id="23572" name="Line 13"/>
              <p:cNvSpPr>
                <a:spLocks noChangeShapeType="1"/>
              </p:cNvSpPr>
              <p:nvPr/>
            </p:nvSpPr>
            <p:spPr bwMode="auto">
              <a:xfrm flipH="1" flipV="1">
                <a:off x="3817" y="789"/>
                <a:ext cx="342" cy="334"/>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3" name="Oval 14"/>
              <p:cNvSpPr>
                <a:spLocks noChangeArrowheads="1"/>
              </p:cNvSpPr>
              <p:nvPr/>
            </p:nvSpPr>
            <p:spPr bwMode="auto">
              <a:xfrm>
                <a:off x="5240" y="1150"/>
                <a:ext cx="93" cy="94"/>
              </a:xfrm>
              <a:prstGeom prst="ellipse">
                <a:avLst/>
              </a:prstGeom>
              <a:gradFill rotWithShape="1">
                <a:gsLst>
                  <a:gs pos="0">
                    <a:srgbClr val="5C0000"/>
                  </a:gs>
                  <a:gs pos="100000">
                    <a:srgbClr val="C6000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3574" name="Line 15"/>
              <p:cNvSpPr>
                <a:spLocks noChangeShapeType="1"/>
              </p:cNvSpPr>
              <p:nvPr/>
            </p:nvSpPr>
            <p:spPr bwMode="auto">
              <a:xfrm>
                <a:off x="5307" y="1166"/>
                <a:ext cx="0" cy="510"/>
              </a:xfrm>
              <a:prstGeom prst="line">
                <a:avLst/>
              </a:prstGeom>
              <a:noFill/>
              <a:ln w="158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75" name="Text Box 16"/>
              <p:cNvSpPr txBox="1">
                <a:spLocks noChangeArrowheads="1"/>
              </p:cNvSpPr>
              <p:nvPr/>
            </p:nvSpPr>
            <p:spPr bwMode="auto">
              <a:xfrm>
                <a:off x="5264" y="832"/>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C60000"/>
                    </a:solidFill>
                    <a:latin typeface="Times New Roman" pitchFamily="18" charset="0"/>
                  </a:rPr>
                  <a:t>q</a:t>
                </a:r>
              </a:p>
            </p:txBody>
          </p:sp>
          <p:sp>
            <p:nvSpPr>
              <p:cNvPr id="23576" name="Oval 17"/>
              <p:cNvSpPr>
                <a:spLocks noChangeArrowheads="1"/>
              </p:cNvSpPr>
              <p:nvPr/>
            </p:nvSpPr>
            <p:spPr bwMode="auto">
              <a:xfrm>
                <a:off x="3583" y="612"/>
                <a:ext cx="1134" cy="1134"/>
              </a:xfrm>
              <a:prstGeom prst="ellipse">
                <a:avLst/>
              </a:prstGeom>
              <a:gradFill rotWithShape="1">
                <a:gsLst>
                  <a:gs pos="0">
                    <a:srgbClr val="5C2907"/>
                  </a:gs>
                  <a:gs pos="100000">
                    <a:srgbClr val="FF7313"/>
                  </a:gs>
                </a:gsLst>
                <a:lin ang="18900000" scaled="1"/>
              </a:gradFill>
              <a:ln w="9525">
                <a:solidFill>
                  <a:srgbClr val="FF6600"/>
                </a:solidFill>
                <a:round/>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3577" name="Line 18"/>
              <p:cNvSpPr>
                <a:spLocks noChangeShapeType="1"/>
              </p:cNvSpPr>
              <p:nvPr/>
            </p:nvSpPr>
            <p:spPr bwMode="auto">
              <a:xfrm flipV="1">
                <a:off x="4175" y="1201"/>
                <a:ext cx="1495" cy="1"/>
              </a:xfrm>
              <a:prstGeom prst="line">
                <a:avLst/>
              </a:prstGeom>
              <a:noFill/>
              <a:ln w="28575">
                <a:solidFill>
                  <a:srgbClr val="000066"/>
                </a:solidFill>
                <a:prstDash val="dash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8" name="Line 19"/>
              <p:cNvSpPr>
                <a:spLocks noChangeShapeType="1"/>
              </p:cNvSpPr>
              <p:nvPr/>
            </p:nvSpPr>
            <p:spPr bwMode="auto">
              <a:xfrm flipH="1" flipV="1">
                <a:off x="3719" y="839"/>
                <a:ext cx="454" cy="362"/>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79" name="Line 20"/>
              <p:cNvSpPr>
                <a:spLocks noChangeShapeType="1"/>
              </p:cNvSpPr>
              <p:nvPr/>
            </p:nvSpPr>
            <p:spPr bwMode="auto">
              <a:xfrm flipV="1">
                <a:off x="4173" y="648"/>
                <a:ext cx="882" cy="559"/>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0" name="Line 21"/>
              <p:cNvSpPr>
                <a:spLocks noChangeShapeType="1"/>
              </p:cNvSpPr>
              <p:nvPr/>
            </p:nvSpPr>
            <p:spPr bwMode="auto">
              <a:xfrm flipH="1" flipV="1">
                <a:off x="5082" y="651"/>
                <a:ext cx="185" cy="51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1" name="Line 22"/>
              <p:cNvSpPr>
                <a:spLocks noChangeShapeType="1"/>
              </p:cNvSpPr>
              <p:nvPr/>
            </p:nvSpPr>
            <p:spPr bwMode="auto">
              <a:xfrm>
                <a:off x="4173" y="1128"/>
                <a:ext cx="0" cy="510"/>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2" name="Line 23"/>
              <p:cNvSpPr>
                <a:spLocks noChangeShapeType="1"/>
              </p:cNvSpPr>
              <p:nvPr/>
            </p:nvSpPr>
            <p:spPr bwMode="auto">
              <a:xfrm>
                <a:off x="4175" y="1467"/>
                <a:ext cx="1142" cy="0"/>
              </a:xfrm>
              <a:prstGeom prst="line">
                <a:avLst/>
              </a:prstGeom>
              <a:noFill/>
              <a:ln w="28575">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583" name="Text Box 24"/>
              <p:cNvSpPr txBox="1">
                <a:spLocks noChangeArrowheads="1"/>
              </p:cNvSpPr>
              <p:nvPr/>
            </p:nvSpPr>
            <p:spPr bwMode="auto">
              <a:xfrm>
                <a:off x="3810" y="884"/>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rPr>
                  <a:t>a</a:t>
                </a:r>
              </a:p>
            </p:txBody>
          </p:sp>
          <p:sp>
            <p:nvSpPr>
              <p:cNvPr id="23584" name="Text Box 25"/>
              <p:cNvSpPr txBox="1">
                <a:spLocks noChangeArrowheads="1"/>
              </p:cNvSpPr>
              <p:nvPr/>
            </p:nvSpPr>
            <p:spPr bwMode="auto">
              <a:xfrm>
                <a:off x="4581" y="566"/>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rPr>
                  <a:t>r</a:t>
                </a:r>
              </a:p>
            </p:txBody>
          </p:sp>
          <p:sp>
            <p:nvSpPr>
              <p:cNvPr id="23585" name="Text Box 26"/>
              <p:cNvSpPr txBox="1">
                <a:spLocks noChangeArrowheads="1"/>
              </p:cNvSpPr>
              <p:nvPr/>
            </p:nvSpPr>
            <p:spPr bwMode="auto">
              <a:xfrm>
                <a:off x="5128" y="651"/>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FF0000"/>
                    </a:solidFill>
                    <a:latin typeface="Times New Roman" pitchFamily="18" charset="0"/>
                  </a:rPr>
                  <a:t>R</a:t>
                </a:r>
              </a:p>
            </p:txBody>
          </p:sp>
          <p:sp>
            <p:nvSpPr>
              <p:cNvPr id="23586" name="Text Box 27"/>
              <p:cNvSpPr txBox="1">
                <a:spLocks noChangeArrowheads="1"/>
              </p:cNvSpPr>
              <p:nvPr/>
            </p:nvSpPr>
            <p:spPr bwMode="auto">
              <a:xfrm>
                <a:off x="4627" y="1347"/>
                <a:ext cx="3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rPr>
                  <a:t>d</a:t>
                </a:r>
                <a:endParaRPr lang="en-US" altLang="zh-CN" b="1">
                  <a:latin typeface="Times New Roman" pitchFamily="18" charset="0"/>
                </a:endParaRPr>
              </a:p>
            </p:txBody>
          </p:sp>
        </p:grpSp>
        <p:sp>
          <p:nvSpPr>
            <p:cNvPr id="23569" name="Rectangle 28"/>
            <p:cNvSpPr>
              <a:spLocks noChangeArrowheads="1"/>
            </p:cNvSpPr>
            <p:nvPr/>
          </p:nvSpPr>
          <p:spPr bwMode="auto">
            <a:xfrm>
              <a:off x="3914" y="1254"/>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lang="en-US" altLang="zh-CN" i="1">
                  <a:latin typeface="Times New Roman" pitchFamily="18" charset="0"/>
                </a:rPr>
                <a:t>O</a:t>
              </a:r>
            </a:p>
          </p:txBody>
        </p:sp>
      </p:grpSp>
      <p:sp>
        <p:nvSpPr>
          <p:cNvPr id="23564" name="AutoShape 30">
            <a:hlinkClick r:id="rId6"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3565" name="AutoShape 31">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3566" name="AutoShape 32">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3567" name="AutoShape 33">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57090"/>
                                        </p:tgtEl>
                                        <p:attrNameLst>
                                          <p:attrName>style.visibility</p:attrName>
                                        </p:attrNameLst>
                                      </p:cBhvr>
                                      <p:to>
                                        <p:strVal val="visible"/>
                                      </p:to>
                                    </p:set>
                                    <p:animEffect transition="in" filter="wipe(up)">
                                      <p:cBhvr>
                                        <p:cTn id="7" dur="2000"/>
                                        <p:tgtEl>
                                          <p:spTgt spid="8570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000"/>
                                        <p:tgtEl>
                                          <p:spTgt spid="2"/>
                                        </p:tgtEl>
                                      </p:cBhvr>
                                    </p:animEffect>
                                  </p:childTnLst>
                                </p:cTn>
                              </p:par>
                            </p:childTnLst>
                          </p:cTn>
                        </p:par>
                        <p:par>
                          <p:cTn id="13" fill="hold" nodeType="afterGroup">
                            <p:stCondLst>
                              <p:cond delay="2000"/>
                            </p:stCondLst>
                            <p:childTnLst>
                              <p:par>
                                <p:cTn id="14" presetID="22" presetClass="entr" presetSubtype="1" fill="hold" grpId="0" nodeType="afterEffect">
                                  <p:stCondLst>
                                    <p:cond delay="0"/>
                                  </p:stCondLst>
                                  <p:childTnLst>
                                    <p:set>
                                      <p:cBhvr>
                                        <p:cTn id="15" dur="1" fill="hold">
                                          <p:stCondLst>
                                            <p:cond delay="0"/>
                                          </p:stCondLst>
                                        </p:cTn>
                                        <p:tgtEl>
                                          <p:spTgt spid="857097"/>
                                        </p:tgtEl>
                                        <p:attrNameLst>
                                          <p:attrName>style.visibility</p:attrName>
                                        </p:attrNameLst>
                                      </p:cBhvr>
                                      <p:to>
                                        <p:strVal val="visible"/>
                                      </p:to>
                                    </p:set>
                                    <p:animEffect transition="in" filter="wipe(up)">
                                      <p:cBhvr>
                                        <p:cTn id="16" dur="2000"/>
                                        <p:tgtEl>
                                          <p:spTgt spid="85709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57093"/>
                                        </p:tgtEl>
                                        <p:attrNameLst>
                                          <p:attrName>style.visibility</p:attrName>
                                        </p:attrNameLst>
                                      </p:cBhvr>
                                      <p:to>
                                        <p:strVal val="visible"/>
                                      </p:to>
                                    </p:set>
                                    <p:animEffect transition="in" filter="fade">
                                      <p:cBhvr>
                                        <p:cTn id="21" dur="1000"/>
                                        <p:tgtEl>
                                          <p:spTgt spid="85709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57094"/>
                                        </p:tgtEl>
                                        <p:attrNameLst>
                                          <p:attrName>style.visibility</p:attrName>
                                        </p:attrNameLst>
                                      </p:cBhvr>
                                      <p:to>
                                        <p:strVal val="visible"/>
                                      </p:to>
                                    </p:set>
                                    <p:animEffect transition="in" filter="fade">
                                      <p:cBhvr>
                                        <p:cTn id="26" dur="1000"/>
                                        <p:tgtEl>
                                          <p:spTgt spid="85709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57095"/>
                                        </p:tgtEl>
                                        <p:attrNameLst>
                                          <p:attrName>style.visibility</p:attrName>
                                        </p:attrNameLst>
                                      </p:cBhvr>
                                      <p:to>
                                        <p:strVal val="visible"/>
                                      </p:to>
                                    </p:set>
                                    <p:animEffect transition="in" filter="fade">
                                      <p:cBhvr>
                                        <p:cTn id="31" dur="1000"/>
                                        <p:tgtEl>
                                          <p:spTgt spid="85709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57096"/>
                                        </p:tgtEl>
                                        <p:attrNameLst>
                                          <p:attrName>style.visibility</p:attrName>
                                        </p:attrNameLst>
                                      </p:cBhvr>
                                      <p:to>
                                        <p:strVal val="visible"/>
                                      </p:to>
                                    </p:set>
                                    <p:animEffect transition="in" filter="fade">
                                      <p:cBhvr>
                                        <p:cTn id="36" dur="1000"/>
                                        <p:tgtEl>
                                          <p:spTgt spid="85709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857091"/>
                                        </p:tgtEl>
                                        <p:attrNameLst>
                                          <p:attrName>style.visibility</p:attrName>
                                        </p:attrNameLst>
                                      </p:cBhvr>
                                      <p:to>
                                        <p:strVal val="visible"/>
                                      </p:to>
                                    </p:set>
                                    <p:animEffect transition="in" filter="fade">
                                      <p:cBhvr>
                                        <p:cTn id="41" dur="1000"/>
                                        <p:tgtEl>
                                          <p:spTgt spid="857091"/>
                                        </p:tgtEl>
                                      </p:cBhvr>
                                    </p:animEffect>
                                  </p:childTnLst>
                                </p:cTn>
                              </p:par>
                            </p:childTnLst>
                          </p:cTn>
                        </p:par>
                        <p:par>
                          <p:cTn id="42" fill="hold" nodeType="afterGroup">
                            <p:stCondLst>
                              <p:cond delay="1000"/>
                            </p:stCondLst>
                            <p:childTnLst>
                              <p:par>
                                <p:cTn id="43" presetID="10" presetClass="entr" presetSubtype="0" fill="hold" nodeType="afterEffect">
                                  <p:stCondLst>
                                    <p:cond delay="0"/>
                                  </p:stCondLst>
                                  <p:childTnLst>
                                    <p:set>
                                      <p:cBhvr>
                                        <p:cTn id="44" dur="1" fill="hold">
                                          <p:stCondLst>
                                            <p:cond delay="0"/>
                                          </p:stCondLst>
                                        </p:cTn>
                                        <p:tgtEl>
                                          <p:spTgt spid="857092"/>
                                        </p:tgtEl>
                                        <p:attrNameLst>
                                          <p:attrName>style.visibility</p:attrName>
                                        </p:attrNameLst>
                                      </p:cBhvr>
                                      <p:to>
                                        <p:strVal val="visible"/>
                                      </p:to>
                                    </p:set>
                                    <p:animEffect transition="in" filter="fade">
                                      <p:cBhvr>
                                        <p:cTn id="45" dur="1000"/>
                                        <p:tgtEl>
                                          <p:spTgt spid="857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7090" grpId="0"/>
      <p:bldP spid="857091" grpId="0"/>
      <p:bldP spid="857093" grpId="0"/>
      <p:bldP spid="857094" grpId="0"/>
      <p:bldP spid="857095" grpId="0"/>
      <p:bldP spid="857096" grpId="0"/>
      <p:bldP spid="85709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1"/>
          <p:cNvSpPr>
            <a:spLocks noGrp="1"/>
          </p:cNvSpPr>
          <p:nvPr>
            <p:ph type="sldNum" sz="quarter" idx="10"/>
          </p:nvPr>
        </p:nvSpPr>
        <p:spPr/>
        <p:txBody>
          <a:bodyPr/>
          <a:lstStyle/>
          <a:p>
            <a:pPr>
              <a:defRPr/>
            </a:pPr>
            <a:fld id="{96B85EE0-45A3-4319-9712-0976558BCE7C}" type="slidenum">
              <a:rPr lang="en-US" altLang="zh-CN"/>
              <a:pPr>
                <a:defRPr/>
              </a:pPr>
              <a:t>23</a:t>
            </a:fld>
            <a:endParaRPr lang="en-US" altLang="zh-CN"/>
          </a:p>
        </p:txBody>
      </p:sp>
      <p:graphicFrame>
        <p:nvGraphicFramePr>
          <p:cNvPr id="858114" name="Object 2"/>
          <p:cNvGraphicFramePr>
            <a:graphicFrameLocks noChangeAspect="1"/>
          </p:cNvGraphicFramePr>
          <p:nvPr/>
        </p:nvGraphicFramePr>
        <p:xfrm>
          <a:off x="1077913" y="2355850"/>
          <a:ext cx="2990850" cy="928688"/>
        </p:xfrm>
        <a:graphic>
          <a:graphicData uri="http://schemas.openxmlformats.org/presentationml/2006/ole">
            <mc:AlternateContent xmlns:mc="http://schemas.openxmlformats.org/markup-compatibility/2006">
              <mc:Choice xmlns:v="urn:schemas-microsoft-com:vml" Requires="v">
                <p:oleObj spid="_x0000_s24669" name="Equation" r:id="rId3" imgW="1409599" imgH="361783" progId="Equation.DSMT4">
                  <p:embed/>
                </p:oleObj>
              </mc:Choice>
              <mc:Fallback>
                <p:oleObj name="Equation" r:id="rId3" imgW="1409599" imgH="361783"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7913" y="2355850"/>
                        <a:ext cx="2990850" cy="928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8115" name="Rectangle 3"/>
          <p:cNvSpPr>
            <a:spLocks noChangeArrowheads="1"/>
          </p:cNvSpPr>
          <p:nvPr/>
        </p:nvSpPr>
        <p:spPr bwMode="auto">
          <a:xfrm>
            <a:off x="107950" y="653656"/>
            <a:ext cx="8893175" cy="1532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dirty="0">
                <a:solidFill>
                  <a:schemeClr val="bg1"/>
                </a:solidFill>
                <a:latin typeface="Times New Roman" pitchFamily="18" charset="0"/>
                <a:cs typeface="Times New Roman" pitchFamily="18" charset="0"/>
              </a:rPr>
              <a:t>        </a:t>
            </a:r>
            <a:r>
              <a:rPr lang="zh-CN" altLang="en-US" b="1" dirty="0">
                <a:solidFill>
                  <a:schemeClr val="bg1"/>
                </a:solidFill>
                <a:latin typeface="Times New Roman" pitchFamily="18" charset="0"/>
                <a:cs typeface="Times New Roman" pitchFamily="18" charset="0"/>
              </a:rPr>
              <a:t>然后断开接地线，并将电荷－</a:t>
            </a:r>
            <a:r>
              <a:rPr kumimoji="1" lang="en-US" altLang="zh-CN" b="1" i="1" dirty="0" smtClean="0">
                <a:solidFill>
                  <a:schemeClr val="bg1"/>
                </a:solidFill>
                <a:latin typeface="Times New Roman" pitchFamily="18" charset="0"/>
                <a:cs typeface="Times New Roman" pitchFamily="18" charset="0"/>
                <a:sym typeface="Symbol" pitchFamily="18" charset="2"/>
              </a:rPr>
              <a:t>q‘</a:t>
            </a:r>
            <a:r>
              <a:rPr lang="zh-CN" altLang="en-US" b="1" dirty="0" smtClean="0">
                <a:solidFill>
                  <a:schemeClr val="bg1"/>
                </a:solidFill>
                <a:cs typeface="Times New Roman" pitchFamily="18" charset="0"/>
              </a:rPr>
              <a:t>加</a:t>
            </a:r>
            <a:r>
              <a:rPr lang="zh-CN" altLang="en-US" b="1" dirty="0">
                <a:solidFill>
                  <a:schemeClr val="bg1"/>
                </a:solidFill>
                <a:cs typeface="Times New Roman" pitchFamily="18" charset="0"/>
              </a:rPr>
              <a:t>于导体球上，从而使</a:t>
            </a:r>
            <a:r>
              <a:rPr lang="zh-CN" altLang="en-US" b="1" dirty="0" smtClean="0">
                <a:solidFill>
                  <a:srgbClr val="FF0000"/>
                </a:solidFill>
                <a:cs typeface="Times New Roman" pitchFamily="18" charset="0"/>
              </a:rPr>
              <a:t>总感应电荷</a:t>
            </a:r>
            <a:r>
              <a:rPr lang="zh-CN" altLang="en-US" b="1" dirty="0">
                <a:solidFill>
                  <a:srgbClr val="FF0000"/>
                </a:solidFill>
                <a:cs typeface="Times New Roman" pitchFamily="18" charset="0"/>
              </a:rPr>
              <a:t>为零</a:t>
            </a:r>
            <a:r>
              <a:rPr lang="zh-CN" altLang="en-US" b="1" dirty="0">
                <a:solidFill>
                  <a:schemeClr val="bg1"/>
                </a:solidFill>
                <a:cs typeface="Times New Roman" pitchFamily="18" charset="0"/>
              </a:rPr>
              <a:t>。为保持导体球面为等位面，所加的电荷</a:t>
            </a:r>
            <a:r>
              <a:rPr lang="zh-CN" altLang="en-US" b="1" dirty="0">
                <a:solidFill>
                  <a:schemeClr val="bg1"/>
                </a:solidFill>
                <a:latin typeface="Times New Roman" pitchFamily="18" charset="0"/>
                <a:cs typeface="Times New Roman" pitchFamily="18" charset="0"/>
              </a:rPr>
              <a:t>－</a:t>
            </a:r>
            <a:r>
              <a:rPr kumimoji="1" lang="en-US" altLang="zh-CN" b="1" i="1" dirty="0" smtClean="0">
                <a:solidFill>
                  <a:schemeClr val="bg1"/>
                </a:solidFill>
                <a:latin typeface="Times New Roman" pitchFamily="18" charset="0"/>
                <a:cs typeface="Times New Roman" pitchFamily="18" charset="0"/>
                <a:sym typeface="Symbol" pitchFamily="18" charset="2"/>
              </a:rPr>
              <a:t>q’ </a:t>
            </a:r>
            <a:r>
              <a:rPr kumimoji="1" lang="zh-CN" altLang="en-US" b="1" dirty="0" smtClean="0">
                <a:solidFill>
                  <a:schemeClr val="bg1"/>
                </a:solidFill>
                <a:latin typeface="Times New Roman" pitchFamily="18" charset="0"/>
                <a:cs typeface="Times New Roman" pitchFamily="18" charset="0"/>
                <a:sym typeface="Symbol" pitchFamily="18" charset="2"/>
              </a:rPr>
              <a:t>应均匀分布在导体球面上，</a:t>
            </a:r>
            <a:r>
              <a:rPr lang="zh-CN" altLang="en-US" b="1" dirty="0" smtClean="0">
                <a:solidFill>
                  <a:schemeClr val="bg1"/>
                </a:solidFill>
                <a:cs typeface="Times New Roman" pitchFamily="18" charset="0"/>
              </a:rPr>
              <a:t>可用</a:t>
            </a:r>
            <a:r>
              <a:rPr lang="zh-CN" altLang="en-US" b="1" dirty="0">
                <a:solidFill>
                  <a:schemeClr val="bg1"/>
                </a:solidFill>
                <a:cs typeface="Times New Roman" pitchFamily="18" charset="0"/>
              </a:rPr>
              <a:t>一个位于球心的镜像电荷</a:t>
            </a:r>
            <a:r>
              <a:rPr kumimoji="1" lang="en-US" altLang="zh-CN" b="1" i="1" dirty="0">
                <a:solidFill>
                  <a:schemeClr val="bg1"/>
                </a:solidFill>
                <a:latin typeface="Times New Roman" pitchFamily="18" charset="0"/>
                <a:cs typeface="Times New Roman" pitchFamily="18" charset="0"/>
                <a:sym typeface="Symbol" pitchFamily="18" charset="2"/>
              </a:rPr>
              <a:t>q"</a:t>
            </a:r>
            <a:r>
              <a:rPr lang="zh-CN" altLang="en-US" b="1" dirty="0">
                <a:solidFill>
                  <a:schemeClr val="bg1"/>
                </a:solidFill>
                <a:cs typeface="Times New Roman" pitchFamily="18" charset="0"/>
              </a:rPr>
              <a:t>来</a:t>
            </a:r>
            <a:r>
              <a:rPr lang="zh-CN" altLang="en-US" b="1" dirty="0" smtClean="0">
                <a:solidFill>
                  <a:schemeClr val="bg1"/>
                </a:solidFill>
                <a:cs typeface="Times New Roman" pitchFamily="18" charset="0"/>
              </a:rPr>
              <a:t>替代</a:t>
            </a:r>
            <a:endParaRPr kumimoji="1" lang="zh-CN" altLang="en-US" b="1" i="1" dirty="0">
              <a:solidFill>
                <a:schemeClr val="bg1"/>
              </a:solidFill>
              <a:latin typeface="Times New Roman" pitchFamily="18" charset="0"/>
              <a:cs typeface="Times New Roman" pitchFamily="18" charset="0"/>
              <a:sym typeface="Symbol" pitchFamily="18" charset="2"/>
            </a:endParaRPr>
          </a:p>
        </p:txBody>
      </p:sp>
      <p:graphicFrame>
        <p:nvGraphicFramePr>
          <p:cNvPr id="858116" name="Object 4"/>
          <p:cNvGraphicFramePr>
            <a:graphicFrameLocks noChangeAspect="1"/>
          </p:cNvGraphicFramePr>
          <p:nvPr/>
        </p:nvGraphicFramePr>
        <p:xfrm>
          <a:off x="1116013" y="4325938"/>
          <a:ext cx="2914650" cy="863600"/>
        </p:xfrm>
        <a:graphic>
          <a:graphicData uri="http://schemas.openxmlformats.org/presentationml/2006/ole">
            <mc:AlternateContent xmlns:mc="http://schemas.openxmlformats.org/markup-compatibility/2006">
              <mc:Choice xmlns:v="urn:schemas-microsoft-com:vml" Requires="v">
                <p:oleObj spid="_x0000_s24670" name="Equation" r:id="rId5" imgW="1362057" imgH="333285" progId="Equation.DSMT4">
                  <p:embed/>
                </p:oleObj>
              </mc:Choice>
              <mc:Fallback>
                <p:oleObj name="Equation" r:id="rId5" imgW="1362057" imgH="333285"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4325938"/>
                        <a:ext cx="291465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8117" name="Rectangle 5"/>
          <p:cNvSpPr>
            <a:spLocks noChangeArrowheads="1"/>
          </p:cNvSpPr>
          <p:nvPr/>
        </p:nvSpPr>
        <p:spPr bwMode="auto">
          <a:xfrm>
            <a:off x="125413" y="3565525"/>
            <a:ext cx="322262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10000"/>
              </a:lnSpc>
              <a:spcBef>
                <a:spcPct val="50000"/>
              </a:spcBef>
            </a:pPr>
            <a:r>
              <a:rPr kumimoji="1" lang="zh-CN" altLang="en-US" b="1">
                <a:solidFill>
                  <a:schemeClr val="bg1"/>
                </a:solidFill>
                <a:sym typeface="Symbol" pitchFamily="18" charset="2"/>
              </a:rPr>
              <a:t>球外任意点的电位为</a:t>
            </a:r>
          </a:p>
        </p:txBody>
      </p:sp>
      <p:grpSp>
        <p:nvGrpSpPr>
          <p:cNvPr id="2" name="Group 33"/>
          <p:cNvGrpSpPr>
            <a:grpSpLocks/>
          </p:cNvGrpSpPr>
          <p:nvPr/>
        </p:nvGrpSpPr>
        <p:grpSpPr bwMode="auto">
          <a:xfrm>
            <a:off x="5076825" y="2149475"/>
            <a:ext cx="3779838" cy="2792413"/>
            <a:chOff x="3198" y="1235"/>
            <a:chExt cx="2381" cy="1759"/>
          </a:xfrm>
        </p:grpSpPr>
        <p:grpSp>
          <p:nvGrpSpPr>
            <p:cNvPr id="24588" name="Group 31"/>
            <p:cNvGrpSpPr>
              <a:grpSpLocks/>
            </p:cNvGrpSpPr>
            <p:nvPr/>
          </p:nvGrpSpPr>
          <p:grpSpPr bwMode="auto">
            <a:xfrm>
              <a:off x="3198" y="1235"/>
              <a:ext cx="2381" cy="1759"/>
              <a:chOff x="3198" y="1235"/>
              <a:chExt cx="2381" cy="1759"/>
            </a:xfrm>
          </p:grpSpPr>
          <p:sp>
            <p:nvSpPr>
              <p:cNvPr id="24590" name="Rectangle 6"/>
              <p:cNvSpPr>
                <a:spLocks noChangeArrowheads="1"/>
              </p:cNvSpPr>
              <p:nvPr/>
            </p:nvSpPr>
            <p:spPr bwMode="auto">
              <a:xfrm>
                <a:off x="3198" y="1253"/>
                <a:ext cx="2381" cy="1741"/>
              </a:xfrm>
              <a:prstGeom prst="rect">
                <a:avLst/>
              </a:prstGeom>
              <a:solidFill>
                <a:srgbClr val="CCFFFF"/>
              </a:solidFill>
              <a:ln w="9525">
                <a:solidFill>
                  <a:srgbClr val="FF00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4591" name="Oval 7"/>
              <p:cNvSpPr>
                <a:spLocks noChangeArrowheads="1"/>
              </p:cNvSpPr>
              <p:nvPr/>
            </p:nvSpPr>
            <p:spPr bwMode="auto">
              <a:xfrm>
                <a:off x="5081" y="2091"/>
                <a:ext cx="93" cy="94"/>
              </a:xfrm>
              <a:prstGeom prst="ellipse">
                <a:avLst/>
              </a:prstGeom>
              <a:gradFill rotWithShape="1">
                <a:gsLst>
                  <a:gs pos="0">
                    <a:srgbClr val="5C0000"/>
                  </a:gs>
                  <a:gs pos="100000">
                    <a:srgbClr val="C6000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4592" name="Line 8"/>
              <p:cNvSpPr>
                <a:spLocks noChangeShapeType="1"/>
              </p:cNvSpPr>
              <p:nvPr/>
            </p:nvSpPr>
            <p:spPr bwMode="auto">
              <a:xfrm>
                <a:off x="5126" y="2097"/>
                <a:ext cx="0" cy="781"/>
              </a:xfrm>
              <a:prstGeom prst="line">
                <a:avLst/>
              </a:prstGeom>
              <a:noFill/>
              <a:ln w="15875">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3" name="Text Box 9"/>
              <p:cNvSpPr txBox="1">
                <a:spLocks noChangeArrowheads="1"/>
              </p:cNvSpPr>
              <p:nvPr/>
            </p:nvSpPr>
            <p:spPr bwMode="auto">
              <a:xfrm>
                <a:off x="5105" y="1773"/>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C60000"/>
                    </a:solidFill>
                    <a:latin typeface="Times New Roman" pitchFamily="18" charset="0"/>
                  </a:rPr>
                  <a:t>q</a:t>
                </a:r>
              </a:p>
            </p:txBody>
          </p:sp>
          <p:sp>
            <p:nvSpPr>
              <p:cNvPr id="24594" name="Text Box 10"/>
              <p:cNvSpPr txBox="1">
                <a:spLocks noChangeArrowheads="1"/>
              </p:cNvSpPr>
              <p:nvPr/>
            </p:nvSpPr>
            <p:spPr bwMode="auto">
              <a:xfrm>
                <a:off x="4833" y="1235"/>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latin typeface="Times New Roman" pitchFamily="18" charset="0"/>
                  </a:rPr>
                  <a:t>P</a:t>
                </a:r>
              </a:p>
            </p:txBody>
          </p:sp>
          <p:sp>
            <p:nvSpPr>
              <p:cNvPr id="24595" name="Oval 11"/>
              <p:cNvSpPr>
                <a:spLocks noChangeArrowheads="1"/>
              </p:cNvSpPr>
              <p:nvPr/>
            </p:nvSpPr>
            <p:spPr bwMode="auto">
              <a:xfrm>
                <a:off x="3438" y="1553"/>
                <a:ext cx="1134" cy="1134"/>
              </a:xfrm>
              <a:prstGeom prst="ellipse">
                <a:avLst/>
              </a:prstGeom>
              <a:noFill/>
              <a:ln w="28575">
                <a:solidFill>
                  <a:srgbClr val="FF66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4596" name="Line 12"/>
              <p:cNvSpPr>
                <a:spLocks noChangeShapeType="1"/>
              </p:cNvSpPr>
              <p:nvPr/>
            </p:nvSpPr>
            <p:spPr bwMode="auto">
              <a:xfrm flipV="1">
                <a:off x="4016" y="2135"/>
                <a:ext cx="1495" cy="1"/>
              </a:xfrm>
              <a:prstGeom prst="line">
                <a:avLst/>
              </a:prstGeom>
              <a:noFill/>
              <a:ln w="28575">
                <a:solidFill>
                  <a:srgbClr val="000066"/>
                </a:solidFill>
                <a:prstDash val="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7" name="Line 13"/>
              <p:cNvSpPr>
                <a:spLocks noChangeShapeType="1"/>
              </p:cNvSpPr>
              <p:nvPr/>
            </p:nvSpPr>
            <p:spPr bwMode="auto">
              <a:xfrm flipV="1">
                <a:off x="3992" y="1546"/>
                <a:ext cx="886" cy="596"/>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8" name="Line 14"/>
              <p:cNvSpPr>
                <a:spLocks noChangeShapeType="1"/>
              </p:cNvSpPr>
              <p:nvPr/>
            </p:nvSpPr>
            <p:spPr bwMode="auto">
              <a:xfrm flipV="1">
                <a:off x="4310" y="1592"/>
                <a:ext cx="568" cy="528"/>
              </a:xfrm>
              <a:prstGeom prst="line">
                <a:avLst/>
              </a:prstGeom>
              <a:noFill/>
              <a:ln w="285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9" name="Line 15"/>
              <p:cNvSpPr>
                <a:spLocks noChangeShapeType="1"/>
              </p:cNvSpPr>
              <p:nvPr/>
            </p:nvSpPr>
            <p:spPr bwMode="auto">
              <a:xfrm flipH="1" flipV="1">
                <a:off x="4894" y="1562"/>
                <a:ext cx="232" cy="55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0" name="Line 16"/>
              <p:cNvSpPr>
                <a:spLocks noChangeShapeType="1"/>
              </p:cNvSpPr>
              <p:nvPr/>
            </p:nvSpPr>
            <p:spPr bwMode="auto">
              <a:xfrm>
                <a:off x="4004" y="2105"/>
                <a:ext cx="0" cy="781"/>
              </a:xfrm>
              <a:prstGeom prst="line">
                <a:avLst/>
              </a:prstGeom>
              <a:noFill/>
              <a:ln w="15875">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1" name="Line 17"/>
              <p:cNvSpPr>
                <a:spLocks noChangeShapeType="1"/>
              </p:cNvSpPr>
              <p:nvPr/>
            </p:nvSpPr>
            <p:spPr bwMode="auto">
              <a:xfrm>
                <a:off x="4273" y="2137"/>
                <a:ext cx="0" cy="595"/>
              </a:xfrm>
              <a:prstGeom prst="line">
                <a:avLst/>
              </a:prstGeom>
              <a:noFill/>
              <a:ln w="15875">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2" name="Line 18"/>
              <p:cNvSpPr>
                <a:spLocks noChangeShapeType="1"/>
              </p:cNvSpPr>
              <p:nvPr/>
            </p:nvSpPr>
            <p:spPr bwMode="auto">
              <a:xfrm>
                <a:off x="3980" y="2408"/>
                <a:ext cx="1142" cy="0"/>
              </a:xfrm>
              <a:prstGeom prst="line">
                <a:avLst/>
              </a:prstGeom>
              <a:noFill/>
              <a:ln w="28575">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03" name="Line 19"/>
              <p:cNvSpPr>
                <a:spLocks noChangeShapeType="1"/>
              </p:cNvSpPr>
              <p:nvPr/>
            </p:nvSpPr>
            <p:spPr bwMode="auto">
              <a:xfrm>
                <a:off x="4014" y="2523"/>
                <a:ext cx="267" cy="6"/>
              </a:xfrm>
              <a:prstGeom prst="line">
                <a:avLst/>
              </a:prstGeom>
              <a:noFill/>
              <a:ln w="28575">
                <a:solidFill>
                  <a:srgbClr val="FF66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04" name="Text Box 20"/>
              <p:cNvSpPr txBox="1">
                <a:spLocks noChangeArrowheads="1"/>
              </p:cNvSpPr>
              <p:nvPr/>
            </p:nvSpPr>
            <p:spPr bwMode="auto">
              <a:xfrm>
                <a:off x="3629" y="1870"/>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chemeClr val="accent2"/>
                    </a:solidFill>
                    <a:latin typeface="Times New Roman" pitchFamily="18" charset="0"/>
                  </a:rPr>
                  <a:t>a</a:t>
                </a:r>
              </a:p>
            </p:txBody>
          </p:sp>
          <p:sp>
            <p:nvSpPr>
              <p:cNvPr id="24605" name="Text Box 21"/>
              <p:cNvSpPr txBox="1">
                <a:spLocks noChangeArrowheads="1"/>
              </p:cNvSpPr>
              <p:nvPr/>
            </p:nvSpPr>
            <p:spPr bwMode="auto">
              <a:xfrm>
                <a:off x="4310" y="2006"/>
                <a:ext cx="446"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FF7C80"/>
                    </a:solidFill>
                    <a:latin typeface="Times New Roman" pitchFamily="18" charset="0"/>
                  </a:rPr>
                  <a:t>q</a:t>
                </a:r>
                <a:r>
                  <a:rPr lang="en-US" altLang="zh-CN" b="1" i="1">
                    <a:solidFill>
                      <a:srgbClr val="FF7C80"/>
                    </a:solidFill>
                    <a:latin typeface="Times New Roman" pitchFamily="18" charset="0"/>
                    <a:cs typeface="Times New Roman" pitchFamily="18" charset="0"/>
                  </a:rPr>
                  <a:t>'</a:t>
                </a:r>
              </a:p>
            </p:txBody>
          </p:sp>
          <p:sp>
            <p:nvSpPr>
              <p:cNvPr id="24606" name="Text Box 22"/>
              <p:cNvSpPr txBox="1">
                <a:spLocks noChangeArrowheads="1"/>
              </p:cNvSpPr>
              <p:nvPr/>
            </p:nvSpPr>
            <p:spPr bwMode="auto">
              <a:xfrm>
                <a:off x="4400" y="1462"/>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chemeClr val="accent2"/>
                    </a:solidFill>
                    <a:latin typeface="Times New Roman" pitchFamily="18" charset="0"/>
                  </a:rPr>
                  <a:t>r</a:t>
                </a:r>
              </a:p>
            </p:txBody>
          </p:sp>
          <p:sp>
            <p:nvSpPr>
              <p:cNvPr id="24607" name="Text Box 23"/>
              <p:cNvSpPr txBox="1">
                <a:spLocks noChangeArrowheads="1"/>
              </p:cNvSpPr>
              <p:nvPr/>
            </p:nvSpPr>
            <p:spPr bwMode="auto">
              <a:xfrm>
                <a:off x="4561" y="1728"/>
                <a:ext cx="54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FF5A07"/>
                    </a:solidFill>
                    <a:latin typeface="Times New Roman" pitchFamily="18" charset="0"/>
                  </a:rPr>
                  <a:t>R</a:t>
                </a:r>
                <a:r>
                  <a:rPr lang="en-US" altLang="zh-CN" b="1" i="1">
                    <a:solidFill>
                      <a:srgbClr val="FF5A07"/>
                    </a:solidFill>
                    <a:latin typeface="Times New Roman" pitchFamily="18" charset="0"/>
                    <a:cs typeface="Times New Roman" pitchFamily="18" charset="0"/>
                  </a:rPr>
                  <a:t>'</a:t>
                </a:r>
              </a:p>
            </p:txBody>
          </p:sp>
          <p:sp>
            <p:nvSpPr>
              <p:cNvPr id="24608" name="Text Box 24"/>
              <p:cNvSpPr txBox="1">
                <a:spLocks noChangeArrowheads="1"/>
              </p:cNvSpPr>
              <p:nvPr/>
            </p:nvSpPr>
            <p:spPr bwMode="auto">
              <a:xfrm>
                <a:off x="4969" y="1592"/>
                <a:ext cx="23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FF0000"/>
                    </a:solidFill>
                    <a:latin typeface="Times New Roman" pitchFamily="18" charset="0"/>
                  </a:rPr>
                  <a:t>R</a:t>
                </a:r>
              </a:p>
            </p:txBody>
          </p:sp>
          <p:sp>
            <p:nvSpPr>
              <p:cNvPr id="24609" name="Text Box 25"/>
              <p:cNvSpPr txBox="1">
                <a:spLocks noChangeArrowheads="1"/>
              </p:cNvSpPr>
              <p:nvPr/>
            </p:nvSpPr>
            <p:spPr bwMode="auto">
              <a:xfrm>
                <a:off x="4536" y="2369"/>
                <a:ext cx="334"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chemeClr val="accent2"/>
                    </a:solidFill>
                    <a:latin typeface="Times New Roman" pitchFamily="18" charset="0"/>
                  </a:rPr>
                  <a:t>d</a:t>
                </a:r>
                <a:endParaRPr lang="en-US" altLang="zh-CN" b="1">
                  <a:solidFill>
                    <a:schemeClr val="accent2"/>
                  </a:solidFill>
                  <a:latin typeface="Times New Roman" pitchFamily="18" charset="0"/>
                </a:endParaRPr>
              </a:p>
            </p:txBody>
          </p:sp>
          <p:sp>
            <p:nvSpPr>
              <p:cNvPr id="24610" name="Oval 26"/>
              <p:cNvSpPr>
                <a:spLocks noChangeArrowheads="1"/>
              </p:cNvSpPr>
              <p:nvPr/>
            </p:nvSpPr>
            <p:spPr bwMode="auto">
              <a:xfrm>
                <a:off x="4234" y="2091"/>
                <a:ext cx="93" cy="94"/>
              </a:xfrm>
              <a:prstGeom prst="ellipse">
                <a:avLst/>
              </a:prstGeom>
              <a:gradFill rotWithShape="1">
                <a:gsLst>
                  <a:gs pos="0">
                    <a:srgbClr val="76393B"/>
                  </a:gs>
                  <a:gs pos="100000">
                    <a:srgbClr val="FF7C8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4611" name="Text Box 27"/>
              <p:cNvSpPr txBox="1">
                <a:spLocks noChangeArrowheads="1"/>
              </p:cNvSpPr>
              <p:nvPr/>
            </p:nvSpPr>
            <p:spPr bwMode="auto">
              <a:xfrm>
                <a:off x="3992" y="2483"/>
                <a:ext cx="446"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066B94"/>
                    </a:solidFill>
                    <a:latin typeface="Times New Roman" pitchFamily="18" charset="0"/>
                  </a:rPr>
                  <a:t>d</a:t>
                </a:r>
                <a:r>
                  <a:rPr lang="en-US" altLang="zh-CN" b="1" i="1">
                    <a:solidFill>
                      <a:srgbClr val="066B94"/>
                    </a:solidFill>
                    <a:latin typeface="Times New Roman" pitchFamily="18" charset="0"/>
                    <a:cs typeface="Times New Roman" pitchFamily="18" charset="0"/>
                  </a:rPr>
                  <a:t>'</a:t>
                </a:r>
              </a:p>
            </p:txBody>
          </p:sp>
          <p:sp>
            <p:nvSpPr>
              <p:cNvPr id="24612" name="Line 28"/>
              <p:cNvSpPr>
                <a:spLocks noChangeShapeType="1"/>
              </p:cNvSpPr>
              <p:nvPr/>
            </p:nvSpPr>
            <p:spPr bwMode="auto">
              <a:xfrm flipH="1" flipV="1">
                <a:off x="3538" y="1780"/>
                <a:ext cx="454" cy="362"/>
              </a:xfrm>
              <a:prstGeom prst="line">
                <a:avLst/>
              </a:prstGeom>
              <a:noFill/>
              <a:ln w="2857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13" name="Oval 29"/>
              <p:cNvSpPr>
                <a:spLocks noChangeArrowheads="1"/>
              </p:cNvSpPr>
              <p:nvPr/>
            </p:nvSpPr>
            <p:spPr bwMode="auto">
              <a:xfrm>
                <a:off x="3951" y="2093"/>
                <a:ext cx="93" cy="94"/>
              </a:xfrm>
              <a:prstGeom prst="ellipse">
                <a:avLst/>
              </a:prstGeom>
              <a:gradFill rotWithShape="1">
                <a:gsLst>
                  <a:gs pos="0">
                    <a:srgbClr val="760000"/>
                  </a:gs>
                  <a:gs pos="100000">
                    <a:srgbClr val="FF0000"/>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4614" name="Text Box 30"/>
              <p:cNvSpPr txBox="1">
                <a:spLocks noChangeArrowheads="1"/>
              </p:cNvSpPr>
              <p:nvPr/>
            </p:nvSpPr>
            <p:spPr bwMode="auto">
              <a:xfrm>
                <a:off x="3878" y="1752"/>
                <a:ext cx="446"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lang="en-US" altLang="zh-CN" b="1" i="1">
                    <a:solidFill>
                      <a:srgbClr val="FF0000"/>
                    </a:solidFill>
                    <a:latin typeface="Times New Roman" pitchFamily="18" charset="0"/>
                  </a:rPr>
                  <a:t>q</a:t>
                </a:r>
                <a:r>
                  <a:rPr lang="en-US" altLang="zh-CN" b="1" i="1">
                    <a:solidFill>
                      <a:srgbClr val="FF0000"/>
                    </a:solidFill>
                    <a:latin typeface="Times New Roman" pitchFamily="18" charset="0"/>
                    <a:cs typeface="Times New Roman" pitchFamily="18" charset="0"/>
                  </a:rPr>
                  <a:t>"</a:t>
                </a:r>
              </a:p>
            </p:txBody>
          </p:sp>
        </p:grpSp>
        <p:sp>
          <p:nvSpPr>
            <p:cNvPr id="24589" name="Rectangle 32"/>
            <p:cNvSpPr>
              <a:spLocks noChangeArrowheads="1"/>
            </p:cNvSpPr>
            <p:nvPr/>
          </p:nvSpPr>
          <p:spPr bwMode="auto">
            <a:xfrm>
              <a:off x="3742" y="2069"/>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lang="en-US" altLang="zh-CN" i="1">
                  <a:latin typeface="Times New Roman" pitchFamily="18" charset="0"/>
                </a:rPr>
                <a:t>O</a:t>
              </a:r>
            </a:p>
          </p:txBody>
        </p:sp>
      </p:grpSp>
      <p:sp>
        <p:nvSpPr>
          <p:cNvPr id="24584" name="AutoShape 34">
            <a:hlinkClick r:id="rId7"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4585" name="AutoShape 35">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4586" name="AutoShape 36">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24587" name="AutoShape 37">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par>
                          <p:cTn id="8" fill="hold" nodeType="afterGroup">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858115"/>
                                        </p:tgtEl>
                                        <p:attrNameLst>
                                          <p:attrName>style.visibility</p:attrName>
                                        </p:attrNameLst>
                                      </p:cBhvr>
                                      <p:to>
                                        <p:strVal val="visible"/>
                                      </p:to>
                                    </p:set>
                                    <p:animEffect transition="in" filter="wipe(up)">
                                      <p:cBhvr>
                                        <p:cTn id="11" dur="3000"/>
                                        <p:tgtEl>
                                          <p:spTgt spid="85811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858114"/>
                                        </p:tgtEl>
                                        <p:attrNameLst>
                                          <p:attrName>style.visibility</p:attrName>
                                        </p:attrNameLst>
                                      </p:cBhvr>
                                      <p:to>
                                        <p:strVal val="visible"/>
                                      </p:to>
                                    </p:set>
                                    <p:animEffect transition="in" filter="dissolve">
                                      <p:cBhvr>
                                        <p:cTn id="16" dur="500"/>
                                        <p:tgtEl>
                                          <p:spTgt spid="85811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58117"/>
                                        </p:tgtEl>
                                        <p:attrNameLst>
                                          <p:attrName>style.visibility</p:attrName>
                                        </p:attrNameLst>
                                      </p:cBhvr>
                                      <p:to>
                                        <p:strVal val="visible"/>
                                      </p:to>
                                    </p:set>
                                    <p:animEffect transition="in" filter="fade">
                                      <p:cBhvr>
                                        <p:cTn id="21" dur="2000"/>
                                        <p:tgtEl>
                                          <p:spTgt spid="858117"/>
                                        </p:tgtEl>
                                      </p:cBhvr>
                                    </p:animEffect>
                                  </p:childTnLst>
                                </p:cTn>
                              </p:par>
                            </p:childTnLst>
                          </p:cTn>
                        </p:par>
                        <p:par>
                          <p:cTn id="22" fill="hold" nodeType="afterGroup">
                            <p:stCondLst>
                              <p:cond delay="2000"/>
                            </p:stCondLst>
                            <p:childTnLst>
                              <p:par>
                                <p:cTn id="23" presetID="10" presetClass="entr" presetSubtype="0" fill="hold" nodeType="afterEffect">
                                  <p:stCondLst>
                                    <p:cond delay="0"/>
                                  </p:stCondLst>
                                  <p:childTnLst>
                                    <p:set>
                                      <p:cBhvr>
                                        <p:cTn id="24" dur="1" fill="hold">
                                          <p:stCondLst>
                                            <p:cond delay="0"/>
                                          </p:stCondLst>
                                        </p:cTn>
                                        <p:tgtEl>
                                          <p:spTgt spid="858116"/>
                                        </p:tgtEl>
                                        <p:attrNameLst>
                                          <p:attrName>style.visibility</p:attrName>
                                        </p:attrNameLst>
                                      </p:cBhvr>
                                      <p:to>
                                        <p:strVal val="visible"/>
                                      </p:to>
                                    </p:set>
                                    <p:animEffect transition="in" filter="fade">
                                      <p:cBhvr>
                                        <p:cTn id="25" dur="2000"/>
                                        <p:tgtEl>
                                          <p:spTgt spid="858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8115" grpId="0"/>
      <p:bldP spid="8581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2"/>
          <p:cNvSpPr>
            <a:spLocks noGrp="1"/>
          </p:cNvSpPr>
          <p:nvPr>
            <p:ph type="sldNum" sz="quarter" idx="10"/>
          </p:nvPr>
        </p:nvSpPr>
        <p:spPr/>
        <p:txBody>
          <a:bodyPr/>
          <a:lstStyle/>
          <a:p>
            <a:pPr>
              <a:defRPr/>
            </a:pPr>
            <a:fld id="{3BF75C54-324B-4136-BD66-C9D862087382}" type="slidenum">
              <a:rPr lang="en-US" altLang="zh-CN"/>
              <a:pPr>
                <a:defRPr/>
              </a:pPr>
              <a:t>24</a:t>
            </a:fld>
            <a:endParaRPr lang="en-US" altLang="zh-CN"/>
          </a:p>
        </p:txBody>
      </p:sp>
      <p:sp>
        <p:nvSpPr>
          <p:cNvPr id="36867" name="Rectangle 2"/>
          <p:cNvSpPr>
            <a:spLocks noGrp="1" noChangeArrowheads="1"/>
          </p:cNvSpPr>
          <p:nvPr>
            <p:ph type="title"/>
          </p:nvPr>
        </p:nvSpPr>
        <p:spPr bwMode="auto">
          <a:xfrm>
            <a:off x="468313" y="1196975"/>
            <a:ext cx="8229600" cy="5032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r>
              <a:rPr lang="en-US" altLang="zh-CN" sz="2800" b="1" smtClean="0">
                <a:solidFill>
                  <a:schemeClr val="bg1"/>
                </a:solidFill>
                <a:latin typeface="Times New Roman" pitchFamily="18" charset="0"/>
                <a:ea typeface="幼圆" pitchFamily="49" charset="-122"/>
              </a:rPr>
              <a:t>3.6   </a:t>
            </a:r>
            <a:r>
              <a:rPr lang="zh-CN" altLang="en-US" sz="2800" b="1" smtClean="0">
                <a:solidFill>
                  <a:schemeClr val="bg1"/>
                </a:solidFill>
                <a:latin typeface="Times New Roman" pitchFamily="18" charset="0"/>
                <a:ea typeface="幼圆" pitchFamily="49" charset="-122"/>
              </a:rPr>
              <a:t>分离变量法</a:t>
            </a:r>
            <a:r>
              <a:rPr lang="zh-CN" altLang="en-US" sz="1800" smtClean="0"/>
              <a:t> </a:t>
            </a:r>
          </a:p>
        </p:txBody>
      </p:sp>
      <p:sp>
        <p:nvSpPr>
          <p:cNvPr id="36868" name="Text Box 3"/>
          <p:cNvSpPr txBox="1">
            <a:spLocks noChangeArrowheads="1"/>
          </p:cNvSpPr>
          <p:nvPr/>
        </p:nvSpPr>
        <p:spPr bwMode="auto">
          <a:xfrm>
            <a:off x="1835150" y="2565400"/>
            <a:ext cx="6625282" cy="2400300"/>
          </a:xfrm>
          <a:prstGeom prst="rect">
            <a:avLst/>
          </a:prstGeom>
          <a:solidFill>
            <a:srgbClr val="CCFFFF"/>
          </a:solidFill>
          <a:ln w="22225">
            <a:solidFill>
              <a:srgbClr val="FF0000"/>
            </a:solidFill>
            <a:miter lim="800000"/>
            <a:headEnd/>
            <a:tailEnd/>
          </a:ln>
        </p:spPr>
        <p:txBody>
          <a:bodyPr wrap="square">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lnSpc>
                <a:spcPct val="150000"/>
              </a:lnSpc>
              <a:spcBef>
                <a:spcPct val="0"/>
              </a:spcBef>
            </a:pPr>
            <a:r>
              <a:rPr lang="zh-CN" altLang="en-US" sz="2800" b="1" dirty="0">
                <a:solidFill>
                  <a:srgbClr val="990000"/>
                </a:solidFill>
                <a:ea typeface="隶书" pitchFamily="49" charset="-122"/>
              </a:rPr>
              <a:t>本节内容</a:t>
            </a:r>
            <a:endParaRPr kumimoji="1" lang="zh-CN" altLang="en-US" sz="2800" b="1" dirty="0">
              <a:solidFill>
                <a:schemeClr val="bg1"/>
              </a:solidFill>
              <a:latin typeface="楷体_GB2312" pitchFamily="49" charset="-122"/>
              <a:ea typeface="隶书" pitchFamily="49" charset="-122"/>
            </a:endParaRPr>
          </a:p>
          <a:p>
            <a:pPr algn="l" eaLnBrk="1" hangingPunct="1">
              <a:lnSpc>
                <a:spcPct val="150000"/>
              </a:lnSpc>
              <a:spcBef>
                <a:spcPct val="0"/>
              </a:spcBef>
            </a:pPr>
            <a:r>
              <a:rPr kumimoji="1" lang="zh-CN" altLang="en-US" b="1" dirty="0">
                <a:latin typeface="Times New Roman" pitchFamily="18" charset="0"/>
                <a:ea typeface="幼圆" pitchFamily="49" charset="-122"/>
              </a:rPr>
              <a:t>    </a:t>
            </a:r>
            <a:r>
              <a:rPr kumimoji="1" lang="en-US" altLang="zh-CN" b="1" dirty="0">
                <a:latin typeface="Times New Roman" pitchFamily="18" charset="0"/>
                <a:ea typeface="幼圆" pitchFamily="49" charset="-122"/>
              </a:rPr>
              <a:t>3.6.1   </a:t>
            </a:r>
            <a:r>
              <a:rPr kumimoji="1" lang="zh-CN" altLang="en-US" b="1" dirty="0">
                <a:latin typeface="Times New Roman" pitchFamily="18" charset="0"/>
                <a:ea typeface="宋体" pitchFamily="2" charset="-122"/>
                <a:hlinkClick r:id="rId2" action="ppaction://hlinksldjump"/>
              </a:rPr>
              <a:t>直角坐标系中的分离变量法</a:t>
            </a:r>
            <a:endParaRPr kumimoji="1" lang="zh-CN" altLang="en-US" b="1" dirty="0">
              <a:latin typeface="Times New Roman" pitchFamily="18" charset="0"/>
              <a:ea typeface="宋体" pitchFamily="2" charset="-122"/>
            </a:endParaRPr>
          </a:p>
          <a:p>
            <a:pPr algn="l" eaLnBrk="1" hangingPunct="1">
              <a:lnSpc>
                <a:spcPct val="150000"/>
              </a:lnSpc>
              <a:spcBef>
                <a:spcPct val="0"/>
              </a:spcBef>
            </a:pPr>
            <a:r>
              <a:rPr kumimoji="1" lang="zh-CN" altLang="en-US" b="1" dirty="0">
                <a:latin typeface="Times New Roman" pitchFamily="18" charset="0"/>
                <a:ea typeface="宋体" pitchFamily="2" charset="-122"/>
              </a:rPr>
              <a:t>    </a:t>
            </a:r>
            <a:r>
              <a:rPr kumimoji="1" lang="en-US" altLang="zh-CN" b="1" dirty="0">
                <a:latin typeface="Times New Roman" pitchFamily="18" charset="0"/>
                <a:ea typeface="宋体" pitchFamily="2" charset="-122"/>
              </a:rPr>
              <a:t>3.6.2   </a:t>
            </a:r>
            <a:r>
              <a:rPr kumimoji="1" lang="zh-CN" altLang="en-US" b="1" dirty="0">
                <a:latin typeface="Times New Roman" pitchFamily="18" charset="0"/>
                <a:ea typeface="宋体" pitchFamily="2" charset="-122"/>
                <a:hlinkClick r:id="" action="ppaction://noaction"/>
              </a:rPr>
              <a:t>圆柱坐标系中的</a:t>
            </a:r>
            <a:r>
              <a:rPr kumimoji="1" lang="zh-CN" altLang="en-US" b="1" dirty="0" smtClean="0">
                <a:latin typeface="Times New Roman" pitchFamily="18" charset="0"/>
                <a:ea typeface="宋体" pitchFamily="2" charset="-122"/>
                <a:hlinkClick r:id="" action="ppaction://noaction"/>
              </a:rPr>
              <a:t>分离变量法</a:t>
            </a:r>
            <a:r>
              <a:rPr kumimoji="1" lang="zh-CN" altLang="en-US" b="1" dirty="0" smtClean="0">
                <a:solidFill>
                  <a:srgbClr val="FF0000"/>
                </a:solidFill>
                <a:latin typeface="Times New Roman" pitchFamily="18" charset="0"/>
                <a:ea typeface="宋体" pitchFamily="2" charset="-122"/>
              </a:rPr>
              <a:t>（自学）</a:t>
            </a:r>
            <a:endParaRPr kumimoji="1" lang="zh-CN" altLang="en-US" b="1" dirty="0">
              <a:solidFill>
                <a:srgbClr val="FF0000"/>
              </a:solidFill>
              <a:latin typeface="Times New Roman" pitchFamily="18" charset="0"/>
              <a:ea typeface="宋体" pitchFamily="2" charset="-122"/>
            </a:endParaRPr>
          </a:p>
          <a:p>
            <a:pPr algn="l" eaLnBrk="1" hangingPunct="1">
              <a:lnSpc>
                <a:spcPct val="150000"/>
              </a:lnSpc>
              <a:spcBef>
                <a:spcPct val="0"/>
              </a:spcBef>
            </a:pPr>
            <a:r>
              <a:rPr kumimoji="1" lang="zh-CN" altLang="en-US" b="1" dirty="0">
                <a:latin typeface="Times New Roman" pitchFamily="18" charset="0"/>
                <a:ea typeface="宋体" pitchFamily="2" charset="-122"/>
              </a:rPr>
              <a:t>    </a:t>
            </a:r>
            <a:r>
              <a:rPr kumimoji="1" lang="en-US" altLang="zh-CN" b="1" dirty="0">
                <a:latin typeface="Times New Roman" pitchFamily="18" charset="0"/>
                <a:ea typeface="宋体" pitchFamily="2" charset="-122"/>
              </a:rPr>
              <a:t>3.6.3   </a:t>
            </a:r>
            <a:r>
              <a:rPr kumimoji="1" lang="zh-CN" altLang="en-US" b="1" dirty="0">
                <a:latin typeface="Times New Roman" pitchFamily="18" charset="0"/>
                <a:ea typeface="宋体" pitchFamily="2" charset="-122"/>
                <a:hlinkClick r:id="" action="ppaction://noaction"/>
              </a:rPr>
              <a:t>球坐标系中的</a:t>
            </a:r>
            <a:r>
              <a:rPr kumimoji="1" lang="zh-CN" altLang="en-US" b="1" dirty="0" smtClean="0">
                <a:latin typeface="Times New Roman" pitchFamily="18" charset="0"/>
                <a:ea typeface="宋体" pitchFamily="2" charset="-122"/>
                <a:hlinkClick r:id="" action="ppaction://noaction"/>
              </a:rPr>
              <a:t>分离变量法</a:t>
            </a:r>
            <a:r>
              <a:rPr kumimoji="1" lang="zh-CN" altLang="en-US" b="1" dirty="0" smtClean="0">
                <a:solidFill>
                  <a:srgbClr val="FF0000"/>
                </a:solidFill>
                <a:latin typeface="Times New Roman" pitchFamily="18" charset="0"/>
                <a:ea typeface="宋体" pitchFamily="2" charset="-122"/>
              </a:rPr>
              <a:t>（自学）</a:t>
            </a:r>
            <a:endParaRPr kumimoji="1" lang="zh-CN" altLang="en-US" b="1" dirty="0">
              <a:solidFill>
                <a:srgbClr val="FF0000"/>
              </a:solidFill>
              <a:latin typeface="Times New Roman" pitchFamily="18" charset="0"/>
              <a:ea typeface="宋体" pitchFamily="2" charset="-122"/>
            </a:endParaRPr>
          </a:p>
        </p:txBody>
      </p:sp>
      <p:sp>
        <p:nvSpPr>
          <p:cNvPr id="36869" name="AutoShape 7">
            <a:hlinkClick r:id="rId3"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36870" name="AutoShape 8">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36871" name="AutoShape 9">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36872" name="AutoShape 10">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2"/>
          <p:cNvSpPr>
            <a:spLocks noGrp="1"/>
          </p:cNvSpPr>
          <p:nvPr>
            <p:ph type="sldNum" sz="quarter" idx="10"/>
          </p:nvPr>
        </p:nvSpPr>
        <p:spPr/>
        <p:txBody>
          <a:bodyPr/>
          <a:lstStyle/>
          <a:p>
            <a:pPr>
              <a:defRPr/>
            </a:pPr>
            <a:fld id="{9088A4E8-A5AC-4789-B697-6723F1F3BE6C}" type="slidenum">
              <a:rPr lang="en-US" altLang="zh-CN"/>
              <a:pPr>
                <a:defRPr/>
              </a:pPr>
              <a:t>25</a:t>
            </a:fld>
            <a:endParaRPr lang="en-US" altLang="zh-CN"/>
          </a:p>
        </p:txBody>
      </p:sp>
      <p:sp>
        <p:nvSpPr>
          <p:cNvPr id="912387" name="Text Box 3"/>
          <p:cNvSpPr txBox="1">
            <a:spLocks noChangeArrowheads="1"/>
          </p:cNvSpPr>
          <p:nvPr/>
        </p:nvSpPr>
        <p:spPr bwMode="auto">
          <a:xfrm>
            <a:off x="107950" y="2708275"/>
            <a:ext cx="8964613"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kumimoji="1" lang="en-US" altLang="zh-CN" b="1">
                <a:solidFill>
                  <a:schemeClr val="bg1"/>
                </a:solidFill>
                <a:latin typeface="楷体_GB2312" pitchFamily="49" charset="-122"/>
              </a:rPr>
              <a:t>    </a:t>
            </a:r>
            <a:r>
              <a:rPr kumimoji="1" lang="zh-CN" altLang="en-US" b="1">
                <a:solidFill>
                  <a:schemeClr val="bg1"/>
                </a:solidFill>
                <a:latin typeface="Times New Roman" pitchFamily="18" charset="0"/>
              </a:rPr>
              <a:t>将偏微分方程中含有</a:t>
            </a:r>
            <a:r>
              <a:rPr kumimoji="1" lang="en-US" altLang="zh-CN" b="1" i="1">
                <a:solidFill>
                  <a:schemeClr val="bg1"/>
                </a:solidFill>
                <a:latin typeface="Times New Roman" pitchFamily="18" charset="0"/>
              </a:rPr>
              <a:t>n</a:t>
            </a:r>
            <a:r>
              <a:rPr kumimoji="1" lang="zh-CN" altLang="en-US" b="1">
                <a:solidFill>
                  <a:schemeClr val="bg1"/>
                </a:solidFill>
                <a:latin typeface="Times New Roman" pitchFamily="18" charset="0"/>
              </a:rPr>
              <a:t>个自变量的待求函数表示成</a:t>
            </a:r>
            <a:r>
              <a:rPr kumimoji="1" lang="en-US" altLang="zh-CN" b="1" i="1">
                <a:solidFill>
                  <a:schemeClr val="bg1"/>
                </a:solidFill>
                <a:latin typeface="Times New Roman" pitchFamily="18" charset="0"/>
              </a:rPr>
              <a:t>n</a:t>
            </a:r>
            <a:r>
              <a:rPr kumimoji="1" lang="zh-CN" altLang="en-US" b="1">
                <a:solidFill>
                  <a:schemeClr val="bg1"/>
                </a:solidFill>
                <a:latin typeface="Times New Roman" pitchFamily="18" charset="0"/>
              </a:rPr>
              <a:t>个各自只含一个变量的函数的乘积，把偏微分方程分解成</a:t>
            </a:r>
            <a:r>
              <a:rPr kumimoji="1" lang="en-US" altLang="zh-CN" b="1" i="1">
                <a:solidFill>
                  <a:schemeClr val="bg1"/>
                </a:solidFill>
                <a:latin typeface="Times New Roman" pitchFamily="18" charset="0"/>
              </a:rPr>
              <a:t>n</a:t>
            </a:r>
            <a:r>
              <a:rPr kumimoji="1" lang="zh-CN" altLang="en-US" b="1">
                <a:solidFill>
                  <a:schemeClr val="bg1"/>
                </a:solidFill>
                <a:latin typeface="Times New Roman" pitchFamily="18" charset="0"/>
              </a:rPr>
              <a:t>个</a:t>
            </a:r>
            <a:r>
              <a:rPr kumimoji="1" lang="zh-CN" altLang="en-US" b="1">
                <a:solidFill>
                  <a:srgbClr val="FF0000"/>
                </a:solidFill>
                <a:latin typeface="Times New Roman" pitchFamily="18" charset="0"/>
              </a:rPr>
              <a:t>常微分方程</a:t>
            </a:r>
            <a:r>
              <a:rPr kumimoji="1" lang="zh-CN" altLang="en-US" b="1">
                <a:solidFill>
                  <a:schemeClr val="bg1"/>
                </a:solidFill>
                <a:latin typeface="Times New Roman" pitchFamily="18" charset="0"/>
              </a:rPr>
              <a:t>，求出各常微分方程的通解后，把它们线性叠加起来，得到级数形式解，并利用给定的边界条件确定待定常数。</a:t>
            </a:r>
          </a:p>
        </p:txBody>
      </p:sp>
      <p:sp>
        <p:nvSpPr>
          <p:cNvPr id="912388" name="Text Box 4"/>
          <p:cNvSpPr txBox="1">
            <a:spLocks noChangeArrowheads="1"/>
          </p:cNvSpPr>
          <p:nvPr/>
        </p:nvSpPr>
        <p:spPr bwMode="auto">
          <a:xfrm>
            <a:off x="122238" y="1495425"/>
            <a:ext cx="841057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buFontTx/>
              <a:buBlip>
                <a:blip r:embed="rId2"/>
              </a:buBlip>
            </a:pPr>
            <a:r>
              <a:rPr kumimoji="1" lang="zh-CN" altLang="en-US" b="1">
                <a:solidFill>
                  <a:schemeClr val="bg1"/>
                </a:solidFill>
                <a:latin typeface="Times New Roman" pitchFamily="18" charset="0"/>
                <a:sym typeface="Symbol" pitchFamily="18" charset="2"/>
              </a:rPr>
              <a:t>　</a:t>
            </a:r>
            <a:r>
              <a:rPr kumimoji="1" lang="zh-CN" altLang="en-US" b="1">
                <a:solidFill>
                  <a:schemeClr val="bg1"/>
                </a:solidFill>
              </a:rPr>
              <a:t>分离变量法是求解边值问题的一种经典方法</a:t>
            </a:r>
            <a:r>
              <a:rPr kumimoji="1" lang="zh-CN" altLang="en-US" b="1">
                <a:solidFill>
                  <a:schemeClr val="bg1"/>
                </a:solidFill>
                <a:latin typeface="Times New Roman" pitchFamily="18" charset="0"/>
                <a:sym typeface="Symbol" pitchFamily="18" charset="2"/>
              </a:rPr>
              <a:t>　</a:t>
            </a:r>
          </a:p>
        </p:txBody>
      </p:sp>
      <p:sp>
        <p:nvSpPr>
          <p:cNvPr id="912389" name="Text Box 5"/>
          <p:cNvSpPr txBox="1">
            <a:spLocks noChangeArrowheads="1"/>
          </p:cNvSpPr>
          <p:nvPr/>
        </p:nvSpPr>
        <p:spPr bwMode="auto">
          <a:xfrm>
            <a:off x="250825" y="5013325"/>
            <a:ext cx="84105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buFontTx/>
              <a:buBlip>
                <a:blip r:embed="rId2"/>
              </a:buBlip>
            </a:pPr>
            <a:r>
              <a:rPr kumimoji="1" lang="zh-CN" altLang="en-US" b="1">
                <a:solidFill>
                  <a:schemeClr val="bg1"/>
                </a:solidFill>
                <a:latin typeface="Times New Roman" pitchFamily="18" charset="0"/>
                <a:sym typeface="Symbol" pitchFamily="18" charset="2"/>
              </a:rPr>
              <a:t>　</a:t>
            </a:r>
            <a:r>
              <a:rPr kumimoji="1" lang="zh-CN" altLang="en-US" b="1">
                <a:solidFill>
                  <a:schemeClr val="bg1"/>
                </a:solidFill>
              </a:rPr>
              <a:t>分离变量法的理论依据是</a:t>
            </a:r>
            <a:r>
              <a:rPr kumimoji="1" lang="zh-CN" altLang="en-US" b="1">
                <a:solidFill>
                  <a:srgbClr val="FF0000"/>
                </a:solidFill>
              </a:rPr>
              <a:t>唯一性定理</a:t>
            </a:r>
            <a:endParaRPr kumimoji="1" lang="zh-CN" altLang="en-US" b="1">
              <a:solidFill>
                <a:srgbClr val="FF0000"/>
              </a:solidFill>
              <a:latin typeface="Times New Roman" pitchFamily="18" charset="0"/>
              <a:sym typeface="Symbol" pitchFamily="18" charset="2"/>
            </a:endParaRPr>
          </a:p>
        </p:txBody>
      </p:sp>
      <p:sp>
        <p:nvSpPr>
          <p:cNvPr id="912390" name="Text Box 6"/>
          <p:cNvSpPr txBox="1">
            <a:spLocks noChangeArrowheads="1"/>
          </p:cNvSpPr>
          <p:nvPr/>
        </p:nvSpPr>
        <p:spPr bwMode="auto">
          <a:xfrm>
            <a:off x="122238" y="2205038"/>
            <a:ext cx="8410575"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just" eaLnBrk="1" hangingPunct="1">
              <a:lnSpc>
                <a:spcPct val="110000"/>
              </a:lnSpc>
              <a:spcBef>
                <a:spcPct val="50000"/>
              </a:spcBef>
              <a:buFontTx/>
              <a:buBlip>
                <a:blip r:embed="rId2"/>
              </a:buBlip>
            </a:pPr>
            <a:r>
              <a:rPr kumimoji="1" lang="zh-CN" altLang="en-US" b="1">
                <a:solidFill>
                  <a:schemeClr val="bg1"/>
                </a:solidFill>
                <a:latin typeface="Times New Roman" pitchFamily="18" charset="0"/>
                <a:sym typeface="Symbol" pitchFamily="18" charset="2"/>
              </a:rPr>
              <a:t>　</a:t>
            </a:r>
            <a:r>
              <a:rPr kumimoji="1" lang="zh-CN" altLang="en-US" b="1">
                <a:solidFill>
                  <a:schemeClr val="bg1"/>
                </a:solidFill>
              </a:rPr>
              <a:t>分离变量法解题的基本思路：</a:t>
            </a:r>
          </a:p>
        </p:txBody>
      </p:sp>
      <p:sp>
        <p:nvSpPr>
          <p:cNvPr id="912392" name="Rectangle 8"/>
          <p:cNvSpPr>
            <a:spLocks noChangeArrowheads="1"/>
          </p:cNvSpPr>
          <p:nvPr/>
        </p:nvSpPr>
        <p:spPr bwMode="auto">
          <a:xfrm>
            <a:off x="112713" y="763588"/>
            <a:ext cx="40274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kumimoji="1" lang="zh-CN" altLang="en-US" b="1">
                <a:solidFill>
                  <a:schemeClr val="bg1"/>
                </a:solidFill>
                <a:latin typeface="Times New Roman" pitchFamily="18" charset="0"/>
                <a:ea typeface="幼圆" pitchFamily="49" charset="-122"/>
              </a:rPr>
              <a:t>分离变量法解题的基本原理</a:t>
            </a:r>
          </a:p>
        </p:txBody>
      </p:sp>
      <p:sp>
        <p:nvSpPr>
          <p:cNvPr id="37896" name="AutoShape 9">
            <a:hlinkClick r:id="rId3"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37897" name="AutoShape 10">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37898" name="AutoShape 11">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37899" name="AutoShape 12">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912392"/>
                                        </p:tgtEl>
                                        <p:attrNameLst>
                                          <p:attrName>style.visibility</p:attrName>
                                        </p:attrNameLst>
                                      </p:cBhvr>
                                      <p:to>
                                        <p:strVal val="visible"/>
                                      </p:to>
                                    </p:set>
                                    <p:animEffect transition="in" filter="wipe(up)">
                                      <p:cBhvr>
                                        <p:cTn id="7" dur="2000"/>
                                        <p:tgtEl>
                                          <p:spTgt spid="9123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12388"/>
                                        </p:tgtEl>
                                        <p:attrNameLst>
                                          <p:attrName>style.visibility</p:attrName>
                                        </p:attrNameLst>
                                      </p:cBhvr>
                                      <p:to>
                                        <p:strVal val="visible"/>
                                      </p:to>
                                    </p:set>
                                    <p:animEffect transition="in" filter="wipe(up)">
                                      <p:cBhvr>
                                        <p:cTn id="12" dur="2000"/>
                                        <p:tgtEl>
                                          <p:spTgt spid="9123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12390"/>
                                        </p:tgtEl>
                                        <p:attrNameLst>
                                          <p:attrName>style.visibility</p:attrName>
                                        </p:attrNameLst>
                                      </p:cBhvr>
                                      <p:to>
                                        <p:strVal val="visible"/>
                                      </p:to>
                                    </p:set>
                                    <p:animEffect transition="in" filter="wipe(up)">
                                      <p:cBhvr>
                                        <p:cTn id="17" dur="2000"/>
                                        <p:tgtEl>
                                          <p:spTgt spid="912390"/>
                                        </p:tgtEl>
                                      </p:cBhvr>
                                    </p:animEffect>
                                  </p:childTnLst>
                                </p:cTn>
                              </p:par>
                            </p:childTnLst>
                          </p:cTn>
                        </p:par>
                        <p:par>
                          <p:cTn id="18" fill="hold" nodeType="afterGroup">
                            <p:stCondLst>
                              <p:cond delay="2000"/>
                            </p:stCondLst>
                            <p:childTnLst>
                              <p:par>
                                <p:cTn id="19" presetID="22" presetClass="entr" presetSubtype="1" fill="hold" grpId="0" nodeType="afterEffect">
                                  <p:stCondLst>
                                    <p:cond delay="0"/>
                                  </p:stCondLst>
                                  <p:childTnLst>
                                    <p:set>
                                      <p:cBhvr>
                                        <p:cTn id="20" dur="1" fill="hold">
                                          <p:stCondLst>
                                            <p:cond delay="0"/>
                                          </p:stCondLst>
                                        </p:cTn>
                                        <p:tgtEl>
                                          <p:spTgt spid="912387"/>
                                        </p:tgtEl>
                                        <p:attrNameLst>
                                          <p:attrName>style.visibility</p:attrName>
                                        </p:attrNameLst>
                                      </p:cBhvr>
                                      <p:to>
                                        <p:strVal val="visible"/>
                                      </p:to>
                                    </p:set>
                                    <p:animEffect transition="in" filter="wipe(up)">
                                      <p:cBhvr>
                                        <p:cTn id="21" dur="5000"/>
                                        <p:tgtEl>
                                          <p:spTgt spid="91238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912389"/>
                                        </p:tgtEl>
                                        <p:attrNameLst>
                                          <p:attrName>style.visibility</p:attrName>
                                        </p:attrNameLst>
                                      </p:cBhvr>
                                      <p:to>
                                        <p:strVal val="visible"/>
                                      </p:to>
                                    </p:set>
                                    <p:animEffect transition="in" filter="wipe(up)">
                                      <p:cBhvr>
                                        <p:cTn id="26" dur="2000"/>
                                        <p:tgtEl>
                                          <p:spTgt spid="912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2387" grpId="0"/>
      <p:bldP spid="912388" grpId="0"/>
      <p:bldP spid="912389" grpId="0"/>
      <p:bldP spid="912390" grpId="0"/>
      <p:bldP spid="91239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2"/>
          <p:cNvSpPr>
            <a:spLocks noGrp="1"/>
          </p:cNvSpPr>
          <p:nvPr>
            <p:ph type="sldNum" sz="quarter" idx="10"/>
          </p:nvPr>
        </p:nvSpPr>
        <p:spPr/>
        <p:txBody>
          <a:bodyPr/>
          <a:lstStyle/>
          <a:p>
            <a:pPr>
              <a:defRPr/>
            </a:pPr>
            <a:fld id="{670C65EC-1BA6-4771-BB60-15093F3F260D}" type="slidenum">
              <a:rPr lang="en-US" altLang="zh-CN"/>
              <a:pPr>
                <a:defRPr/>
              </a:pPr>
              <a:t>26</a:t>
            </a:fld>
            <a:endParaRPr lang="en-US" altLang="zh-CN"/>
          </a:p>
        </p:txBody>
      </p:sp>
      <p:sp>
        <p:nvSpPr>
          <p:cNvPr id="860163" name="Text Box 3"/>
          <p:cNvSpPr txBox="1">
            <a:spLocks noChangeArrowheads="1"/>
          </p:cNvSpPr>
          <p:nvPr/>
        </p:nvSpPr>
        <p:spPr bwMode="auto">
          <a:xfrm>
            <a:off x="682625" y="1052513"/>
            <a:ext cx="8137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kumimoji="1" lang="zh-CN" altLang="en-US" b="1">
                <a:solidFill>
                  <a:schemeClr val="bg1"/>
                </a:solidFill>
                <a:latin typeface="Times New Roman" pitchFamily="18" charset="0"/>
              </a:rPr>
              <a:t>在直角坐标系中，若位函数与</a:t>
            </a:r>
            <a:r>
              <a:rPr kumimoji="1" lang="en-US" altLang="zh-CN" i="1">
                <a:solidFill>
                  <a:schemeClr val="bg1"/>
                </a:solidFill>
                <a:latin typeface="Times New Roman" pitchFamily="18" charset="0"/>
              </a:rPr>
              <a:t>z </a:t>
            </a:r>
            <a:r>
              <a:rPr kumimoji="1" lang="zh-CN" altLang="en-US" b="1">
                <a:solidFill>
                  <a:schemeClr val="bg1"/>
                </a:solidFill>
                <a:latin typeface="Times New Roman" pitchFamily="18" charset="0"/>
              </a:rPr>
              <a:t>无关，则拉普拉斯方程为</a:t>
            </a:r>
          </a:p>
        </p:txBody>
      </p:sp>
      <p:graphicFrame>
        <p:nvGraphicFramePr>
          <p:cNvPr id="860164" name="Object 4"/>
          <p:cNvGraphicFramePr>
            <a:graphicFrameLocks noChangeAspect="1"/>
          </p:cNvGraphicFramePr>
          <p:nvPr/>
        </p:nvGraphicFramePr>
        <p:xfrm>
          <a:off x="3090863" y="1538288"/>
          <a:ext cx="1835150" cy="779462"/>
        </p:xfrm>
        <a:graphic>
          <a:graphicData uri="http://schemas.openxmlformats.org/presentationml/2006/ole">
            <mc:AlternateContent xmlns:mc="http://schemas.openxmlformats.org/markup-compatibility/2006">
              <mc:Choice xmlns:v="urn:schemas-microsoft-com:vml" Requires="v">
                <p:oleObj spid="_x0000_s39036" name="Equation" r:id="rId3" imgW="847772" imgH="352399" progId="Equation.DSMT4">
                  <p:embed/>
                </p:oleObj>
              </mc:Choice>
              <mc:Fallback>
                <p:oleObj name="Equation" r:id="rId3" imgW="847772" imgH="352399"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0863" y="1538288"/>
                        <a:ext cx="1835150"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0165" name="Rectangle 5"/>
          <p:cNvSpPr>
            <a:spLocks noChangeArrowheads="1"/>
          </p:cNvSpPr>
          <p:nvPr/>
        </p:nvSpPr>
        <p:spPr bwMode="auto">
          <a:xfrm>
            <a:off x="112713" y="476250"/>
            <a:ext cx="496411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kumimoji="1" lang="en-US" altLang="zh-CN" b="1">
                <a:solidFill>
                  <a:schemeClr val="bg1"/>
                </a:solidFill>
                <a:latin typeface="Times New Roman" pitchFamily="18" charset="0"/>
                <a:ea typeface="幼圆" pitchFamily="49" charset="-122"/>
              </a:rPr>
              <a:t>3.6.1  </a:t>
            </a:r>
            <a:r>
              <a:rPr kumimoji="1" lang="zh-CN" altLang="en-US" b="1">
                <a:solidFill>
                  <a:schemeClr val="bg1"/>
                </a:solidFill>
                <a:latin typeface="Times New Roman" pitchFamily="18" charset="0"/>
                <a:ea typeface="幼圆" pitchFamily="49" charset="-122"/>
              </a:rPr>
              <a:t>直角坐标系中的分离变量法</a:t>
            </a:r>
          </a:p>
        </p:txBody>
      </p:sp>
      <p:graphicFrame>
        <p:nvGraphicFramePr>
          <p:cNvPr id="860166" name="Object 6"/>
          <p:cNvGraphicFramePr>
            <a:graphicFrameLocks noChangeAspect="1"/>
          </p:cNvGraphicFramePr>
          <p:nvPr/>
        </p:nvGraphicFramePr>
        <p:xfrm>
          <a:off x="2195513" y="5565775"/>
          <a:ext cx="4311650" cy="887413"/>
        </p:xfrm>
        <a:graphic>
          <a:graphicData uri="http://schemas.openxmlformats.org/presentationml/2006/ole">
            <mc:AlternateContent xmlns:mc="http://schemas.openxmlformats.org/markup-compatibility/2006">
              <mc:Choice xmlns:v="urn:schemas-microsoft-com:vml" Requires="v">
                <p:oleObj spid="_x0000_s39037" name="Equation" r:id="rId5" imgW="2066856" imgH="352399" progId="Equation.DSMT4">
                  <p:embed/>
                </p:oleObj>
              </mc:Choice>
              <mc:Fallback>
                <p:oleObj name="Equation" r:id="rId5" imgW="2066856" imgH="352399"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5565775"/>
                        <a:ext cx="4311650"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167" name="Rectangle 7"/>
          <p:cNvSpPr>
            <a:spLocks noChangeArrowheads="1"/>
          </p:cNvSpPr>
          <p:nvPr/>
        </p:nvSpPr>
        <p:spPr bwMode="auto">
          <a:xfrm>
            <a:off x="107950" y="2349500"/>
            <a:ext cx="7847013"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kumimoji="1" lang="zh-CN" altLang="en-US" b="1">
                <a:solidFill>
                  <a:schemeClr val="bg1"/>
                </a:solidFill>
                <a:latin typeface="Times New Roman" pitchFamily="18" charset="0"/>
              </a:rPr>
              <a:t>将</a:t>
            </a:r>
            <a:r>
              <a:rPr kumimoji="1" lang="zh-CN" altLang="en-US" b="1" i="1">
                <a:solidFill>
                  <a:schemeClr val="bg1"/>
                </a:solidFill>
                <a:latin typeface="Times New Roman" pitchFamily="18" charset="0"/>
                <a:sym typeface="Symbol" pitchFamily="18" charset="2"/>
              </a:rPr>
              <a:t></a:t>
            </a:r>
            <a:r>
              <a:rPr kumimoji="1" lang="zh-CN" altLang="en-US" b="1">
                <a:solidFill>
                  <a:schemeClr val="bg1"/>
                </a:solidFill>
                <a:latin typeface="Times New Roman" pitchFamily="18" charset="0"/>
                <a:sym typeface="Symbol" pitchFamily="18" charset="2"/>
              </a:rPr>
              <a:t> </a:t>
            </a:r>
            <a:r>
              <a:rPr kumimoji="1" lang="en-US" altLang="zh-CN" b="1">
                <a:solidFill>
                  <a:schemeClr val="bg1"/>
                </a:solidFill>
                <a:latin typeface="Times New Roman" pitchFamily="18" charset="0"/>
              </a:rPr>
              <a:t>(</a:t>
            </a:r>
            <a:r>
              <a:rPr kumimoji="1" lang="en-US" altLang="zh-CN" b="1" i="1">
                <a:solidFill>
                  <a:schemeClr val="bg1"/>
                </a:solidFill>
                <a:latin typeface="Times New Roman" pitchFamily="18" charset="0"/>
              </a:rPr>
              <a:t>x</a:t>
            </a:r>
            <a:r>
              <a:rPr kumimoji="1" lang="en-US" altLang="zh-CN" b="1">
                <a:solidFill>
                  <a:schemeClr val="bg1"/>
                </a:solidFill>
                <a:latin typeface="Times New Roman" pitchFamily="18" charset="0"/>
              </a:rPr>
              <a:t>, </a:t>
            </a:r>
            <a:r>
              <a:rPr kumimoji="1" lang="en-US" altLang="zh-CN" i="1">
                <a:solidFill>
                  <a:schemeClr val="bg1"/>
                </a:solidFill>
                <a:latin typeface="Times New Roman" pitchFamily="18" charset="0"/>
              </a:rPr>
              <a:t>y</a:t>
            </a:r>
            <a:r>
              <a:rPr kumimoji="1" lang="en-US" altLang="zh-CN" b="1">
                <a:solidFill>
                  <a:schemeClr val="bg1"/>
                </a:solidFill>
                <a:latin typeface="Times New Roman" pitchFamily="18" charset="0"/>
              </a:rPr>
              <a:t>) </a:t>
            </a:r>
            <a:r>
              <a:rPr kumimoji="1" lang="zh-CN" altLang="en-US" b="1">
                <a:solidFill>
                  <a:schemeClr val="bg1"/>
                </a:solidFill>
                <a:latin typeface="Times New Roman" pitchFamily="18" charset="0"/>
              </a:rPr>
              <a:t>表示为两个一维函数 </a:t>
            </a:r>
            <a:r>
              <a:rPr kumimoji="1" lang="en-US" altLang="zh-CN" b="1" i="1">
                <a:solidFill>
                  <a:schemeClr val="bg1"/>
                </a:solidFill>
                <a:latin typeface="Times New Roman" pitchFamily="18" charset="0"/>
              </a:rPr>
              <a:t>X</a:t>
            </a:r>
            <a:r>
              <a:rPr kumimoji="1" lang="en-US" altLang="zh-CN" b="1">
                <a:solidFill>
                  <a:schemeClr val="bg1"/>
                </a:solidFill>
                <a:latin typeface="Times New Roman" pitchFamily="18" charset="0"/>
              </a:rPr>
              <a:t>( </a:t>
            </a:r>
            <a:r>
              <a:rPr kumimoji="1" lang="en-US" altLang="zh-CN" b="1" i="1">
                <a:solidFill>
                  <a:schemeClr val="bg1"/>
                </a:solidFill>
                <a:latin typeface="Times New Roman" pitchFamily="18" charset="0"/>
              </a:rPr>
              <a:t>x </a:t>
            </a:r>
            <a:r>
              <a:rPr kumimoji="1" lang="en-US" altLang="zh-CN" b="1">
                <a:solidFill>
                  <a:schemeClr val="bg1"/>
                </a:solidFill>
                <a:latin typeface="Times New Roman" pitchFamily="18" charset="0"/>
              </a:rPr>
              <a:t>)</a:t>
            </a:r>
            <a:r>
              <a:rPr kumimoji="1" lang="zh-CN" altLang="en-US" b="1">
                <a:solidFill>
                  <a:schemeClr val="bg1"/>
                </a:solidFill>
                <a:latin typeface="Times New Roman" pitchFamily="18" charset="0"/>
              </a:rPr>
              <a:t>和</a:t>
            </a:r>
            <a:r>
              <a:rPr kumimoji="1" lang="en-US" altLang="zh-CN" b="1" i="1">
                <a:solidFill>
                  <a:schemeClr val="bg1"/>
                </a:solidFill>
                <a:latin typeface="Times New Roman" pitchFamily="18" charset="0"/>
              </a:rPr>
              <a:t>Y</a:t>
            </a:r>
            <a:r>
              <a:rPr kumimoji="1" lang="en-US" altLang="zh-CN" b="1">
                <a:solidFill>
                  <a:schemeClr val="bg1"/>
                </a:solidFill>
                <a:latin typeface="Times New Roman" pitchFamily="18" charset="0"/>
              </a:rPr>
              <a:t>( </a:t>
            </a:r>
            <a:r>
              <a:rPr kumimoji="1" lang="en-US" altLang="zh-CN" i="1">
                <a:solidFill>
                  <a:schemeClr val="bg1"/>
                </a:solidFill>
                <a:latin typeface="Times New Roman" pitchFamily="18" charset="0"/>
              </a:rPr>
              <a:t>y </a:t>
            </a:r>
            <a:r>
              <a:rPr kumimoji="1" lang="en-US" altLang="zh-CN" b="1">
                <a:solidFill>
                  <a:schemeClr val="bg1"/>
                </a:solidFill>
                <a:latin typeface="Times New Roman" pitchFamily="18" charset="0"/>
              </a:rPr>
              <a:t>)</a:t>
            </a:r>
            <a:r>
              <a:rPr kumimoji="1" lang="zh-CN" altLang="en-US" b="1">
                <a:solidFill>
                  <a:schemeClr val="bg1"/>
                </a:solidFill>
                <a:latin typeface="Times New Roman" pitchFamily="18" charset="0"/>
              </a:rPr>
              <a:t>的乘积，即</a:t>
            </a:r>
          </a:p>
        </p:txBody>
      </p:sp>
      <p:graphicFrame>
        <p:nvGraphicFramePr>
          <p:cNvPr id="860168" name="Object 8"/>
          <p:cNvGraphicFramePr>
            <a:graphicFrameLocks noChangeAspect="1"/>
          </p:cNvGraphicFramePr>
          <p:nvPr/>
        </p:nvGraphicFramePr>
        <p:xfrm>
          <a:off x="2987675" y="2997200"/>
          <a:ext cx="2471738" cy="407988"/>
        </p:xfrm>
        <a:graphic>
          <a:graphicData uri="http://schemas.openxmlformats.org/presentationml/2006/ole">
            <mc:AlternateContent xmlns:mc="http://schemas.openxmlformats.org/markup-compatibility/2006">
              <mc:Choice xmlns:v="urn:schemas-microsoft-com:vml" Requires="v">
                <p:oleObj spid="_x0000_s39038" name="Equation" r:id="rId7" imgW="1133370" imgH="104608" progId="Equation.DSMT4">
                  <p:embed/>
                </p:oleObj>
              </mc:Choice>
              <mc:Fallback>
                <p:oleObj name="Equation" r:id="rId7" imgW="1133370" imgH="104608"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7675" y="2997200"/>
                        <a:ext cx="2471738"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169" name="Object 9"/>
          <p:cNvGraphicFramePr>
            <a:graphicFrameLocks noChangeAspect="1"/>
          </p:cNvGraphicFramePr>
          <p:nvPr/>
        </p:nvGraphicFramePr>
        <p:xfrm>
          <a:off x="2339975" y="4125913"/>
          <a:ext cx="3956050" cy="887412"/>
        </p:xfrm>
        <a:graphic>
          <a:graphicData uri="http://schemas.openxmlformats.org/presentationml/2006/ole">
            <mc:AlternateContent xmlns:mc="http://schemas.openxmlformats.org/markup-compatibility/2006">
              <mc:Choice xmlns:v="urn:schemas-microsoft-com:vml" Requires="v">
                <p:oleObj spid="_x0000_s39039" name="Equation" r:id="rId9" imgW="1886058" imgH="352399" progId="Equation.DSMT4">
                  <p:embed/>
                </p:oleObj>
              </mc:Choice>
              <mc:Fallback>
                <p:oleObj name="Equation" r:id="rId9" imgW="1886058" imgH="352399"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39975" y="4125913"/>
                        <a:ext cx="3956050" cy="887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170" name="Rectangle 10"/>
          <p:cNvSpPr>
            <a:spLocks noChangeArrowheads="1"/>
          </p:cNvSpPr>
          <p:nvPr/>
        </p:nvSpPr>
        <p:spPr bwMode="auto">
          <a:xfrm>
            <a:off x="107950" y="3429000"/>
            <a:ext cx="41036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kumimoji="1" lang="zh-CN" altLang="en-US" b="1">
                <a:solidFill>
                  <a:schemeClr val="bg1"/>
                </a:solidFill>
              </a:rPr>
              <a:t>将其代入拉普拉斯方程，得</a:t>
            </a:r>
          </a:p>
        </p:txBody>
      </p:sp>
      <p:sp>
        <p:nvSpPr>
          <p:cNvPr id="860171" name="Rectangle 11"/>
          <p:cNvSpPr>
            <a:spLocks noChangeArrowheads="1"/>
          </p:cNvSpPr>
          <p:nvPr/>
        </p:nvSpPr>
        <p:spPr bwMode="auto">
          <a:xfrm>
            <a:off x="107950" y="4949825"/>
            <a:ext cx="3671888"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kumimoji="1" lang="zh-CN" altLang="en-US" b="1">
                <a:solidFill>
                  <a:schemeClr val="bg1"/>
                </a:solidFill>
                <a:latin typeface="Times New Roman" pitchFamily="18" charset="0"/>
              </a:rPr>
              <a:t>再除以 </a:t>
            </a:r>
            <a:r>
              <a:rPr kumimoji="1" lang="en-US" altLang="zh-CN" b="1" i="1">
                <a:solidFill>
                  <a:schemeClr val="bg1"/>
                </a:solidFill>
                <a:latin typeface="Times New Roman" pitchFamily="18" charset="0"/>
              </a:rPr>
              <a:t>X</a:t>
            </a:r>
            <a:r>
              <a:rPr kumimoji="1" lang="en-US" altLang="zh-CN" b="1">
                <a:solidFill>
                  <a:schemeClr val="bg1"/>
                </a:solidFill>
                <a:latin typeface="Times New Roman" pitchFamily="18" charset="0"/>
              </a:rPr>
              <a:t>( </a:t>
            </a:r>
            <a:r>
              <a:rPr kumimoji="1" lang="en-US" altLang="zh-CN" b="1" i="1">
                <a:solidFill>
                  <a:schemeClr val="bg1"/>
                </a:solidFill>
                <a:latin typeface="Times New Roman" pitchFamily="18" charset="0"/>
              </a:rPr>
              <a:t>x </a:t>
            </a:r>
            <a:r>
              <a:rPr kumimoji="1" lang="en-US" altLang="zh-CN" b="1">
                <a:solidFill>
                  <a:schemeClr val="bg1"/>
                </a:solidFill>
                <a:latin typeface="Times New Roman" pitchFamily="18" charset="0"/>
              </a:rPr>
              <a:t>) </a:t>
            </a:r>
            <a:r>
              <a:rPr kumimoji="1" lang="en-US" altLang="zh-CN" b="1" i="1">
                <a:solidFill>
                  <a:schemeClr val="bg1"/>
                </a:solidFill>
                <a:latin typeface="Times New Roman" pitchFamily="18" charset="0"/>
              </a:rPr>
              <a:t>Y</a:t>
            </a:r>
            <a:r>
              <a:rPr kumimoji="1" lang="en-US" altLang="zh-CN" b="1">
                <a:solidFill>
                  <a:schemeClr val="bg1"/>
                </a:solidFill>
                <a:latin typeface="Times New Roman" pitchFamily="18" charset="0"/>
              </a:rPr>
              <a:t>( </a:t>
            </a:r>
            <a:r>
              <a:rPr kumimoji="1" lang="en-US" altLang="zh-CN" i="1">
                <a:solidFill>
                  <a:schemeClr val="bg1"/>
                </a:solidFill>
                <a:latin typeface="Times New Roman" pitchFamily="18" charset="0"/>
              </a:rPr>
              <a:t>y </a:t>
            </a:r>
            <a:r>
              <a:rPr kumimoji="1" lang="en-US" altLang="zh-CN" b="1">
                <a:solidFill>
                  <a:schemeClr val="bg1"/>
                </a:solidFill>
                <a:latin typeface="Times New Roman" pitchFamily="18" charset="0"/>
              </a:rPr>
              <a:t>) </a:t>
            </a:r>
            <a:r>
              <a:rPr kumimoji="1" lang="zh-CN" altLang="en-US" b="1">
                <a:solidFill>
                  <a:schemeClr val="bg1"/>
                </a:solidFill>
                <a:latin typeface="Times New Roman" pitchFamily="18" charset="0"/>
              </a:rPr>
              <a:t>，有</a:t>
            </a:r>
          </a:p>
        </p:txBody>
      </p:sp>
      <p:sp>
        <p:nvSpPr>
          <p:cNvPr id="38924" name="AutoShape 15">
            <a:hlinkClick r:id="rId11"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38925" name="AutoShape 16">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38926" name="AutoShape 17">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38927" name="AutoShape 18">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60165"/>
                                        </p:tgtEl>
                                        <p:attrNameLst>
                                          <p:attrName>style.visibility</p:attrName>
                                        </p:attrNameLst>
                                      </p:cBhvr>
                                      <p:to>
                                        <p:strVal val="visible"/>
                                      </p:to>
                                    </p:set>
                                    <p:animEffect transition="in" filter="wipe(up)">
                                      <p:cBhvr>
                                        <p:cTn id="7" dur="2000"/>
                                        <p:tgtEl>
                                          <p:spTgt spid="8601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60163"/>
                                        </p:tgtEl>
                                        <p:attrNameLst>
                                          <p:attrName>style.visibility</p:attrName>
                                        </p:attrNameLst>
                                      </p:cBhvr>
                                      <p:to>
                                        <p:strVal val="visible"/>
                                      </p:to>
                                    </p:set>
                                    <p:animEffect transition="in" filter="wipe(up)">
                                      <p:cBhvr>
                                        <p:cTn id="12" dur="3000"/>
                                        <p:tgtEl>
                                          <p:spTgt spid="860163"/>
                                        </p:tgtEl>
                                      </p:cBhvr>
                                    </p:animEffect>
                                  </p:childTnLst>
                                </p:cTn>
                              </p:par>
                            </p:childTnLst>
                          </p:cTn>
                        </p:par>
                        <p:par>
                          <p:cTn id="13" fill="hold" nodeType="afterGroup">
                            <p:stCondLst>
                              <p:cond delay="3000"/>
                            </p:stCondLst>
                            <p:childTnLst>
                              <p:par>
                                <p:cTn id="14" presetID="22" presetClass="entr" presetSubtype="1" fill="hold" nodeType="afterEffect">
                                  <p:stCondLst>
                                    <p:cond delay="0"/>
                                  </p:stCondLst>
                                  <p:childTnLst>
                                    <p:set>
                                      <p:cBhvr>
                                        <p:cTn id="15" dur="1" fill="hold">
                                          <p:stCondLst>
                                            <p:cond delay="0"/>
                                          </p:stCondLst>
                                        </p:cTn>
                                        <p:tgtEl>
                                          <p:spTgt spid="860164"/>
                                        </p:tgtEl>
                                        <p:attrNameLst>
                                          <p:attrName>style.visibility</p:attrName>
                                        </p:attrNameLst>
                                      </p:cBhvr>
                                      <p:to>
                                        <p:strVal val="visible"/>
                                      </p:to>
                                    </p:set>
                                    <p:animEffect transition="in" filter="wipe(up)">
                                      <p:cBhvr>
                                        <p:cTn id="16" dur="3000"/>
                                        <p:tgtEl>
                                          <p:spTgt spid="86016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860167"/>
                                        </p:tgtEl>
                                        <p:attrNameLst>
                                          <p:attrName>style.visibility</p:attrName>
                                        </p:attrNameLst>
                                      </p:cBhvr>
                                      <p:to>
                                        <p:strVal val="visible"/>
                                      </p:to>
                                    </p:set>
                                    <p:animEffect transition="in" filter="wipe(up)">
                                      <p:cBhvr>
                                        <p:cTn id="21" dur="3000"/>
                                        <p:tgtEl>
                                          <p:spTgt spid="860167"/>
                                        </p:tgtEl>
                                      </p:cBhvr>
                                    </p:animEffect>
                                  </p:childTnLst>
                                </p:cTn>
                              </p:par>
                            </p:childTnLst>
                          </p:cTn>
                        </p:par>
                        <p:par>
                          <p:cTn id="22" fill="hold" nodeType="afterGroup">
                            <p:stCondLst>
                              <p:cond delay="3000"/>
                            </p:stCondLst>
                            <p:childTnLst>
                              <p:par>
                                <p:cTn id="23" presetID="22" presetClass="entr" presetSubtype="1" fill="hold" nodeType="afterEffect">
                                  <p:stCondLst>
                                    <p:cond delay="0"/>
                                  </p:stCondLst>
                                  <p:childTnLst>
                                    <p:set>
                                      <p:cBhvr>
                                        <p:cTn id="24" dur="1" fill="hold">
                                          <p:stCondLst>
                                            <p:cond delay="0"/>
                                          </p:stCondLst>
                                        </p:cTn>
                                        <p:tgtEl>
                                          <p:spTgt spid="860168"/>
                                        </p:tgtEl>
                                        <p:attrNameLst>
                                          <p:attrName>style.visibility</p:attrName>
                                        </p:attrNameLst>
                                      </p:cBhvr>
                                      <p:to>
                                        <p:strVal val="visible"/>
                                      </p:to>
                                    </p:set>
                                    <p:animEffect transition="in" filter="wipe(up)">
                                      <p:cBhvr>
                                        <p:cTn id="25" dur="3000"/>
                                        <p:tgtEl>
                                          <p:spTgt spid="860168"/>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860170"/>
                                        </p:tgtEl>
                                        <p:attrNameLst>
                                          <p:attrName>style.visibility</p:attrName>
                                        </p:attrNameLst>
                                      </p:cBhvr>
                                      <p:to>
                                        <p:strVal val="visible"/>
                                      </p:to>
                                    </p:set>
                                    <p:animEffect transition="in" filter="wipe(up)">
                                      <p:cBhvr>
                                        <p:cTn id="30" dur="3000"/>
                                        <p:tgtEl>
                                          <p:spTgt spid="860170"/>
                                        </p:tgtEl>
                                      </p:cBhvr>
                                    </p:animEffect>
                                  </p:childTnLst>
                                </p:cTn>
                              </p:par>
                            </p:childTnLst>
                          </p:cTn>
                        </p:par>
                        <p:par>
                          <p:cTn id="31" fill="hold" nodeType="afterGroup">
                            <p:stCondLst>
                              <p:cond delay="3000"/>
                            </p:stCondLst>
                            <p:childTnLst>
                              <p:par>
                                <p:cTn id="32" presetID="22" presetClass="entr" presetSubtype="1" fill="hold" nodeType="afterEffect">
                                  <p:stCondLst>
                                    <p:cond delay="0"/>
                                  </p:stCondLst>
                                  <p:childTnLst>
                                    <p:set>
                                      <p:cBhvr>
                                        <p:cTn id="33" dur="1" fill="hold">
                                          <p:stCondLst>
                                            <p:cond delay="0"/>
                                          </p:stCondLst>
                                        </p:cTn>
                                        <p:tgtEl>
                                          <p:spTgt spid="860169"/>
                                        </p:tgtEl>
                                        <p:attrNameLst>
                                          <p:attrName>style.visibility</p:attrName>
                                        </p:attrNameLst>
                                      </p:cBhvr>
                                      <p:to>
                                        <p:strVal val="visible"/>
                                      </p:to>
                                    </p:set>
                                    <p:animEffect transition="in" filter="wipe(up)">
                                      <p:cBhvr>
                                        <p:cTn id="34" dur="3000"/>
                                        <p:tgtEl>
                                          <p:spTgt spid="86016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860171"/>
                                        </p:tgtEl>
                                        <p:attrNameLst>
                                          <p:attrName>style.visibility</p:attrName>
                                        </p:attrNameLst>
                                      </p:cBhvr>
                                      <p:to>
                                        <p:strVal val="visible"/>
                                      </p:to>
                                    </p:set>
                                    <p:animEffect transition="in" filter="wipe(up)">
                                      <p:cBhvr>
                                        <p:cTn id="39" dur="3000"/>
                                        <p:tgtEl>
                                          <p:spTgt spid="860171"/>
                                        </p:tgtEl>
                                      </p:cBhvr>
                                    </p:animEffect>
                                  </p:childTnLst>
                                </p:cTn>
                              </p:par>
                            </p:childTnLst>
                          </p:cTn>
                        </p:par>
                        <p:par>
                          <p:cTn id="40" fill="hold" nodeType="afterGroup">
                            <p:stCondLst>
                              <p:cond delay="3000"/>
                            </p:stCondLst>
                            <p:childTnLst>
                              <p:par>
                                <p:cTn id="41" presetID="22" presetClass="entr" presetSubtype="1" fill="hold" nodeType="afterEffect">
                                  <p:stCondLst>
                                    <p:cond delay="0"/>
                                  </p:stCondLst>
                                  <p:childTnLst>
                                    <p:set>
                                      <p:cBhvr>
                                        <p:cTn id="42" dur="1" fill="hold">
                                          <p:stCondLst>
                                            <p:cond delay="0"/>
                                          </p:stCondLst>
                                        </p:cTn>
                                        <p:tgtEl>
                                          <p:spTgt spid="860166"/>
                                        </p:tgtEl>
                                        <p:attrNameLst>
                                          <p:attrName>style.visibility</p:attrName>
                                        </p:attrNameLst>
                                      </p:cBhvr>
                                      <p:to>
                                        <p:strVal val="visible"/>
                                      </p:to>
                                    </p:set>
                                    <p:animEffect transition="in" filter="wipe(up)">
                                      <p:cBhvr>
                                        <p:cTn id="43" dur="3000"/>
                                        <p:tgtEl>
                                          <p:spTgt spid="860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63" grpId="0"/>
      <p:bldP spid="860165" grpId="0"/>
      <p:bldP spid="860167" grpId="0"/>
      <p:bldP spid="860170" grpId="0"/>
      <p:bldP spid="86017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灯片编号占位符 2"/>
          <p:cNvSpPr>
            <a:spLocks noGrp="1"/>
          </p:cNvSpPr>
          <p:nvPr>
            <p:ph type="sldNum" sz="quarter" idx="10"/>
          </p:nvPr>
        </p:nvSpPr>
        <p:spPr/>
        <p:txBody>
          <a:bodyPr/>
          <a:lstStyle/>
          <a:p>
            <a:pPr>
              <a:defRPr/>
            </a:pPr>
            <a:fld id="{85D5A8F3-A517-401F-98B4-F90F8506499D}" type="slidenum">
              <a:rPr lang="en-US" altLang="zh-CN"/>
              <a:pPr>
                <a:defRPr/>
              </a:pPr>
              <a:t>27</a:t>
            </a:fld>
            <a:endParaRPr lang="en-US" altLang="zh-CN"/>
          </a:p>
        </p:txBody>
      </p:sp>
      <p:graphicFrame>
        <p:nvGraphicFramePr>
          <p:cNvPr id="861186" name="Object 2"/>
          <p:cNvGraphicFramePr>
            <a:graphicFrameLocks noChangeAspect="1"/>
          </p:cNvGraphicFramePr>
          <p:nvPr/>
        </p:nvGraphicFramePr>
        <p:xfrm>
          <a:off x="1763713" y="1077913"/>
          <a:ext cx="2663825" cy="838200"/>
        </p:xfrm>
        <a:graphic>
          <a:graphicData uri="http://schemas.openxmlformats.org/presentationml/2006/ole">
            <mc:AlternateContent xmlns:mc="http://schemas.openxmlformats.org/markup-compatibility/2006">
              <mc:Choice xmlns:v="urn:schemas-microsoft-com:vml" Requires="v">
                <p:oleObj spid="_x0000_s40267" name="Equation" r:id="rId3" imgW="1238170" imgH="323901" progId="Equation.DSMT4">
                  <p:embed/>
                </p:oleObj>
              </mc:Choice>
              <mc:Fallback>
                <p:oleObj name="Equation" r:id="rId3" imgW="1238170" imgH="323901"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1077913"/>
                        <a:ext cx="2663825"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1187" name="Object 3"/>
          <p:cNvGraphicFramePr>
            <a:graphicFrameLocks noChangeAspect="1"/>
          </p:cNvGraphicFramePr>
          <p:nvPr/>
        </p:nvGraphicFramePr>
        <p:xfrm>
          <a:off x="5108575" y="1028700"/>
          <a:ext cx="2559050" cy="887413"/>
        </p:xfrm>
        <a:graphic>
          <a:graphicData uri="http://schemas.openxmlformats.org/presentationml/2006/ole">
            <mc:AlternateContent xmlns:mc="http://schemas.openxmlformats.org/markup-compatibility/2006">
              <mc:Choice xmlns:v="urn:schemas-microsoft-com:vml" Requires="v">
                <p:oleObj spid="_x0000_s40268" name="Equation" r:id="rId5" imgW="1190629" imgH="352399" progId="Equation.DSMT4">
                  <p:embed/>
                </p:oleObj>
              </mc:Choice>
              <mc:Fallback>
                <p:oleObj name="Equation" r:id="rId5" imgW="1190629" imgH="352399"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8575" y="1028700"/>
                        <a:ext cx="2559050"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1188" name="Text Box 4"/>
          <p:cNvSpPr txBox="1">
            <a:spLocks noChangeArrowheads="1"/>
          </p:cNvSpPr>
          <p:nvPr/>
        </p:nvSpPr>
        <p:spPr bwMode="auto">
          <a:xfrm>
            <a:off x="179388" y="476250"/>
            <a:ext cx="5688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kumimoji="1" lang="en-US" altLang="zh-CN" b="1" dirty="0">
                <a:solidFill>
                  <a:schemeClr val="bg1"/>
                </a:solidFill>
                <a:latin typeface="楷体_GB2312" pitchFamily="49" charset="-122"/>
              </a:rPr>
              <a:t>    </a:t>
            </a:r>
            <a:r>
              <a:rPr kumimoji="1" lang="zh-CN" altLang="en-US" b="1" dirty="0">
                <a:solidFill>
                  <a:schemeClr val="bg1"/>
                </a:solidFill>
                <a:latin typeface="楷体_GB2312" pitchFamily="49" charset="-122"/>
              </a:rPr>
              <a:t>若取</a:t>
            </a:r>
            <a:r>
              <a:rPr kumimoji="1" lang="el-GR" altLang="zh-CN" b="1" i="1" dirty="0">
                <a:solidFill>
                  <a:schemeClr val="bg1"/>
                </a:solidFill>
                <a:latin typeface="Times New Roman" pitchFamily="18" charset="0"/>
              </a:rPr>
              <a:t>λ</a:t>
            </a:r>
            <a:r>
              <a:rPr kumimoji="1" lang="zh-CN" altLang="en-US" b="1" dirty="0" smtClean="0">
                <a:solidFill>
                  <a:schemeClr val="bg1"/>
                </a:solidFill>
                <a:latin typeface="Times New Roman" pitchFamily="18" charset="0"/>
              </a:rPr>
              <a:t>＝</a:t>
            </a:r>
            <a:r>
              <a:rPr kumimoji="1" lang="en-US" altLang="zh-CN" b="1" dirty="0" smtClean="0">
                <a:solidFill>
                  <a:schemeClr val="bg1"/>
                </a:solidFill>
                <a:latin typeface="Times New Roman" pitchFamily="18" charset="0"/>
              </a:rPr>
              <a:t>-­­</a:t>
            </a:r>
            <a:r>
              <a:rPr kumimoji="1" lang="en-US" altLang="zh-CN" b="1" i="1" dirty="0" smtClean="0">
                <a:solidFill>
                  <a:schemeClr val="bg1"/>
                </a:solidFill>
                <a:latin typeface="Times New Roman" pitchFamily="18" charset="0"/>
              </a:rPr>
              <a:t>k</a:t>
            </a:r>
            <a:r>
              <a:rPr kumimoji="1" lang="en-US" altLang="zh-CN" b="1" baseline="30000" dirty="0" smtClean="0">
                <a:solidFill>
                  <a:schemeClr val="bg1"/>
                </a:solidFill>
                <a:latin typeface="Times New Roman" pitchFamily="18" charset="0"/>
              </a:rPr>
              <a:t>2</a:t>
            </a:r>
            <a:endParaRPr kumimoji="1" lang="en-US" altLang="zh-CN" b="1" dirty="0">
              <a:solidFill>
                <a:schemeClr val="bg1"/>
              </a:solidFill>
              <a:latin typeface="楷体_GB2312" pitchFamily="49" charset="-122"/>
            </a:endParaRPr>
          </a:p>
        </p:txBody>
      </p:sp>
      <p:graphicFrame>
        <p:nvGraphicFramePr>
          <p:cNvPr id="861190" name="Object 6"/>
          <p:cNvGraphicFramePr>
            <a:graphicFrameLocks noChangeAspect="1"/>
          </p:cNvGraphicFramePr>
          <p:nvPr/>
        </p:nvGraphicFramePr>
        <p:xfrm>
          <a:off x="5481638" y="2106613"/>
          <a:ext cx="2978150" cy="458787"/>
        </p:xfrm>
        <a:graphic>
          <a:graphicData uri="http://schemas.openxmlformats.org/presentationml/2006/ole">
            <mc:AlternateContent xmlns:mc="http://schemas.openxmlformats.org/markup-compatibility/2006">
              <mc:Choice xmlns:v="urn:schemas-microsoft-com:vml" Requires="v">
                <p:oleObj spid="_x0000_s40269" name="Equation" r:id="rId7" imgW="1390513" imgH="133453" progId="Equation.DSMT4">
                  <p:embed/>
                </p:oleObj>
              </mc:Choice>
              <mc:Fallback>
                <p:oleObj name="Equation" r:id="rId7" imgW="1390513" imgH="133453"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81638" y="2106613"/>
                        <a:ext cx="2978150" cy="458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1194" name="Object 10"/>
          <p:cNvGraphicFramePr>
            <a:graphicFrameLocks noChangeAspect="1"/>
          </p:cNvGraphicFramePr>
          <p:nvPr/>
        </p:nvGraphicFramePr>
        <p:xfrm>
          <a:off x="2627313" y="4365625"/>
          <a:ext cx="5838825" cy="506413"/>
        </p:xfrm>
        <a:graphic>
          <a:graphicData uri="http://schemas.openxmlformats.org/presentationml/2006/ole">
            <mc:AlternateContent xmlns:mc="http://schemas.openxmlformats.org/markup-compatibility/2006">
              <mc:Choice xmlns:v="urn:schemas-microsoft-com:vml" Requires="v">
                <p:oleObj spid="_x0000_s40270" name="Equation" r:id="rId9" imgW="2543316" imgH="133453" progId="Equation.DSMT4">
                  <p:embed/>
                </p:oleObj>
              </mc:Choice>
              <mc:Fallback>
                <p:oleObj name="Equation" r:id="rId9" imgW="2543316" imgH="133453"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27313" y="4365625"/>
                        <a:ext cx="5838825"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1196" name="Object 12"/>
          <p:cNvGraphicFramePr>
            <a:graphicFrameLocks noChangeAspect="1"/>
          </p:cNvGraphicFramePr>
          <p:nvPr/>
        </p:nvGraphicFramePr>
        <p:xfrm>
          <a:off x="1671638" y="5776913"/>
          <a:ext cx="7499350" cy="582612"/>
        </p:xfrm>
        <a:graphic>
          <a:graphicData uri="http://schemas.openxmlformats.org/presentationml/2006/ole">
            <mc:AlternateContent xmlns:mc="http://schemas.openxmlformats.org/markup-compatibility/2006">
              <mc:Choice xmlns:v="urn:schemas-microsoft-com:vml" Requires="v">
                <p:oleObj spid="_x0000_s40271" name="Equation" r:id="rId11" imgW="3438630" imgH="161951" progId="Equation.DSMT4">
                  <p:embed/>
                </p:oleObj>
              </mc:Choice>
              <mc:Fallback>
                <p:oleObj name="Equation" r:id="rId11" imgW="3438630" imgH="161951"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71638" y="5776913"/>
                        <a:ext cx="7499350"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26"/>
          <p:cNvGrpSpPr>
            <a:grpSpLocks/>
          </p:cNvGrpSpPr>
          <p:nvPr/>
        </p:nvGrpSpPr>
        <p:grpSpPr bwMode="auto">
          <a:xfrm>
            <a:off x="2051050" y="3644900"/>
            <a:ext cx="5083175" cy="511175"/>
            <a:chOff x="1429" y="2296"/>
            <a:chExt cx="3202" cy="322"/>
          </a:xfrm>
        </p:grpSpPr>
        <p:graphicFrame>
          <p:nvGraphicFramePr>
            <p:cNvPr id="39968" name="Object 7"/>
            <p:cNvGraphicFramePr>
              <a:graphicFrameLocks noChangeAspect="1"/>
            </p:cNvGraphicFramePr>
            <p:nvPr/>
          </p:nvGraphicFramePr>
          <p:xfrm>
            <a:off x="1824" y="2296"/>
            <a:ext cx="2807" cy="322"/>
          </p:xfrm>
          <a:graphic>
            <a:graphicData uri="http://schemas.openxmlformats.org/presentationml/2006/ole">
              <mc:AlternateContent xmlns:mc="http://schemas.openxmlformats.org/markup-compatibility/2006">
                <mc:Choice xmlns:v="urn:schemas-microsoft-com:vml" Requires="v">
                  <p:oleObj spid="_x0000_s40272" name="Equation" r:id="rId13" imgW="1895428" imgH="133453" progId="Equation.DSMT4">
                    <p:embed/>
                  </p:oleObj>
                </mc:Choice>
                <mc:Fallback>
                  <p:oleObj name="Equation" r:id="rId13" imgW="1895428" imgH="133453"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24" y="2296"/>
                          <a:ext cx="2807"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69" name="AutoShape 14"/>
            <p:cNvSpPr>
              <a:spLocks noChangeArrowheads="1"/>
            </p:cNvSpPr>
            <p:nvPr/>
          </p:nvSpPr>
          <p:spPr bwMode="auto">
            <a:xfrm>
              <a:off x="1429" y="2391"/>
              <a:ext cx="363" cy="137"/>
            </a:xfrm>
            <a:prstGeom prst="rightArrow">
              <a:avLst>
                <a:gd name="adj1" fmla="val 50000"/>
                <a:gd name="adj2" fmla="val 66241"/>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grpSp>
        <p:nvGrpSpPr>
          <p:cNvPr id="3" name="Group 16"/>
          <p:cNvGrpSpPr>
            <a:grpSpLocks/>
          </p:cNvGrpSpPr>
          <p:nvPr/>
        </p:nvGrpSpPr>
        <p:grpSpPr bwMode="auto">
          <a:xfrm>
            <a:off x="34925" y="3616325"/>
            <a:ext cx="1879600" cy="533400"/>
            <a:chOff x="113" y="2115"/>
            <a:chExt cx="1184" cy="336"/>
          </a:xfrm>
        </p:grpSpPr>
        <p:sp>
          <p:nvSpPr>
            <p:cNvPr id="39966" name="Text Box 8"/>
            <p:cNvSpPr txBox="1">
              <a:spLocks noChangeArrowheads="1"/>
            </p:cNvSpPr>
            <p:nvPr/>
          </p:nvSpPr>
          <p:spPr bwMode="auto">
            <a:xfrm>
              <a:off x="113" y="2115"/>
              <a:ext cx="7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kumimoji="1" lang="zh-CN" altLang="en-US" b="1">
                  <a:solidFill>
                    <a:schemeClr val="bg1"/>
                  </a:solidFill>
                  <a:latin typeface="Times New Roman" pitchFamily="18" charset="0"/>
                </a:rPr>
                <a:t>当</a:t>
              </a:r>
            </a:p>
          </p:txBody>
        </p:sp>
        <p:graphicFrame>
          <p:nvGraphicFramePr>
            <p:cNvPr id="39967" name="Object 15"/>
            <p:cNvGraphicFramePr>
              <a:graphicFrameLocks noChangeAspect="1"/>
            </p:cNvGraphicFramePr>
            <p:nvPr/>
          </p:nvGraphicFramePr>
          <p:xfrm>
            <a:off x="385" y="2129"/>
            <a:ext cx="912" cy="322"/>
          </p:xfrm>
          <a:graphic>
            <a:graphicData uri="http://schemas.openxmlformats.org/presentationml/2006/ole">
              <mc:AlternateContent xmlns:mc="http://schemas.openxmlformats.org/markup-compatibility/2006">
                <mc:Choice xmlns:v="urn:schemas-microsoft-com:vml" Requires="v">
                  <p:oleObj spid="_x0000_s40273" name="Equation" r:id="rId15" imgW="552457" imgH="133453" progId="Equation.DSMT4">
                    <p:embed/>
                  </p:oleObj>
                </mc:Choice>
                <mc:Fallback>
                  <p:oleObj name="Equation" r:id="rId15" imgW="552457" imgH="133453" progId="Equation.DSMT4">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5" y="2129"/>
                          <a:ext cx="912" cy="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18"/>
          <p:cNvGrpSpPr>
            <a:grpSpLocks/>
          </p:cNvGrpSpPr>
          <p:nvPr/>
        </p:nvGrpSpPr>
        <p:grpSpPr bwMode="auto">
          <a:xfrm>
            <a:off x="0" y="5084763"/>
            <a:ext cx="4897438" cy="503237"/>
            <a:chOff x="294" y="3139"/>
            <a:chExt cx="3014" cy="336"/>
          </a:xfrm>
        </p:grpSpPr>
        <p:sp>
          <p:nvSpPr>
            <p:cNvPr id="39964" name="AutoShape 13"/>
            <p:cNvSpPr>
              <a:spLocks noChangeArrowheads="1"/>
            </p:cNvSpPr>
            <p:nvPr/>
          </p:nvSpPr>
          <p:spPr bwMode="auto">
            <a:xfrm>
              <a:off x="294" y="3248"/>
              <a:ext cx="363" cy="137"/>
            </a:xfrm>
            <a:prstGeom prst="rightArrow">
              <a:avLst>
                <a:gd name="adj1" fmla="val 50000"/>
                <a:gd name="adj2" fmla="val 66241"/>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aphicFrame>
          <p:nvGraphicFramePr>
            <p:cNvPr id="39965" name="Object 17"/>
            <p:cNvGraphicFramePr>
              <a:graphicFrameLocks noChangeAspect="1"/>
            </p:cNvGraphicFramePr>
            <p:nvPr/>
          </p:nvGraphicFramePr>
          <p:xfrm>
            <a:off x="657" y="3139"/>
            <a:ext cx="2651" cy="336"/>
          </p:xfrm>
          <a:graphic>
            <a:graphicData uri="http://schemas.openxmlformats.org/presentationml/2006/ole">
              <mc:AlternateContent xmlns:mc="http://schemas.openxmlformats.org/markup-compatibility/2006">
                <mc:Choice xmlns:v="urn:schemas-microsoft-com:vml" Requires="v">
                  <p:oleObj spid="_x0000_s40274" name="Equation" r:id="rId17" imgW="1847886" imgH="133453" progId="Equation.DSMT4">
                    <p:embed/>
                  </p:oleObj>
                </mc:Choice>
                <mc:Fallback>
                  <p:oleObj name="Equation" r:id="rId17" imgW="1847886" imgH="133453" progId="Equation.DSMT4">
                    <p:embed/>
                    <p:pic>
                      <p:nvPicPr>
                        <p:cNvPr id="0"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57" y="3139"/>
                          <a:ext cx="2651"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23"/>
          <p:cNvGrpSpPr>
            <a:grpSpLocks/>
          </p:cNvGrpSpPr>
          <p:nvPr/>
        </p:nvGrpSpPr>
        <p:grpSpPr bwMode="auto">
          <a:xfrm>
            <a:off x="755650" y="2852738"/>
            <a:ext cx="7848600" cy="482600"/>
            <a:chOff x="476" y="1765"/>
            <a:chExt cx="4944" cy="304"/>
          </a:xfrm>
        </p:grpSpPr>
        <p:graphicFrame>
          <p:nvGraphicFramePr>
            <p:cNvPr id="39962" name="Object 11"/>
            <p:cNvGraphicFramePr>
              <a:graphicFrameLocks noChangeAspect="1"/>
            </p:cNvGraphicFramePr>
            <p:nvPr/>
          </p:nvGraphicFramePr>
          <p:xfrm>
            <a:off x="964" y="1765"/>
            <a:ext cx="4456" cy="304"/>
          </p:xfrm>
          <a:graphic>
            <a:graphicData uri="http://schemas.openxmlformats.org/presentationml/2006/ole">
              <mc:AlternateContent xmlns:mc="http://schemas.openxmlformats.org/markup-compatibility/2006">
                <mc:Choice xmlns:v="urn:schemas-microsoft-com:vml" Requires="v">
                  <p:oleObj spid="_x0000_s40275" name="Equation" r:id="rId19" imgW="3257485" imgH="133453" progId="Equation.DSMT4">
                    <p:embed/>
                  </p:oleObj>
                </mc:Choice>
                <mc:Fallback>
                  <p:oleObj name="Equation" r:id="rId19" imgW="3257485" imgH="133453" progId="Equation.DSMT4">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64" y="1765"/>
                          <a:ext cx="4456"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63" name="AutoShape 19"/>
            <p:cNvSpPr>
              <a:spLocks noChangeArrowheads="1"/>
            </p:cNvSpPr>
            <p:nvPr/>
          </p:nvSpPr>
          <p:spPr bwMode="auto">
            <a:xfrm>
              <a:off x="476" y="1856"/>
              <a:ext cx="363" cy="137"/>
            </a:xfrm>
            <a:prstGeom prst="rightArrow">
              <a:avLst>
                <a:gd name="adj1" fmla="val 50000"/>
                <a:gd name="adj2" fmla="val 66241"/>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grpSp>
        <p:nvGrpSpPr>
          <p:cNvPr id="6" name="Group 24"/>
          <p:cNvGrpSpPr>
            <a:grpSpLocks/>
          </p:cNvGrpSpPr>
          <p:nvPr/>
        </p:nvGrpSpPr>
        <p:grpSpPr bwMode="auto">
          <a:xfrm>
            <a:off x="107950" y="2060575"/>
            <a:ext cx="1144588" cy="457200"/>
            <a:chOff x="68" y="1298"/>
            <a:chExt cx="721" cy="288"/>
          </a:xfrm>
        </p:grpSpPr>
        <p:sp>
          <p:nvSpPr>
            <p:cNvPr id="39960" name="Text Box 5"/>
            <p:cNvSpPr txBox="1">
              <a:spLocks noChangeArrowheads="1"/>
            </p:cNvSpPr>
            <p:nvPr/>
          </p:nvSpPr>
          <p:spPr bwMode="auto">
            <a:xfrm>
              <a:off x="68" y="1298"/>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kumimoji="1" lang="zh-CN" altLang="en-US" b="1">
                  <a:solidFill>
                    <a:schemeClr val="bg1"/>
                  </a:solidFill>
                  <a:latin typeface="Times New Roman" pitchFamily="18" charset="0"/>
                </a:rPr>
                <a:t>当</a:t>
              </a:r>
            </a:p>
          </p:txBody>
        </p:sp>
        <p:graphicFrame>
          <p:nvGraphicFramePr>
            <p:cNvPr id="39961" name="Object 20"/>
            <p:cNvGraphicFramePr>
              <a:graphicFrameLocks noChangeAspect="1"/>
            </p:cNvGraphicFramePr>
            <p:nvPr/>
          </p:nvGraphicFramePr>
          <p:xfrm>
            <a:off x="340" y="1350"/>
            <a:ext cx="449" cy="224"/>
          </p:xfrm>
          <a:graphic>
            <a:graphicData uri="http://schemas.openxmlformats.org/presentationml/2006/ole">
              <mc:AlternateContent xmlns:mc="http://schemas.openxmlformats.org/markup-compatibility/2006">
                <mc:Choice xmlns:v="urn:schemas-microsoft-com:vml" Requires="v">
                  <p:oleObj spid="_x0000_s40276" name="Equation" r:id="rId21" imgW="257142" imgH="85841" progId="Equation.DSMT4">
                    <p:embed/>
                  </p:oleObj>
                </mc:Choice>
                <mc:Fallback>
                  <p:oleObj name="Equation" r:id="rId21" imgW="257142" imgH="85841" progId="Equation.DSMT4">
                    <p:embed/>
                    <p:pic>
                      <p:nvPicPr>
                        <p:cNvPr id="0" name="Object 2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0" y="1350"/>
                          <a:ext cx="449"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Group 22"/>
          <p:cNvGrpSpPr>
            <a:grpSpLocks/>
          </p:cNvGrpSpPr>
          <p:nvPr/>
        </p:nvGrpSpPr>
        <p:grpSpPr bwMode="auto">
          <a:xfrm>
            <a:off x="1403350" y="2133600"/>
            <a:ext cx="3671888" cy="457200"/>
            <a:chOff x="839" y="1264"/>
            <a:chExt cx="2313" cy="288"/>
          </a:xfrm>
        </p:grpSpPr>
        <p:graphicFrame>
          <p:nvGraphicFramePr>
            <p:cNvPr id="39958" name="Object 9"/>
            <p:cNvGraphicFramePr>
              <a:graphicFrameLocks noChangeAspect="1"/>
            </p:cNvGraphicFramePr>
            <p:nvPr/>
          </p:nvGraphicFramePr>
          <p:xfrm>
            <a:off x="1213" y="1264"/>
            <a:ext cx="1939" cy="288"/>
          </p:xfrm>
          <a:graphic>
            <a:graphicData uri="http://schemas.openxmlformats.org/presentationml/2006/ole">
              <mc:AlternateContent xmlns:mc="http://schemas.openxmlformats.org/markup-compatibility/2006">
                <mc:Choice xmlns:v="urn:schemas-microsoft-com:vml" Requires="v">
                  <p:oleObj spid="_x0000_s40277" name="Equation" r:id="rId23" imgW="1438402" imgH="133453" progId="Equation.DSMT4">
                    <p:embed/>
                  </p:oleObj>
                </mc:Choice>
                <mc:Fallback>
                  <p:oleObj name="Equation" r:id="rId23" imgW="1438402" imgH="133453" progId="Equation.DSMT4">
                    <p:embed/>
                    <p:pic>
                      <p:nvPicPr>
                        <p:cNvPr id="0" name="Object 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213" y="1264"/>
                          <a:ext cx="1939"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59" name="AutoShape 21"/>
            <p:cNvSpPr>
              <a:spLocks noChangeArrowheads="1"/>
            </p:cNvSpPr>
            <p:nvPr/>
          </p:nvSpPr>
          <p:spPr bwMode="auto">
            <a:xfrm>
              <a:off x="839" y="1343"/>
              <a:ext cx="363" cy="137"/>
            </a:xfrm>
            <a:prstGeom prst="rightArrow">
              <a:avLst>
                <a:gd name="adj1" fmla="val 50000"/>
                <a:gd name="adj2" fmla="val 66241"/>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sp>
        <p:nvSpPr>
          <p:cNvPr id="39951" name="AutoShape 27">
            <a:hlinkClick r:id="rId25"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39952" name="AutoShape 28">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39953" name="AutoShape 29">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39954" name="AutoShape 30">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nvGrpSpPr>
          <p:cNvPr id="8" name="Group 31"/>
          <p:cNvGrpSpPr>
            <a:grpSpLocks/>
          </p:cNvGrpSpPr>
          <p:nvPr/>
        </p:nvGrpSpPr>
        <p:grpSpPr bwMode="auto">
          <a:xfrm>
            <a:off x="2771775" y="404813"/>
            <a:ext cx="2522538" cy="425450"/>
            <a:chOff x="4104" y="3248"/>
            <a:chExt cx="1316" cy="806"/>
          </a:xfrm>
        </p:grpSpPr>
        <p:sp>
          <p:nvSpPr>
            <p:cNvPr id="39956" name="Rectangle 32"/>
            <p:cNvSpPr>
              <a:spLocks noChangeArrowheads="1"/>
            </p:cNvSpPr>
            <p:nvPr/>
          </p:nvSpPr>
          <p:spPr bwMode="auto">
            <a:xfrm>
              <a:off x="4422" y="3248"/>
              <a:ext cx="998" cy="806"/>
            </a:xfrm>
            <a:prstGeom prst="rect">
              <a:avLst/>
            </a:prstGeom>
            <a:solidFill>
              <a:srgbClr val="CCFFFF"/>
            </a:solidFill>
            <a:ln w="28575">
              <a:solidFill>
                <a:srgbClr val="FF6600"/>
              </a:solidFill>
              <a:miter lim="800000"/>
              <a:headEnd/>
              <a:tailEnd/>
            </a:ln>
          </p:spPr>
          <p:txBody>
            <a:bodyPr>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r>
                <a:rPr kumimoji="1" lang="zh-CN" altLang="en-US" sz="2000" b="1">
                  <a:solidFill>
                    <a:srgbClr val="990000"/>
                  </a:solidFill>
                  <a:ea typeface="宋体" pitchFamily="2" charset="-122"/>
                </a:rPr>
                <a:t>分离常数</a:t>
              </a:r>
            </a:p>
          </p:txBody>
        </p:sp>
        <p:sp>
          <p:nvSpPr>
            <p:cNvPr id="39957" name="Line 33"/>
            <p:cNvSpPr>
              <a:spLocks noChangeShapeType="1"/>
            </p:cNvSpPr>
            <p:nvPr/>
          </p:nvSpPr>
          <p:spPr bwMode="auto">
            <a:xfrm flipH="1">
              <a:off x="4104" y="3385"/>
              <a:ext cx="318" cy="272"/>
            </a:xfrm>
            <a:prstGeom prst="line">
              <a:avLst/>
            </a:prstGeom>
            <a:noFill/>
            <a:ln w="28575">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61188"/>
                                        </p:tgtEl>
                                        <p:attrNameLst>
                                          <p:attrName>style.visibility</p:attrName>
                                        </p:attrNameLst>
                                      </p:cBhvr>
                                      <p:to>
                                        <p:strVal val="visible"/>
                                      </p:to>
                                    </p:set>
                                    <p:animEffect transition="in" filter="wipe(up)">
                                      <p:cBhvr>
                                        <p:cTn id="7" dur="2000"/>
                                        <p:tgtEl>
                                          <p:spTgt spid="8611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61186"/>
                                        </p:tgtEl>
                                        <p:attrNameLst>
                                          <p:attrName>style.visibility</p:attrName>
                                        </p:attrNameLst>
                                      </p:cBhvr>
                                      <p:to>
                                        <p:strVal val="visible"/>
                                      </p:to>
                                    </p:set>
                                    <p:animEffect transition="in" filter="wipe(up)">
                                      <p:cBhvr>
                                        <p:cTn id="12" dur="2000"/>
                                        <p:tgtEl>
                                          <p:spTgt spid="861186"/>
                                        </p:tgtEl>
                                      </p:cBhvr>
                                    </p:animEffect>
                                  </p:childTnLst>
                                </p:cTn>
                              </p:par>
                            </p:childTnLst>
                          </p:cTn>
                        </p:par>
                        <p:par>
                          <p:cTn id="13" fill="hold" nodeType="afterGroup">
                            <p:stCondLst>
                              <p:cond delay="2000"/>
                            </p:stCondLst>
                            <p:childTnLst>
                              <p:par>
                                <p:cTn id="14" presetID="22" presetClass="entr" presetSubtype="1" fill="hold" nodeType="afterEffect">
                                  <p:stCondLst>
                                    <p:cond delay="0"/>
                                  </p:stCondLst>
                                  <p:childTnLst>
                                    <p:set>
                                      <p:cBhvr>
                                        <p:cTn id="15" dur="1" fill="hold">
                                          <p:stCondLst>
                                            <p:cond delay="0"/>
                                          </p:stCondLst>
                                        </p:cTn>
                                        <p:tgtEl>
                                          <p:spTgt spid="861187"/>
                                        </p:tgtEl>
                                        <p:attrNameLst>
                                          <p:attrName>style.visibility</p:attrName>
                                        </p:attrNameLst>
                                      </p:cBhvr>
                                      <p:to>
                                        <p:strVal val="visible"/>
                                      </p:to>
                                    </p:set>
                                    <p:animEffect transition="in" filter="wipe(up)">
                                      <p:cBhvr>
                                        <p:cTn id="16" dur="2000"/>
                                        <p:tgtEl>
                                          <p:spTgt spid="86118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2000"/>
                                        <p:tgtEl>
                                          <p:spTgt spid="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up)">
                                      <p:cBhvr>
                                        <p:cTn id="26" dur="2000"/>
                                        <p:tgtEl>
                                          <p:spTgt spid="7"/>
                                        </p:tgtEl>
                                      </p:cBhvr>
                                    </p:animEffect>
                                  </p:childTnLst>
                                </p:cTn>
                              </p:par>
                            </p:childTnLst>
                          </p:cTn>
                        </p:par>
                        <p:par>
                          <p:cTn id="27" fill="hold" nodeType="afterGroup">
                            <p:stCondLst>
                              <p:cond delay="2000"/>
                            </p:stCondLst>
                            <p:childTnLst>
                              <p:par>
                                <p:cTn id="28" presetID="22" presetClass="entr" presetSubtype="1" fill="hold" nodeType="afterEffect">
                                  <p:stCondLst>
                                    <p:cond delay="0"/>
                                  </p:stCondLst>
                                  <p:childTnLst>
                                    <p:set>
                                      <p:cBhvr>
                                        <p:cTn id="29" dur="1" fill="hold">
                                          <p:stCondLst>
                                            <p:cond delay="0"/>
                                          </p:stCondLst>
                                        </p:cTn>
                                        <p:tgtEl>
                                          <p:spTgt spid="861190"/>
                                        </p:tgtEl>
                                        <p:attrNameLst>
                                          <p:attrName>style.visibility</p:attrName>
                                        </p:attrNameLst>
                                      </p:cBhvr>
                                      <p:to>
                                        <p:strVal val="visible"/>
                                      </p:to>
                                    </p:set>
                                    <p:animEffect transition="in" filter="wipe(up)">
                                      <p:cBhvr>
                                        <p:cTn id="30" dur="2000"/>
                                        <p:tgtEl>
                                          <p:spTgt spid="86119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1"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up)">
                                      <p:cBhvr>
                                        <p:cTn id="35" dur="2000"/>
                                        <p:tgtEl>
                                          <p:spTgt spid="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wipe(up)">
                                      <p:cBhvr>
                                        <p:cTn id="40" dur="2000"/>
                                        <p:tgtEl>
                                          <p:spTgt spid="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1"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wipe(up)">
                                      <p:cBhvr>
                                        <p:cTn id="45" dur="2000"/>
                                        <p:tgtEl>
                                          <p:spTgt spid="2"/>
                                        </p:tgtEl>
                                      </p:cBhvr>
                                    </p:animEffect>
                                  </p:childTnLst>
                                </p:cTn>
                              </p:par>
                            </p:childTnLst>
                          </p:cTn>
                        </p:par>
                        <p:par>
                          <p:cTn id="46" fill="hold" nodeType="afterGroup">
                            <p:stCondLst>
                              <p:cond delay="2000"/>
                            </p:stCondLst>
                            <p:childTnLst>
                              <p:par>
                                <p:cTn id="47" presetID="22" presetClass="entr" presetSubtype="1" fill="hold" nodeType="afterEffect">
                                  <p:stCondLst>
                                    <p:cond delay="0"/>
                                  </p:stCondLst>
                                  <p:childTnLst>
                                    <p:set>
                                      <p:cBhvr>
                                        <p:cTn id="48" dur="1" fill="hold">
                                          <p:stCondLst>
                                            <p:cond delay="0"/>
                                          </p:stCondLst>
                                        </p:cTn>
                                        <p:tgtEl>
                                          <p:spTgt spid="861194"/>
                                        </p:tgtEl>
                                        <p:attrNameLst>
                                          <p:attrName>style.visibility</p:attrName>
                                        </p:attrNameLst>
                                      </p:cBhvr>
                                      <p:to>
                                        <p:strVal val="visible"/>
                                      </p:to>
                                    </p:set>
                                    <p:animEffect transition="in" filter="wipe(up)">
                                      <p:cBhvr>
                                        <p:cTn id="49" dur="2000"/>
                                        <p:tgtEl>
                                          <p:spTgt spid="86119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nodeType="click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wipe(up)">
                                      <p:cBhvr>
                                        <p:cTn id="54" dur="2000"/>
                                        <p:tgtEl>
                                          <p:spTgt spid="4"/>
                                        </p:tgtEl>
                                      </p:cBhvr>
                                    </p:animEffect>
                                  </p:childTnLst>
                                </p:cTn>
                              </p:par>
                            </p:childTnLst>
                          </p:cTn>
                        </p:par>
                        <p:par>
                          <p:cTn id="55" fill="hold" nodeType="afterGroup">
                            <p:stCondLst>
                              <p:cond delay="2000"/>
                            </p:stCondLst>
                            <p:childTnLst>
                              <p:par>
                                <p:cTn id="56" presetID="22" presetClass="entr" presetSubtype="1" fill="hold" nodeType="afterEffect">
                                  <p:stCondLst>
                                    <p:cond delay="0"/>
                                  </p:stCondLst>
                                  <p:childTnLst>
                                    <p:set>
                                      <p:cBhvr>
                                        <p:cTn id="57" dur="1" fill="hold">
                                          <p:stCondLst>
                                            <p:cond delay="0"/>
                                          </p:stCondLst>
                                        </p:cTn>
                                        <p:tgtEl>
                                          <p:spTgt spid="861196"/>
                                        </p:tgtEl>
                                        <p:attrNameLst>
                                          <p:attrName>style.visibility</p:attrName>
                                        </p:attrNameLst>
                                      </p:cBhvr>
                                      <p:to>
                                        <p:strVal val="visible"/>
                                      </p:to>
                                    </p:set>
                                    <p:animEffect transition="in" filter="wipe(up)">
                                      <p:cBhvr>
                                        <p:cTn id="58" dur="2000"/>
                                        <p:tgtEl>
                                          <p:spTgt spid="861196"/>
                                        </p:tgtEl>
                                      </p:cBhvr>
                                    </p:animEffect>
                                  </p:childTnLst>
                                </p:cTn>
                              </p:par>
                            </p:childTnLst>
                          </p:cTn>
                        </p:par>
                        <p:par>
                          <p:cTn id="59" fill="hold" nodeType="afterGroup">
                            <p:stCondLst>
                              <p:cond delay="4000"/>
                            </p:stCondLst>
                            <p:childTnLst>
                              <p:par>
                                <p:cTn id="60" presetID="10" presetClass="entr" presetSubtype="0" fill="hold" nodeType="after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fade">
                                      <p:cBhvr>
                                        <p:cTn id="6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118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2"/>
          <p:cNvSpPr>
            <a:spLocks noGrp="1"/>
          </p:cNvSpPr>
          <p:nvPr>
            <p:ph type="sldNum" sz="quarter" idx="10"/>
          </p:nvPr>
        </p:nvSpPr>
        <p:spPr/>
        <p:txBody>
          <a:bodyPr/>
          <a:lstStyle/>
          <a:p>
            <a:pPr>
              <a:defRPr/>
            </a:pPr>
            <a:fld id="{DE69E28E-D5E5-4535-9242-D843C144544A}" type="slidenum">
              <a:rPr lang="en-US" altLang="zh-CN"/>
              <a:pPr>
                <a:defRPr/>
              </a:pPr>
              <a:t>28</a:t>
            </a:fld>
            <a:endParaRPr lang="en-US" altLang="zh-CN"/>
          </a:p>
        </p:txBody>
      </p:sp>
      <p:graphicFrame>
        <p:nvGraphicFramePr>
          <p:cNvPr id="862210" name="Object 2"/>
          <p:cNvGraphicFramePr>
            <a:graphicFrameLocks noChangeAspect="1"/>
          </p:cNvGraphicFramePr>
          <p:nvPr/>
        </p:nvGraphicFramePr>
        <p:xfrm>
          <a:off x="246063" y="1246188"/>
          <a:ext cx="8786812" cy="1390650"/>
        </p:xfrm>
        <a:graphic>
          <a:graphicData uri="http://schemas.openxmlformats.org/presentationml/2006/ole">
            <mc:AlternateContent xmlns:mc="http://schemas.openxmlformats.org/markup-compatibility/2006">
              <mc:Choice xmlns:v="urn:schemas-microsoft-com:vml" Requires="v">
                <p:oleObj spid="_x0000_s41026" name="Equation" r:id="rId3" imgW="4086171" imgH="561962" progId="Equation.DSMT4">
                  <p:embed/>
                </p:oleObj>
              </mc:Choice>
              <mc:Fallback>
                <p:oleObj name="Equation" r:id="rId3" imgW="4086171" imgH="561962"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063" y="1246188"/>
                        <a:ext cx="8786812" cy="1390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2211" name="Rectangle 3"/>
          <p:cNvSpPr>
            <a:spLocks noChangeArrowheads="1"/>
          </p:cNvSpPr>
          <p:nvPr/>
        </p:nvSpPr>
        <p:spPr bwMode="auto">
          <a:xfrm>
            <a:off x="107950" y="476250"/>
            <a:ext cx="8264525"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kumimoji="1" lang="zh-CN" altLang="en-US" b="1">
                <a:solidFill>
                  <a:schemeClr val="bg1"/>
                </a:solidFill>
              </a:rPr>
              <a:t>将所有可能的</a:t>
            </a:r>
            <a:r>
              <a:rPr kumimoji="1" lang="zh-CN" altLang="en-US"/>
              <a:t> </a:t>
            </a:r>
            <a:r>
              <a:rPr kumimoji="1" lang="zh-CN" altLang="en-US" b="1" i="1">
                <a:solidFill>
                  <a:schemeClr val="bg1"/>
                </a:solidFill>
                <a:latin typeface="Times New Roman" pitchFamily="18" charset="0"/>
                <a:sym typeface="Symbol" pitchFamily="18" charset="2"/>
              </a:rPr>
              <a:t></a:t>
            </a:r>
            <a:r>
              <a:rPr kumimoji="1" lang="zh-CN" altLang="en-US" b="1">
                <a:solidFill>
                  <a:schemeClr val="bg1"/>
                </a:solidFill>
                <a:latin typeface="Times New Roman" pitchFamily="18" charset="0"/>
                <a:sym typeface="Symbol" pitchFamily="18" charset="2"/>
              </a:rPr>
              <a:t> </a:t>
            </a:r>
            <a:r>
              <a:rPr kumimoji="1" lang="en-US" altLang="zh-CN" b="1">
                <a:solidFill>
                  <a:schemeClr val="bg1"/>
                </a:solidFill>
                <a:latin typeface="Times New Roman" pitchFamily="18" charset="0"/>
              </a:rPr>
              <a:t>(</a:t>
            </a:r>
            <a:r>
              <a:rPr kumimoji="1" lang="en-US" altLang="zh-CN" i="1">
                <a:solidFill>
                  <a:schemeClr val="bg1"/>
                </a:solidFill>
                <a:latin typeface="Times New Roman" pitchFamily="18" charset="0"/>
              </a:rPr>
              <a:t>x</a:t>
            </a:r>
            <a:r>
              <a:rPr kumimoji="1" lang="en-US" altLang="zh-CN">
                <a:solidFill>
                  <a:schemeClr val="bg1"/>
                </a:solidFill>
                <a:latin typeface="Times New Roman" pitchFamily="18" charset="0"/>
              </a:rPr>
              <a:t>, </a:t>
            </a:r>
            <a:r>
              <a:rPr kumimoji="1" lang="en-US" altLang="zh-CN" i="1">
                <a:solidFill>
                  <a:schemeClr val="bg1"/>
                </a:solidFill>
                <a:latin typeface="Times New Roman" pitchFamily="18" charset="0"/>
              </a:rPr>
              <a:t>y</a:t>
            </a:r>
            <a:r>
              <a:rPr kumimoji="1" lang="en-US" altLang="zh-CN" b="1">
                <a:solidFill>
                  <a:schemeClr val="bg1"/>
                </a:solidFill>
                <a:latin typeface="Times New Roman" pitchFamily="18" charset="0"/>
              </a:rPr>
              <a:t>)</a:t>
            </a:r>
            <a:r>
              <a:rPr kumimoji="1" lang="zh-CN" altLang="en-US" b="1">
                <a:solidFill>
                  <a:schemeClr val="bg1"/>
                </a:solidFill>
                <a:latin typeface="Times New Roman" pitchFamily="18" charset="0"/>
              </a:rPr>
              <a:t>线性</a:t>
            </a:r>
            <a:r>
              <a:rPr kumimoji="1" lang="zh-CN" altLang="en-US" b="1">
                <a:solidFill>
                  <a:schemeClr val="bg1"/>
                </a:solidFill>
              </a:rPr>
              <a:t>叠加起来，则得到位函数的通解</a:t>
            </a:r>
          </a:p>
        </p:txBody>
      </p:sp>
      <p:sp>
        <p:nvSpPr>
          <p:cNvPr id="862212" name="Text Box 4"/>
          <p:cNvSpPr txBox="1">
            <a:spLocks noChangeArrowheads="1"/>
          </p:cNvSpPr>
          <p:nvPr/>
        </p:nvSpPr>
        <p:spPr bwMode="auto">
          <a:xfrm>
            <a:off x="107950" y="2986088"/>
            <a:ext cx="4068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kumimoji="1" lang="en-US" altLang="zh-CN" b="1">
                <a:solidFill>
                  <a:schemeClr val="bg1"/>
                </a:solidFill>
                <a:latin typeface="楷体_GB2312" pitchFamily="49" charset="-122"/>
              </a:rPr>
              <a:t> </a:t>
            </a:r>
            <a:r>
              <a:rPr kumimoji="1" lang="zh-CN" altLang="en-US" b="1">
                <a:solidFill>
                  <a:schemeClr val="bg1"/>
                </a:solidFill>
                <a:latin typeface="楷体_GB2312" pitchFamily="49" charset="-122"/>
              </a:rPr>
              <a:t>若取</a:t>
            </a:r>
            <a:r>
              <a:rPr kumimoji="1" lang="el-GR" altLang="zh-CN" b="1" i="1">
                <a:solidFill>
                  <a:srgbClr val="FF0000"/>
                </a:solidFill>
                <a:latin typeface="Times New Roman" pitchFamily="18" charset="0"/>
              </a:rPr>
              <a:t>λ</a:t>
            </a:r>
            <a:r>
              <a:rPr kumimoji="1" lang="zh-CN" altLang="en-US" b="1">
                <a:solidFill>
                  <a:srgbClr val="FF0000"/>
                </a:solidFill>
                <a:latin typeface="Times New Roman" pitchFamily="18" charset="0"/>
              </a:rPr>
              <a:t>＝</a:t>
            </a:r>
            <a:r>
              <a:rPr kumimoji="1" lang="en-US" altLang="zh-CN" b="1">
                <a:solidFill>
                  <a:srgbClr val="FF0000"/>
                </a:solidFill>
                <a:latin typeface="Times New Roman" pitchFamily="18" charset="0"/>
              </a:rPr>
              <a:t>+</a:t>
            </a:r>
            <a:r>
              <a:rPr kumimoji="1" lang="en-US" altLang="zh-CN" b="1" i="1">
                <a:solidFill>
                  <a:srgbClr val="FF0000"/>
                </a:solidFill>
                <a:latin typeface="Times New Roman" pitchFamily="18" charset="0"/>
              </a:rPr>
              <a:t>k</a:t>
            </a:r>
            <a:r>
              <a:rPr kumimoji="1" lang="en-US" altLang="zh-CN" b="1" baseline="30000">
                <a:solidFill>
                  <a:srgbClr val="FF0000"/>
                </a:solidFill>
                <a:latin typeface="Times New Roman" pitchFamily="18" charset="0"/>
              </a:rPr>
              <a:t>2 </a:t>
            </a:r>
            <a:r>
              <a:rPr kumimoji="1" lang="zh-CN" altLang="en-US" b="1">
                <a:solidFill>
                  <a:schemeClr val="bg1"/>
                </a:solidFill>
                <a:latin typeface="楷体_GB2312" pitchFamily="49" charset="-122"/>
              </a:rPr>
              <a:t>，同理可得到</a:t>
            </a:r>
          </a:p>
        </p:txBody>
      </p:sp>
      <p:graphicFrame>
        <p:nvGraphicFramePr>
          <p:cNvPr id="862213" name="Object 5"/>
          <p:cNvGraphicFramePr>
            <a:graphicFrameLocks noChangeAspect="1"/>
          </p:cNvGraphicFramePr>
          <p:nvPr/>
        </p:nvGraphicFramePr>
        <p:xfrm>
          <a:off x="280988" y="3716338"/>
          <a:ext cx="8666162" cy="1412875"/>
        </p:xfrm>
        <a:graphic>
          <a:graphicData uri="http://schemas.openxmlformats.org/presentationml/2006/ole">
            <mc:AlternateContent xmlns:mc="http://schemas.openxmlformats.org/markup-compatibility/2006">
              <mc:Choice xmlns:v="urn:schemas-microsoft-com:vml" Requires="v">
                <p:oleObj spid="_x0000_s41027" name="Equation" r:id="rId5" imgW="3991087" imgH="561962" progId="Equation.DSMT4">
                  <p:embed/>
                </p:oleObj>
              </mc:Choice>
              <mc:Fallback>
                <p:oleObj name="Equation" r:id="rId5" imgW="3991087" imgH="561962"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988" y="3716338"/>
                        <a:ext cx="8666162" cy="1412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2214" name="Rectangle 6"/>
          <p:cNvSpPr>
            <a:spLocks noChangeArrowheads="1"/>
          </p:cNvSpPr>
          <p:nvPr/>
        </p:nvSpPr>
        <p:spPr bwMode="auto">
          <a:xfrm>
            <a:off x="323850" y="5445125"/>
            <a:ext cx="784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r>
              <a:rPr kumimoji="1" lang="zh-CN" altLang="en-US" b="1">
                <a:solidFill>
                  <a:schemeClr val="bg1"/>
                </a:solidFill>
              </a:rPr>
              <a:t>通解中的分离常数和待定系数由给定的</a:t>
            </a:r>
            <a:r>
              <a:rPr kumimoji="1" lang="zh-CN" altLang="en-US" b="1">
                <a:solidFill>
                  <a:srgbClr val="FF0000"/>
                </a:solidFill>
              </a:rPr>
              <a:t>边界条件</a:t>
            </a:r>
            <a:r>
              <a:rPr kumimoji="1" lang="zh-CN" altLang="en-US" b="1">
                <a:solidFill>
                  <a:schemeClr val="bg1"/>
                </a:solidFill>
              </a:rPr>
              <a:t>确定。</a:t>
            </a:r>
          </a:p>
        </p:txBody>
      </p:sp>
      <p:sp>
        <p:nvSpPr>
          <p:cNvPr id="40968" name="AutoShape 7">
            <a:hlinkClick r:id="rId7"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0969" name="AutoShape 8">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0970" name="AutoShape 9">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0971" name="AutoShape 10">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62210"/>
                                        </p:tgtEl>
                                        <p:attrNameLst>
                                          <p:attrName>style.visibility</p:attrName>
                                        </p:attrNameLst>
                                      </p:cBhvr>
                                      <p:to>
                                        <p:strVal val="visible"/>
                                      </p:to>
                                    </p:set>
                                    <p:animEffect transition="in" filter="wipe(up)">
                                      <p:cBhvr>
                                        <p:cTn id="7" dur="2000"/>
                                        <p:tgtEl>
                                          <p:spTgt spid="862210"/>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862211"/>
                                        </p:tgtEl>
                                        <p:attrNameLst>
                                          <p:attrName>style.visibility</p:attrName>
                                        </p:attrNameLst>
                                      </p:cBhvr>
                                      <p:to>
                                        <p:strVal val="visible"/>
                                      </p:to>
                                    </p:set>
                                    <p:animEffect transition="in" filter="wipe(up)">
                                      <p:cBhvr>
                                        <p:cTn id="10" dur="2000"/>
                                        <p:tgtEl>
                                          <p:spTgt spid="86221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862212"/>
                                        </p:tgtEl>
                                        <p:attrNameLst>
                                          <p:attrName>style.visibility</p:attrName>
                                        </p:attrNameLst>
                                      </p:cBhvr>
                                      <p:to>
                                        <p:strVal val="visible"/>
                                      </p:to>
                                    </p:set>
                                    <p:animEffect transition="in" filter="wipe(up)">
                                      <p:cBhvr>
                                        <p:cTn id="15" dur="2000"/>
                                        <p:tgtEl>
                                          <p:spTgt spid="862212"/>
                                        </p:tgtEl>
                                      </p:cBhvr>
                                    </p:animEffect>
                                  </p:childTnLst>
                                </p:cTn>
                              </p:par>
                            </p:childTnLst>
                          </p:cTn>
                        </p:par>
                        <p:par>
                          <p:cTn id="16" fill="hold" nodeType="afterGroup">
                            <p:stCondLst>
                              <p:cond delay="2000"/>
                            </p:stCondLst>
                            <p:childTnLst>
                              <p:par>
                                <p:cTn id="17" presetID="22" presetClass="entr" presetSubtype="1" fill="hold" nodeType="afterEffect">
                                  <p:stCondLst>
                                    <p:cond delay="0"/>
                                  </p:stCondLst>
                                  <p:childTnLst>
                                    <p:set>
                                      <p:cBhvr>
                                        <p:cTn id="18" dur="1" fill="hold">
                                          <p:stCondLst>
                                            <p:cond delay="0"/>
                                          </p:stCondLst>
                                        </p:cTn>
                                        <p:tgtEl>
                                          <p:spTgt spid="862213"/>
                                        </p:tgtEl>
                                        <p:attrNameLst>
                                          <p:attrName>style.visibility</p:attrName>
                                        </p:attrNameLst>
                                      </p:cBhvr>
                                      <p:to>
                                        <p:strVal val="visible"/>
                                      </p:to>
                                    </p:set>
                                    <p:animEffect transition="in" filter="wipe(up)">
                                      <p:cBhvr>
                                        <p:cTn id="19" dur="2000"/>
                                        <p:tgtEl>
                                          <p:spTgt spid="86221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862214"/>
                                        </p:tgtEl>
                                        <p:attrNameLst>
                                          <p:attrName>style.visibility</p:attrName>
                                        </p:attrNameLst>
                                      </p:cBhvr>
                                      <p:to>
                                        <p:strVal val="visible"/>
                                      </p:to>
                                    </p:set>
                                    <p:animEffect transition="in" filter="wipe(up)">
                                      <p:cBhvr>
                                        <p:cTn id="24" dur="2000"/>
                                        <p:tgtEl>
                                          <p:spTgt spid="862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2211" grpId="0"/>
      <p:bldP spid="862212" grpId="0"/>
      <p:bldP spid="8622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灯片编号占位符 2"/>
          <p:cNvSpPr>
            <a:spLocks noGrp="1"/>
          </p:cNvSpPr>
          <p:nvPr>
            <p:ph type="sldNum" sz="quarter" idx="10"/>
          </p:nvPr>
        </p:nvSpPr>
        <p:spPr/>
        <p:txBody>
          <a:bodyPr/>
          <a:lstStyle/>
          <a:p>
            <a:pPr>
              <a:defRPr/>
            </a:pPr>
            <a:fld id="{E07986D8-BDE1-409A-BBB8-7E08128FFA42}" type="slidenum">
              <a:rPr lang="en-US" altLang="zh-CN"/>
              <a:pPr>
                <a:defRPr/>
              </a:pPr>
              <a:t>29</a:t>
            </a:fld>
            <a:endParaRPr lang="en-US" altLang="zh-CN"/>
          </a:p>
        </p:txBody>
      </p:sp>
      <p:sp>
        <p:nvSpPr>
          <p:cNvPr id="863234" name="Text Box 2"/>
          <p:cNvSpPr txBox="1">
            <a:spLocks noChangeArrowheads="1"/>
          </p:cNvSpPr>
          <p:nvPr/>
        </p:nvSpPr>
        <p:spPr bwMode="auto">
          <a:xfrm>
            <a:off x="179388" y="333375"/>
            <a:ext cx="8642350" cy="15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kumimoji="1" lang="en-US" altLang="zh-CN" b="1">
                <a:solidFill>
                  <a:schemeClr val="bg1"/>
                </a:solidFill>
                <a:latin typeface="幼圆" pitchFamily="49" charset="-122"/>
                <a:ea typeface="幼圆" pitchFamily="49" charset="-122"/>
              </a:rPr>
              <a:t>    </a:t>
            </a:r>
            <a:r>
              <a:rPr kumimoji="1" lang="zh-CN" altLang="en-US" b="1">
                <a:solidFill>
                  <a:srgbClr val="FFB953"/>
                </a:solidFill>
                <a:latin typeface="幼圆" pitchFamily="49" charset="-122"/>
                <a:ea typeface="幼圆" pitchFamily="49" charset="-122"/>
              </a:rPr>
              <a:t>例</a:t>
            </a:r>
            <a:r>
              <a:rPr kumimoji="1" lang="en-US" altLang="zh-CN" b="1">
                <a:solidFill>
                  <a:srgbClr val="FFB953"/>
                </a:solidFill>
                <a:latin typeface="Times New Roman" pitchFamily="18" charset="0"/>
              </a:rPr>
              <a:t>3.6.1</a:t>
            </a:r>
            <a:r>
              <a:rPr kumimoji="1" lang="en-US" altLang="zh-CN" b="1">
                <a:solidFill>
                  <a:schemeClr val="bg1"/>
                </a:solidFill>
                <a:latin typeface="Times New Roman" pitchFamily="18" charset="0"/>
              </a:rPr>
              <a:t>  </a:t>
            </a:r>
            <a:r>
              <a:rPr kumimoji="1" lang="zh-CN" altLang="en-US" b="1">
                <a:solidFill>
                  <a:schemeClr val="bg1"/>
                </a:solidFill>
                <a:latin typeface="楷体_GB2312" pitchFamily="49" charset="-122"/>
              </a:rPr>
              <a:t>无限长的矩形金属导体槽上有一盖板，盖板与金属槽</a:t>
            </a:r>
            <a:r>
              <a:rPr kumimoji="1" lang="zh-CN" altLang="en-US" b="1">
                <a:solidFill>
                  <a:srgbClr val="FF0000"/>
                </a:solidFill>
                <a:latin typeface="楷体_GB2312" pitchFamily="49" charset="-122"/>
              </a:rPr>
              <a:t>绝缘</a:t>
            </a:r>
            <a:r>
              <a:rPr kumimoji="1" lang="zh-CN" altLang="en-US" b="1">
                <a:solidFill>
                  <a:schemeClr val="bg1"/>
                </a:solidFill>
                <a:latin typeface="楷体_GB2312" pitchFamily="49" charset="-122"/>
              </a:rPr>
              <a:t>，盖板电位为</a:t>
            </a:r>
            <a:r>
              <a:rPr kumimoji="1" lang="en-US" altLang="zh-CN" b="1" i="1">
                <a:solidFill>
                  <a:schemeClr val="bg1"/>
                </a:solidFill>
                <a:latin typeface="Times New Roman" pitchFamily="18" charset="0"/>
              </a:rPr>
              <a:t>U</a:t>
            </a:r>
            <a:r>
              <a:rPr kumimoji="1" lang="en-US" altLang="zh-CN" b="1" baseline="-25000">
                <a:solidFill>
                  <a:schemeClr val="bg1"/>
                </a:solidFill>
                <a:latin typeface="Times New Roman" pitchFamily="18" charset="0"/>
              </a:rPr>
              <a:t>0</a:t>
            </a:r>
            <a:r>
              <a:rPr kumimoji="1" lang="zh-CN" altLang="en-US" b="1">
                <a:solidFill>
                  <a:schemeClr val="bg1"/>
                </a:solidFill>
                <a:latin typeface="楷体_GB2312" pitchFamily="49" charset="-122"/>
              </a:rPr>
              <a:t>，金属槽接地，横截面如图所示，试计算此导体槽内的电位分布。</a:t>
            </a:r>
          </a:p>
        </p:txBody>
      </p:sp>
      <p:graphicFrame>
        <p:nvGraphicFramePr>
          <p:cNvPr id="863235" name="Object 3"/>
          <p:cNvGraphicFramePr>
            <a:graphicFrameLocks noChangeAspect="1"/>
          </p:cNvGraphicFramePr>
          <p:nvPr/>
        </p:nvGraphicFramePr>
        <p:xfrm>
          <a:off x="792163" y="2443163"/>
          <a:ext cx="4524375" cy="1825625"/>
        </p:xfrm>
        <a:graphic>
          <a:graphicData uri="http://schemas.openxmlformats.org/presentationml/2006/ole">
            <mc:AlternateContent xmlns:mc="http://schemas.openxmlformats.org/markup-compatibility/2006">
              <mc:Choice xmlns:v="urn:schemas-microsoft-com:vml" Requires="v">
                <p:oleObj spid="_x0000_s42231" name="Equation" r:id="rId3" imgW="2085942" imgH="819137" progId="Equation.DSMT4">
                  <p:embed/>
                </p:oleObj>
              </mc:Choice>
              <mc:Fallback>
                <p:oleObj name="Equation" r:id="rId3" imgW="2085942" imgH="819137"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163" y="2443163"/>
                        <a:ext cx="4524375" cy="182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3236" name="Text Box 4"/>
          <p:cNvSpPr txBox="1">
            <a:spLocks noChangeArrowheads="1"/>
          </p:cNvSpPr>
          <p:nvPr/>
        </p:nvSpPr>
        <p:spPr bwMode="auto">
          <a:xfrm>
            <a:off x="179388" y="1814513"/>
            <a:ext cx="511333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kumimoji="1" lang="en-US" altLang="zh-CN" b="1">
                <a:solidFill>
                  <a:srgbClr val="FFB953"/>
                </a:solidFill>
                <a:latin typeface="Times New Roman" pitchFamily="18" charset="0"/>
                <a:ea typeface="幼圆" pitchFamily="49" charset="-122"/>
              </a:rPr>
              <a:t>        </a:t>
            </a:r>
            <a:r>
              <a:rPr kumimoji="1" lang="zh-CN" altLang="en-US" b="1">
                <a:solidFill>
                  <a:srgbClr val="FFB953"/>
                </a:solidFill>
                <a:latin typeface="Times New Roman" pitchFamily="18" charset="0"/>
                <a:ea typeface="幼圆" pitchFamily="49" charset="-122"/>
              </a:rPr>
              <a:t>解：</a:t>
            </a:r>
            <a:r>
              <a:rPr kumimoji="1" lang="zh-CN" altLang="en-US" b="1">
                <a:solidFill>
                  <a:schemeClr val="bg1"/>
                </a:solidFill>
                <a:latin typeface="Times New Roman" pitchFamily="18" charset="0"/>
              </a:rPr>
              <a:t>位函数满足的方程和边界条件为</a:t>
            </a:r>
          </a:p>
        </p:txBody>
      </p:sp>
      <p:sp>
        <p:nvSpPr>
          <p:cNvPr id="863237" name="Rectangle 5"/>
          <p:cNvSpPr>
            <a:spLocks noChangeArrowheads="1"/>
          </p:cNvSpPr>
          <p:nvPr/>
        </p:nvSpPr>
        <p:spPr bwMode="auto">
          <a:xfrm>
            <a:off x="5508625" y="1557338"/>
            <a:ext cx="3457575" cy="2735262"/>
          </a:xfrm>
          <a:prstGeom prst="rect">
            <a:avLst/>
          </a:prstGeom>
          <a:solidFill>
            <a:srgbClr val="CCFFFF"/>
          </a:solidFill>
          <a:ln w="9525">
            <a:solidFill>
              <a:srgbClr val="FF0000"/>
            </a:solidFill>
            <a:miter lim="800000"/>
            <a:headEnd/>
            <a:tailEnd/>
          </a:ln>
        </p:spPr>
        <p:txBody>
          <a:bodyPr wrap="none" anchor="ctr"/>
          <a:lstStyle>
            <a:lvl1pPr marL="342900" indent="-342900"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zh-CN"/>
          </a:p>
        </p:txBody>
      </p:sp>
      <p:grpSp>
        <p:nvGrpSpPr>
          <p:cNvPr id="41991" name="Group 6"/>
          <p:cNvGrpSpPr>
            <a:grpSpLocks/>
          </p:cNvGrpSpPr>
          <p:nvPr/>
        </p:nvGrpSpPr>
        <p:grpSpPr bwMode="auto">
          <a:xfrm>
            <a:off x="5724525" y="1700213"/>
            <a:ext cx="3097213" cy="2474912"/>
            <a:chOff x="3424" y="1137"/>
            <a:chExt cx="2239" cy="1695"/>
          </a:xfrm>
        </p:grpSpPr>
        <p:sp>
          <p:nvSpPr>
            <p:cNvPr id="41998" name="Line 7"/>
            <p:cNvSpPr>
              <a:spLocks noChangeShapeType="1"/>
            </p:cNvSpPr>
            <p:nvPr/>
          </p:nvSpPr>
          <p:spPr bwMode="auto">
            <a:xfrm>
              <a:off x="3567" y="1207"/>
              <a:ext cx="0" cy="1396"/>
            </a:xfrm>
            <a:prstGeom prst="line">
              <a:avLst/>
            </a:prstGeom>
            <a:noFill/>
            <a:ln w="28575">
              <a:solidFill>
                <a:schemeClr val="hlink"/>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1999" name="Line 8"/>
            <p:cNvSpPr>
              <a:spLocks noChangeShapeType="1"/>
            </p:cNvSpPr>
            <p:nvPr/>
          </p:nvSpPr>
          <p:spPr bwMode="auto">
            <a:xfrm>
              <a:off x="3567" y="2607"/>
              <a:ext cx="2002" cy="0"/>
            </a:xfrm>
            <a:prstGeom prst="line">
              <a:avLst/>
            </a:prstGeom>
            <a:noFill/>
            <a:ln w="28575">
              <a:solidFill>
                <a:schemeClr val="hlink"/>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000" name="Line 9"/>
            <p:cNvSpPr>
              <a:spLocks noChangeShapeType="1"/>
            </p:cNvSpPr>
            <p:nvPr/>
          </p:nvSpPr>
          <p:spPr bwMode="auto">
            <a:xfrm flipV="1">
              <a:off x="4964" y="1743"/>
              <a:ext cx="0" cy="864"/>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1" name="Line 10"/>
            <p:cNvSpPr>
              <a:spLocks noChangeShapeType="1"/>
            </p:cNvSpPr>
            <p:nvPr/>
          </p:nvSpPr>
          <p:spPr bwMode="auto">
            <a:xfrm flipV="1">
              <a:off x="3567" y="1743"/>
              <a:ext cx="0" cy="864"/>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2" name="Line 11"/>
            <p:cNvSpPr>
              <a:spLocks noChangeShapeType="1"/>
            </p:cNvSpPr>
            <p:nvPr/>
          </p:nvSpPr>
          <p:spPr bwMode="auto">
            <a:xfrm>
              <a:off x="3567" y="1707"/>
              <a:ext cx="1397" cy="0"/>
            </a:xfrm>
            <a:prstGeom prst="line">
              <a:avLst/>
            </a:prstGeom>
            <a:noFill/>
            <a:ln w="41275">
              <a:solidFill>
                <a:srgbClr val="99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3" name="Line 12"/>
            <p:cNvSpPr>
              <a:spLocks noChangeShapeType="1"/>
            </p:cNvSpPr>
            <p:nvPr/>
          </p:nvSpPr>
          <p:spPr bwMode="auto">
            <a:xfrm>
              <a:off x="3567" y="2607"/>
              <a:ext cx="1397" cy="0"/>
            </a:xfrm>
            <a:prstGeom prst="line">
              <a:avLst/>
            </a:prstGeom>
            <a:noFill/>
            <a:ln w="5715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4" name="Line 13"/>
            <p:cNvSpPr>
              <a:spLocks noChangeShapeType="1"/>
            </p:cNvSpPr>
            <p:nvPr/>
          </p:nvSpPr>
          <p:spPr bwMode="auto">
            <a:xfrm>
              <a:off x="4964" y="2031"/>
              <a:ext cx="305" cy="0"/>
            </a:xfrm>
            <a:prstGeom prst="line">
              <a:avLst/>
            </a:prstGeom>
            <a:noFill/>
            <a:ln w="9525">
              <a:solidFill>
                <a:srgbClr val="FF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5" name="Line 14"/>
            <p:cNvSpPr>
              <a:spLocks noChangeShapeType="1"/>
            </p:cNvSpPr>
            <p:nvPr/>
          </p:nvSpPr>
          <p:spPr bwMode="auto">
            <a:xfrm>
              <a:off x="5269" y="2031"/>
              <a:ext cx="0" cy="240"/>
            </a:xfrm>
            <a:prstGeom prst="line">
              <a:avLst/>
            </a:prstGeom>
            <a:noFill/>
            <a:ln w="9525">
              <a:solidFill>
                <a:srgbClr val="FF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6" name="Line 15"/>
            <p:cNvSpPr>
              <a:spLocks noChangeShapeType="1"/>
            </p:cNvSpPr>
            <p:nvPr/>
          </p:nvSpPr>
          <p:spPr bwMode="auto">
            <a:xfrm>
              <a:off x="5138" y="2271"/>
              <a:ext cx="262" cy="0"/>
            </a:xfrm>
            <a:prstGeom prst="line">
              <a:avLst/>
            </a:prstGeom>
            <a:noFill/>
            <a:ln w="15875">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7" name="Line 16"/>
            <p:cNvSpPr>
              <a:spLocks noChangeShapeType="1"/>
            </p:cNvSpPr>
            <p:nvPr/>
          </p:nvSpPr>
          <p:spPr bwMode="auto">
            <a:xfrm>
              <a:off x="5225" y="2319"/>
              <a:ext cx="131" cy="0"/>
            </a:xfrm>
            <a:prstGeom prst="line">
              <a:avLst/>
            </a:prstGeom>
            <a:noFill/>
            <a:ln w="15875">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008" name="Line 17"/>
            <p:cNvSpPr>
              <a:spLocks noChangeShapeType="1"/>
            </p:cNvSpPr>
            <p:nvPr/>
          </p:nvSpPr>
          <p:spPr bwMode="auto">
            <a:xfrm>
              <a:off x="5225" y="2367"/>
              <a:ext cx="131" cy="0"/>
            </a:xfrm>
            <a:prstGeom prst="line">
              <a:avLst/>
            </a:prstGeom>
            <a:noFill/>
            <a:ln w="15875">
              <a:solidFill>
                <a:srgbClr val="8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2009" name="Object 18"/>
            <p:cNvGraphicFramePr>
              <a:graphicFrameLocks noChangeAspect="1"/>
            </p:cNvGraphicFramePr>
            <p:nvPr/>
          </p:nvGraphicFramePr>
          <p:xfrm>
            <a:off x="4239" y="1407"/>
            <a:ext cx="254" cy="286"/>
          </p:xfrm>
          <a:graphic>
            <a:graphicData uri="http://schemas.openxmlformats.org/presentationml/2006/ole">
              <mc:AlternateContent xmlns:mc="http://schemas.openxmlformats.org/markup-compatibility/2006">
                <mc:Choice xmlns:v="urn:schemas-microsoft-com:vml" Requires="v">
                  <p:oleObj spid="_x0000_s42232" name="Equation" r:id="rId5" imgW="104800" imgH="133453" progId="Equation.3">
                    <p:embed/>
                  </p:oleObj>
                </mc:Choice>
                <mc:Fallback>
                  <p:oleObj name="Equation" r:id="rId5" imgW="104800" imgH="133453" progId="Equation.3">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39" y="1407"/>
                          <a:ext cx="254"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10" name="Object 19"/>
            <p:cNvGraphicFramePr>
              <a:graphicFrameLocks noChangeAspect="1"/>
            </p:cNvGraphicFramePr>
            <p:nvPr/>
          </p:nvGraphicFramePr>
          <p:xfrm>
            <a:off x="3426" y="1574"/>
            <a:ext cx="159" cy="223"/>
          </p:xfrm>
          <a:graphic>
            <a:graphicData uri="http://schemas.openxmlformats.org/presentationml/2006/ole">
              <mc:AlternateContent xmlns:mc="http://schemas.openxmlformats.org/markup-compatibility/2006">
                <mc:Choice xmlns:v="urn:schemas-microsoft-com:vml" Requires="v">
                  <p:oleObj spid="_x0000_s42233" name="Equation" r:id="rId7" imgW="28456" imgH="85841" progId="Equation.3">
                    <p:embed/>
                  </p:oleObj>
                </mc:Choice>
                <mc:Fallback>
                  <p:oleObj name="Equation" r:id="rId7" imgW="28456" imgH="85841"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6" y="1574"/>
                          <a:ext cx="159"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11" name="Object 20"/>
            <p:cNvGraphicFramePr>
              <a:graphicFrameLocks noChangeAspect="1"/>
            </p:cNvGraphicFramePr>
            <p:nvPr/>
          </p:nvGraphicFramePr>
          <p:xfrm>
            <a:off x="4901" y="2655"/>
            <a:ext cx="161" cy="177"/>
          </p:xfrm>
          <a:graphic>
            <a:graphicData uri="http://schemas.openxmlformats.org/presentationml/2006/ole">
              <mc:AlternateContent xmlns:mc="http://schemas.openxmlformats.org/markup-compatibility/2006">
                <mc:Choice xmlns:v="urn:schemas-microsoft-com:vml" Requires="v">
                  <p:oleObj spid="_x0000_s42234" name="Equation" r:id="rId9" imgW="28456" imgH="47612" progId="Equation.DSMT4">
                    <p:embed/>
                  </p:oleObj>
                </mc:Choice>
                <mc:Fallback>
                  <p:oleObj name="Equation" r:id="rId9" imgW="28456" imgH="47612" progId="Equation.DSMT4">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01" y="2655"/>
                          <a:ext cx="161"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12" name="Object 21"/>
            <p:cNvGraphicFramePr>
              <a:graphicFrameLocks noChangeAspect="1"/>
            </p:cNvGraphicFramePr>
            <p:nvPr/>
          </p:nvGraphicFramePr>
          <p:xfrm>
            <a:off x="3424" y="2574"/>
            <a:ext cx="161" cy="176"/>
          </p:xfrm>
          <a:graphic>
            <a:graphicData uri="http://schemas.openxmlformats.org/presentationml/2006/ole">
              <mc:AlternateContent xmlns:mc="http://schemas.openxmlformats.org/markup-compatibility/2006">
                <mc:Choice xmlns:v="urn:schemas-microsoft-com:vml" Requires="v">
                  <p:oleObj spid="_x0000_s42235" name="Equation" r:id="rId11" imgW="28456" imgH="47612" progId="Equation.DSMT4">
                    <p:embed/>
                  </p:oleObj>
                </mc:Choice>
                <mc:Fallback>
                  <p:oleObj name="Equation" r:id="rId11" imgW="28456" imgH="47612" progId="Equation.DSMT4">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24" y="2574"/>
                          <a:ext cx="161"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13" name="Object 22"/>
            <p:cNvGraphicFramePr>
              <a:graphicFrameLocks noChangeAspect="1"/>
            </p:cNvGraphicFramePr>
            <p:nvPr/>
          </p:nvGraphicFramePr>
          <p:xfrm>
            <a:off x="5490" y="2614"/>
            <a:ext cx="173" cy="191"/>
          </p:xfrm>
          <a:graphic>
            <a:graphicData uri="http://schemas.openxmlformats.org/presentationml/2006/ole">
              <mc:AlternateContent xmlns:mc="http://schemas.openxmlformats.org/markup-compatibility/2006">
                <mc:Choice xmlns:v="urn:schemas-microsoft-com:vml" Requires="v">
                  <p:oleObj spid="_x0000_s42236" name="Equation" r:id="rId13" imgW="28456" imgH="47612" progId="Equation.3">
                    <p:embed/>
                  </p:oleObj>
                </mc:Choice>
                <mc:Fallback>
                  <p:oleObj name="Equation" r:id="rId13" imgW="28456" imgH="47612" progId="Equation.3">
                    <p:embed/>
                    <p:pic>
                      <p:nvPicPr>
                        <p:cNvPr id="0" name="Object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90" y="2614"/>
                          <a:ext cx="173"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014" name="Object 23"/>
            <p:cNvGraphicFramePr>
              <a:graphicFrameLocks noChangeAspect="1"/>
            </p:cNvGraphicFramePr>
            <p:nvPr/>
          </p:nvGraphicFramePr>
          <p:xfrm>
            <a:off x="3637" y="1137"/>
            <a:ext cx="175" cy="207"/>
          </p:xfrm>
          <a:graphic>
            <a:graphicData uri="http://schemas.openxmlformats.org/presentationml/2006/ole">
              <mc:AlternateContent xmlns:mc="http://schemas.openxmlformats.org/markup-compatibility/2006">
                <mc:Choice xmlns:v="urn:schemas-microsoft-com:vml" Requires="v">
                  <p:oleObj spid="_x0000_s42237" name="Equation" r:id="rId15" imgW="47542" imgH="66726" progId="Equation.3">
                    <p:embed/>
                  </p:oleObj>
                </mc:Choice>
                <mc:Fallback>
                  <p:oleObj name="Equation" r:id="rId15" imgW="47542" imgH="66726" progId="Equation.3">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37" y="1137"/>
                          <a:ext cx="175"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863256" name="Object 24"/>
          <p:cNvGraphicFramePr>
            <a:graphicFrameLocks noChangeAspect="1"/>
          </p:cNvGraphicFramePr>
          <p:nvPr/>
        </p:nvGraphicFramePr>
        <p:xfrm>
          <a:off x="385763" y="5157788"/>
          <a:ext cx="8785225" cy="1390650"/>
        </p:xfrm>
        <a:graphic>
          <a:graphicData uri="http://schemas.openxmlformats.org/presentationml/2006/ole">
            <mc:AlternateContent xmlns:mc="http://schemas.openxmlformats.org/markup-compatibility/2006">
              <mc:Choice xmlns:v="urn:schemas-microsoft-com:vml" Requires="v">
                <p:oleObj spid="_x0000_s42238" name="Equation" r:id="rId17" imgW="4086171" imgH="561962" progId="Equation.DSMT4">
                  <p:embed/>
                </p:oleObj>
              </mc:Choice>
              <mc:Fallback>
                <p:oleObj name="Equation" r:id="rId17" imgW="4086171" imgH="561962" progId="Equation.DSMT4">
                  <p:embed/>
                  <p:pic>
                    <p:nvPicPr>
                      <p:cNvPr id="0" name="Object 2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5763" y="5157788"/>
                        <a:ext cx="8785225" cy="1390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3257" name="Rectangle 25"/>
          <p:cNvSpPr>
            <a:spLocks noChangeArrowheads="1"/>
          </p:cNvSpPr>
          <p:nvPr/>
        </p:nvSpPr>
        <p:spPr bwMode="auto">
          <a:xfrm>
            <a:off x="71438" y="4508500"/>
            <a:ext cx="8856662"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lnSpc>
                <a:spcPct val="130000"/>
              </a:lnSpc>
              <a:spcBef>
                <a:spcPct val="0"/>
              </a:spcBef>
            </a:pPr>
            <a:r>
              <a:rPr kumimoji="1" lang="zh-CN" altLang="en-US" b="1">
                <a:solidFill>
                  <a:schemeClr val="bg1"/>
                </a:solidFill>
              </a:rPr>
              <a:t>因</a:t>
            </a:r>
            <a:r>
              <a:rPr kumimoji="1" lang="zh-CN" altLang="en-US"/>
              <a:t> </a:t>
            </a:r>
            <a:r>
              <a:rPr kumimoji="1" lang="zh-CN" altLang="en-US" i="1">
                <a:solidFill>
                  <a:schemeClr val="bg1"/>
                </a:solidFill>
                <a:latin typeface="Times New Roman" pitchFamily="18" charset="0"/>
                <a:sym typeface="Symbol" pitchFamily="18" charset="2"/>
              </a:rPr>
              <a:t></a:t>
            </a:r>
            <a:r>
              <a:rPr kumimoji="1" lang="zh-CN" altLang="en-US" b="1">
                <a:solidFill>
                  <a:schemeClr val="bg1"/>
                </a:solidFill>
                <a:latin typeface="Times New Roman" pitchFamily="18" charset="0"/>
                <a:sym typeface="Symbol" pitchFamily="18" charset="2"/>
              </a:rPr>
              <a:t> </a:t>
            </a:r>
            <a:r>
              <a:rPr kumimoji="1" lang="en-US" altLang="zh-CN" b="1">
                <a:solidFill>
                  <a:schemeClr val="bg1"/>
                </a:solidFill>
                <a:latin typeface="Times New Roman" pitchFamily="18" charset="0"/>
              </a:rPr>
              <a:t>(0 , </a:t>
            </a:r>
            <a:r>
              <a:rPr kumimoji="1" lang="en-US" altLang="zh-CN" i="1">
                <a:solidFill>
                  <a:schemeClr val="bg1"/>
                </a:solidFill>
                <a:latin typeface="Times New Roman" pitchFamily="18" charset="0"/>
              </a:rPr>
              <a:t>y</a:t>
            </a:r>
            <a:r>
              <a:rPr kumimoji="1" lang="en-US" altLang="zh-CN" b="1">
                <a:solidFill>
                  <a:schemeClr val="bg1"/>
                </a:solidFill>
                <a:latin typeface="Times New Roman" pitchFamily="18" charset="0"/>
              </a:rPr>
              <a:t>)</a:t>
            </a:r>
            <a:r>
              <a:rPr kumimoji="1" lang="zh-CN" altLang="en-US" b="1">
                <a:solidFill>
                  <a:schemeClr val="bg1"/>
                </a:solidFill>
                <a:latin typeface="Times New Roman" pitchFamily="18" charset="0"/>
              </a:rPr>
              <a:t>＝</a:t>
            </a:r>
            <a:r>
              <a:rPr kumimoji="1" lang="en-US" altLang="zh-CN" b="1">
                <a:solidFill>
                  <a:schemeClr val="bg1"/>
                </a:solidFill>
                <a:latin typeface="Times New Roman" pitchFamily="18" charset="0"/>
              </a:rPr>
              <a:t>0</a:t>
            </a:r>
            <a:r>
              <a:rPr kumimoji="1" lang="zh-CN" altLang="en-US" b="1">
                <a:solidFill>
                  <a:schemeClr val="bg1"/>
                </a:solidFill>
                <a:latin typeface="Times New Roman" pitchFamily="18" charset="0"/>
              </a:rPr>
              <a:t>、 </a:t>
            </a:r>
            <a:r>
              <a:rPr kumimoji="1" lang="zh-CN" altLang="en-US" i="1">
                <a:solidFill>
                  <a:schemeClr val="bg1"/>
                </a:solidFill>
                <a:latin typeface="Times New Roman" pitchFamily="18" charset="0"/>
                <a:sym typeface="Symbol" pitchFamily="18" charset="2"/>
              </a:rPr>
              <a:t></a:t>
            </a:r>
            <a:r>
              <a:rPr kumimoji="1" lang="zh-CN" altLang="en-US">
                <a:solidFill>
                  <a:schemeClr val="bg1"/>
                </a:solidFill>
                <a:latin typeface="Times New Roman" pitchFamily="18" charset="0"/>
                <a:sym typeface="Symbol" pitchFamily="18" charset="2"/>
              </a:rPr>
              <a:t> </a:t>
            </a:r>
            <a:r>
              <a:rPr kumimoji="1" lang="en-US" altLang="zh-CN" b="1">
                <a:solidFill>
                  <a:schemeClr val="bg1"/>
                </a:solidFill>
                <a:latin typeface="Times New Roman" pitchFamily="18" charset="0"/>
              </a:rPr>
              <a:t>(</a:t>
            </a:r>
            <a:r>
              <a:rPr kumimoji="1" lang="en-US" altLang="zh-CN" i="1">
                <a:solidFill>
                  <a:schemeClr val="bg1"/>
                </a:solidFill>
                <a:latin typeface="Times New Roman" pitchFamily="18" charset="0"/>
              </a:rPr>
              <a:t>a , y</a:t>
            </a:r>
            <a:r>
              <a:rPr kumimoji="1" lang="en-US" altLang="zh-CN" b="1">
                <a:solidFill>
                  <a:schemeClr val="bg1"/>
                </a:solidFill>
                <a:latin typeface="Times New Roman" pitchFamily="18" charset="0"/>
              </a:rPr>
              <a:t>)</a:t>
            </a:r>
            <a:r>
              <a:rPr kumimoji="1" lang="zh-CN" altLang="en-US" b="1">
                <a:solidFill>
                  <a:schemeClr val="bg1"/>
                </a:solidFill>
                <a:latin typeface="Times New Roman" pitchFamily="18" charset="0"/>
              </a:rPr>
              <a:t>＝</a:t>
            </a:r>
            <a:r>
              <a:rPr kumimoji="1" lang="en-US" altLang="zh-CN" b="1">
                <a:solidFill>
                  <a:schemeClr val="bg1"/>
                </a:solidFill>
                <a:latin typeface="Times New Roman" pitchFamily="18" charset="0"/>
              </a:rPr>
              <a:t>0</a:t>
            </a:r>
            <a:r>
              <a:rPr kumimoji="1" lang="zh-CN" altLang="en-US" b="1">
                <a:solidFill>
                  <a:schemeClr val="bg1"/>
                </a:solidFill>
                <a:latin typeface="Times New Roman" pitchFamily="18" charset="0"/>
              </a:rPr>
              <a:t>，故</a:t>
            </a:r>
            <a:r>
              <a:rPr kumimoji="1" lang="zh-CN" altLang="en-US" b="1">
                <a:solidFill>
                  <a:schemeClr val="bg1"/>
                </a:solidFill>
              </a:rPr>
              <a:t>位函数的通解取（</a:t>
            </a:r>
            <a:r>
              <a:rPr kumimoji="1" lang="zh-CN" altLang="en-US" b="1">
                <a:solidFill>
                  <a:srgbClr val="FF0000"/>
                </a:solidFill>
              </a:rPr>
              <a:t>为什么？</a:t>
            </a:r>
            <a:r>
              <a:rPr kumimoji="1" lang="zh-CN" altLang="en-US" b="1">
                <a:solidFill>
                  <a:schemeClr val="bg1"/>
                </a:solidFill>
              </a:rPr>
              <a:t>）</a:t>
            </a:r>
          </a:p>
        </p:txBody>
      </p:sp>
      <p:sp>
        <p:nvSpPr>
          <p:cNvPr id="41994" name="AutoShape 26">
            <a:hlinkClick r:id="rId19"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1995" name="AutoShape 27">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1996" name="AutoShape 28">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1997" name="AutoShape 29">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63237"/>
                                        </p:tgtEl>
                                        <p:attrNameLst>
                                          <p:attrName>style.visibility</p:attrName>
                                        </p:attrNameLst>
                                      </p:cBhvr>
                                      <p:to>
                                        <p:strVal val="visible"/>
                                      </p:to>
                                    </p:set>
                                    <p:animEffect transition="in" filter="fade">
                                      <p:cBhvr>
                                        <p:cTn id="7" dur="2000"/>
                                        <p:tgtEl>
                                          <p:spTgt spid="863237"/>
                                        </p:tgtEl>
                                      </p:cBhvr>
                                    </p:animEffect>
                                  </p:childTnLst>
                                </p:cTn>
                              </p:par>
                            </p:childTnLst>
                          </p:cTn>
                        </p:par>
                        <p:par>
                          <p:cTn id="8" fill="hold" nodeType="afterGroup">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863234"/>
                                        </p:tgtEl>
                                        <p:attrNameLst>
                                          <p:attrName>style.visibility</p:attrName>
                                        </p:attrNameLst>
                                      </p:cBhvr>
                                      <p:to>
                                        <p:strVal val="visible"/>
                                      </p:to>
                                    </p:set>
                                    <p:animEffect transition="in" filter="wipe(up)">
                                      <p:cBhvr>
                                        <p:cTn id="11" dur="3000"/>
                                        <p:tgtEl>
                                          <p:spTgt spid="86323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863236"/>
                                        </p:tgtEl>
                                        <p:attrNameLst>
                                          <p:attrName>style.visibility</p:attrName>
                                        </p:attrNameLst>
                                      </p:cBhvr>
                                      <p:to>
                                        <p:strVal val="visible"/>
                                      </p:to>
                                    </p:set>
                                    <p:animEffect transition="in" filter="wipe(up)">
                                      <p:cBhvr>
                                        <p:cTn id="16" dur="2000"/>
                                        <p:tgtEl>
                                          <p:spTgt spid="86323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863235"/>
                                        </p:tgtEl>
                                        <p:attrNameLst>
                                          <p:attrName>style.visibility</p:attrName>
                                        </p:attrNameLst>
                                      </p:cBhvr>
                                      <p:to>
                                        <p:strVal val="visible"/>
                                      </p:to>
                                    </p:set>
                                    <p:animEffect transition="in" filter="wipe(up)">
                                      <p:cBhvr>
                                        <p:cTn id="21" dur="3000"/>
                                        <p:tgtEl>
                                          <p:spTgt spid="86323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863257"/>
                                        </p:tgtEl>
                                        <p:attrNameLst>
                                          <p:attrName>style.visibility</p:attrName>
                                        </p:attrNameLst>
                                      </p:cBhvr>
                                      <p:to>
                                        <p:strVal val="visible"/>
                                      </p:to>
                                    </p:set>
                                    <p:animEffect transition="in" filter="wipe(up)">
                                      <p:cBhvr>
                                        <p:cTn id="26" dur="2000"/>
                                        <p:tgtEl>
                                          <p:spTgt spid="86325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863256"/>
                                        </p:tgtEl>
                                        <p:attrNameLst>
                                          <p:attrName>style.visibility</p:attrName>
                                        </p:attrNameLst>
                                      </p:cBhvr>
                                      <p:to>
                                        <p:strVal val="visible"/>
                                      </p:to>
                                    </p:set>
                                    <p:animEffect transition="in" filter="wipe(up)">
                                      <p:cBhvr>
                                        <p:cTn id="31" dur="3000"/>
                                        <p:tgtEl>
                                          <p:spTgt spid="8632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3234" grpId="0"/>
      <p:bldP spid="863236" grpId="0"/>
      <p:bldP spid="863237" grpId="0" animBg="1"/>
      <p:bldP spid="86325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灯片编号占位符 2"/>
          <p:cNvSpPr>
            <a:spLocks noGrp="1"/>
          </p:cNvSpPr>
          <p:nvPr>
            <p:ph type="sldNum" sz="quarter" idx="10"/>
          </p:nvPr>
        </p:nvSpPr>
        <p:spPr/>
        <p:txBody>
          <a:bodyPr/>
          <a:lstStyle/>
          <a:p>
            <a:pPr>
              <a:defRPr/>
            </a:pPr>
            <a:fld id="{4D340B2E-0474-4B39-93CA-0D0EF4678A6F}" type="slidenum">
              <a:rPr lang="en-US" altLang="zh-CN"/>
              <a:pPr>
                <a:defRPr/>
              </a:pPr>
              <a:t>30</a:t>
            </a:fld>
            <a:endParaRPr lang="en-US" altLang="zh-CN"/>
          </a:p>
        </p:txBody>
      </p:sp>
      <p:grpSp>
        <p:nvGrpSpPr>
          <p:cNvPr id="2" name="Group 17"/>
          <p:cNvGrpSpPr>
            <a:grpSpLocks/>
          </p:cNvGrpSpPr>
          <p:nvPr/>
        </p:nvGrpSpPr>
        <p:grpSpPr bwMode="auto">
          <a:xfrm>
            <a:off x="1692275" y="1844675"/>
            <a:ext cx="2660650" cy="455613"/>
            <a:chOff x="1156" y="1162"/>
            <a:chExt cx="1676" cy="287"/>
          </a:xfrm>
        </p:grpSpPr>
        <p:graphicFrame>
          <p:nvGraphicFramePr>
            <p:cNvPr id="43040" name="Object 3"/>
            <p:cNvGraphicFramePr>
              <a:graphicFrameLocks noChangeAspect="1"/>
            </p:cNvGraphicFramePr>
            <p:nvPr/>
          </p:nvGraphicFramePr>
          <p:xfrm>
            <a:off x="1746" y="1162"/>
            <a:ext cx="1086" cy="287"/>
          </p:xfrm>
          <a:graphic>
            <a:graphicData uri="http://schemas.openxmlformats.org/presentationml/2006/ole">
              <mc:AlternateContent xmlns:mc="http://schemas.openxmlformats.org/markup-compatibility/2006">
                <mc:Choice xmlns:v="urn:schemas-microsoft-com:vml" Requires="v">
                  <p:oleObj spid="_x0000_s43312" name="Equation" r:id="rId3" imgW="771427" imgH="133453" progId="Equation.3">
                    <p:embed/>
                  </p:oleObj>
                </mc:Choice>
                <mc:Fallback>
                  <p:oleObj name="Equation" r:id="rId3" imgW="771427" imgH="133453"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6" y="1162"/>
                          <a:ext cx="1086"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41" name="AutoShape 4"/>
            <p:cNvSpPr>
              <a:spLocks noChangeArrowheads="1"/>
            </p:cNvSpPr>
            <p:nvPr/>
          </p:nvSpPr>
          <p:spPr bwMode="auto">
            <a:xfrm>
              <a:off x="1156" y="1252"/>
              <a:ext cx="363" cy="137"/>
            </a:xfrm>
            <a:prstGeom prst="rightArrow">
              <a:avLst>
                <a:gd name="adj1" fmla="val 50000"/>
                <a:gd name="adj2" fmla="val 66241"/>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sp>
        <p:nvSpPr>
          <p:cNvPr id="864262" name="Text Box 6"/>
          <p:cNvSpPr txBox="1">
            <a:spLocks noChangeArrowheads="1"/>
          </p:cNvSpPr>
          <p:nvPr/>
        </p:nvSpPr>
        <p:spPr bwMode="auto">
          <a:xfrm>
            <a:off x="179388" y="476250"/>
            <a:ext cx="2324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kumimoji="1" lang="zh-CN" altLang="en-US" b="1">
                <a:solidFill>
                  <a:srgbClr val="FF7C80"/>
                </a:solidFill>
                <a:latin typeface="宋体" pitchFamily="2" charset="-122"/>
                <a:ea typeface="宋体" pitchFamily="2" charset="-122"/>
              </a:rPr>
              <a:t>确定待定系数</a:t>
            </a:r>
          </a:p>
        </p:txBody>
      </p:sp>
      <p:grpSp>
        <p:nvGrpSpPr>
          <p:cNvPr id="3" name="Group 35"/>
          <p:cNvGrpSpPr>
            <a:grpSpLocks/>
          </p:cNvGrpSpPr>
          <p:nvPr/>
        </p:nvGrpSpPr>
        <p:grpSpPr bwMode="auto">
          <a:xfrm>
            <a:off x="155575" y="2276475"/>
            <a:ext cx="9013825" cy="863600"/>
            <a:chOff x="68" y="1434"/>
            <a:chExt cx="5678" cy="544"/>
          </a:xfrm>
        </p:grpSpPr>
        <p:graphicFrame>
          <p:nvGraphicFramePr>
            <p:cNvPr id="43038" name="Object 5"/>
            <p:cNvGraphicFramePr>
              <a:graphicFrameLocks noChangeAspect="1"/>
            </p:cNvGraphicFramePr>
            <p:nvPr/>
          </p:nvGraphicFramePr>
          <p:xfrm>
            <a:off x="392" y="1434"/>
            <a:ext cx="5354" cy="544"/>
          </p:xfrm>
          <a:graphic>
            <a:graphicData uri="http://schemas.openxmlformats.org/presentationml/2006/ole">
              <mc:AlternateContent xmlns:mc="http://schemas.openxmlformats.org/markup-compatibility/2006">
                <mc:Choice xmlns:v="urn:schemas-microsoft-com:vml" Requires="v">
                  <p:oleObj spid="_x0000_s43313" name="Equation" r:id="rId5" imgW="4162515" imgH="333285" progId="Equation.DSMT4">
                    <p:embed/>
                  </p:oleObj>
                </mc:Choice>
                <mc:Fallback>
                  <p:oleObj name="Equation" r:id="rId5" imgW="4162515" imgH="333285"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 y="1434"/>
                          <a:ext cx="5354"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39" name="AutoShape 12"/>
            <p:cNvSpPr>
              <a:spLocks noChangeArrowheads="1"/>
            </p:cNvSpPr>
            <p:nvPr/>
          </p:nvSpPr>
          <p:spPr bwMode="auto">
            <a:xfrm>
              <a:off x="68" y="1661"/>
              <a:ext cx="363" cy="136"/>
            </a:xfrm>
            <a:prstGeom prst="rightArrow">
              <a:avLst>
                <a:gd name="adj1" fmla="val 50000"/>
                <a:gd name="adj2" fmla="val 66728"/>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grpSp>
        <p:nvGrpSpPr>
          <p:cNvPr id="4" name="Group 19"/>
          <p:cNvGrpSpPr>
            <a:grpSpLocks/>
          </p:cNvGrpSpPr>
          <p:nvPr/>
        </p:nvGrpSpPr>
        <p:grpSpPr bwMode="auto">
          <a:xfrm>
            <a:off x="1619250" y="4221163"/>
            <a:ext cx="3375025" cy="455612"/>
            <a:chOff x="204" y="2568"/>
            <a:chExt cx="2126" cy="287"/>
          </a:xfrm>
        </p:grpSpPr>
        <p:graphicFrame>
          <p:nvGraphicFramePr>
            <p:cNvPr id="43036" name="Object 8"/>
            <p:cNvGraphicFramePr>
              <a:graphicFrameLocks noChangeAspect="1"/>
            </p:cNvGraphicFramePr>
            <p:nvPr/>
          </p:nvGraphicFramePr>
          <p:xfrm>
            <a:off x="527" y="2568"/>
            <a:ext cx="1803" cy="287"/>
          </p:xfrm>
          <a:graphic>
            <a:graphicData uri="http://schemas.openxmlformats.org/presentationml/2006/ole">
              <mc:AlternateContent xmlns:mc="http://schemas.openxmlformats.org/markup-compatibility/2006">
                <mc:Choice xmlns:v="urn:schemas-microsoft-com:vml" Requires="v">
                  <p:oleObj spid="_x0000_s43314" name="Equation" r:id="rId7" imgW="1342971" imgH="133453" progId="Equation.DSMT4">
                    <p:embed/>
                  </p:oleObj>
                </mc:Choice>
                <mc:Fallback>
                  <p:oleObj name="Equation" r:id="rId7" imgW="1342971" imgH="133453"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7" y="2568"/>
                          <a:ext cx="1803"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37" name="AutoShape 13"/>
            <p:cNvSpPr>
              <a:spLocks noChangeArrowheads="1"/>
            </p:cNvSpPr>
            <p:nvPr/>
          </p:nvSpPr>
          <p:spPr bwMode="auto">
            <a:xfrm>
              <a:off x="204" y="2659"/>
              <a:ext cx="363" cy="136"/>
            </a:xfrm>
            <a:prstGeom prst="rightArrow">
              <a:avLst>
                <a:gd name="adj1" fmla="val 50000"/>
                <a:gd name="adj2" fmla="val 66728"/>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grpSp>
        <p:nvGrpSpPr>
          <p:cNvPr id="5" name="Group 20"/>
          <p:cNvGrpSpPr>
            <a:grpSpLocks/>
          </p:cNvGrpSpPr>
          <p:nvPr/>
        </p:nvGrpSpPr>
        <p:grpSpPr bwMode="auto">
          <a:xfrm>
            <a:off x="5292725" y="4221163"/>
            <a:ext cx="3087688" cy="455612"/>
            <a:chOff x="2426" y="2614"/>
            <a:chExt cx="1945" cy="287"/>
          </a:xfrm>
        </p:grpSpPr>
        <p:graphicFrame>
          <p:nvGraphicFramePr>
            <p:cNvPr id="43034" name="Object 9"/>
            <p:cNvGraphicFramePr>
              <a:graphicFrameLocks noChangeAspect="1"/>
            </p:cNvGraphicFramePr>
            <p:nvPr/>
          </p:nvGraphicFramePr>
          <p:xfrm>
            <a:off x="2793" y="2614"/>
            <a:ext cx="1578" cy="287"/>
          </p:xfrm>
          <a:graphic>
            <a:graphicData uri="http://schemas.openxmlformats.org/presentationml/2006/ole">
              <mc:AlternateContent xmlns:mc="http://schemas.openxmlformats.org/markup-compatibility/2006">
                <mc:Choice xmlns:v="urn:schemas-microsoft-com:vml" Requires="v">
                  <p:oleObj spid="_x0000_s43315" name="Equation" r:id="rId9" imgW="1162173" imgH="133453" progId="Equation.DSMT4">
                    <p:embed/>
                  </p:oleObj>
                </mc:Choice>
                <mc:Fallback>
                  <p:oleObj name="Equation" r:id="rId9" imgW="1162173" imgH="133453"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93" y="2614"/>
                          <a:ext cx="1578"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35" name="AutoShape 14"/>
            <p:cNvSpPr>
              <a:spLocks noChangeArrowheads="1"/>
            </p:cNvSpPr>
            <p:nvPr/>
          </p:nvSpPr>
          <p:spPr bwMode="auto">
            <a:xfrm>
              <a:off x="2426" y="2704"/>
              <a:ext cx="363" cy="136"/>
            </a:xfrm>
            <a:prstGeom prst="rightArrow">
              <a:avLst>
                <a:gd name="adj1" fmla="val 50000"/>
                <a:gd name="adj2" fmla="val 66728"/>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grpSp>
        <p:nvGrpSpPr>
          <p:cNvPr id="6" name="Group 21"/>
          <p:cNvGrpSpPr>
            <a:grpSpLocks/>
          </p:cNvGrpSpPr>
          <p:nvPr/>
        </p:nvGrpSpPr>
        <p:grpSpPr bwMode="auto">
          <a:xfrm>
            <a:off x="5291138" y="4654550"/>
            <a:ext cx="2736850" cy="928688"/>
            <a:chOff x="1520" y="2868"/>
            <a:chExt cx="1724" cy="585"/>
          </a:xfrm>
        </p:grpSpPr>
        <p:graphicFrame>
          <p:nvGraphicFramePr>
            <p:cNvPr id="43032" name="Object 10"/>
            <p:cNvGraphicFramePr>
              <a:graphicFrameLocks noChangeAspect="1"/>
            </p:cNvGraphicFramePr>
            <p:nvPr/>
          </p:nvGraphicFramePr>
          <p:xfrm>
            <a:off x="1896" y="2868"/>
            <a:ext cx="1348" cy="585"/>
          </p:xfrm>
          <a:graphic>
            <a:graphicData uri="http://schemas.openxmlformats.org/presentationml/2006/ole">
              <mc:AlternateContent xmlns:mc="http://schemas.openxmlformats.org/markup-compatibility/2006">
                <mc:Choice xmlns:v="urn:schemas-microsoft-com:vml" Requires="v">
                  <p:oleObj spid="_x0000_s43316" name="Equation" r:id="rId11" imgW="971658" imgH="361783" progId="Equation.DSMT4">
                    <p:embed/>
                  </p:oleObj>
                </mc:Choice>
                <mc:Fallback>
                  <p:oleObj name="Equation" r:id="rId11" imgW="971658" imgH="361783" progId="Equation.DSMT4">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96" y="2868"/>
                          <a:ext cx="1348" cy="5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33" name="AutoShape 15"/>
            <p:cNvSpPr>
              <a:spLocks noChangeArrowheads="1"/>
            </p:cNvSpPr>
            <p:nvPr/>
          </p:nvSpPr>
          <p:spPr bwMode="auto">
            <a:xfrm>
              <a:off x="1520" y="3113"/>
              <a:ext cx="363" cy="136"/>
            </a:xfrm>
            <a:prstGeom prst="rightArrow">
              <a:avLst>
                <a:gd name="adj1" fmla="val 50000"/>
                <a:gd name="adj2" fmla="val 66728"/>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grpSp>
        <p:nvGrpSpPr>
          <p:cNvPr id="7" name="Group 29"/>
          <p:cNvGrpSpPr>
            <a:grpSpLocks/>
          </p:cNvGrpSpPr>
          <p:nvPr/>
        </p:nvGrpSpPr>
        <p:grpSpPr bwMode="auto">
          <a:xfrm>
            <a:off x="179388" y="5589588"/>
            <a:ext cx="7454900" cy="863600"/>
            <a:chOff x="612" y="3476"/>
            <a:chExt cx="4696" cy="544"/>
          </a:xfrm>
        </p:grpSpPr>
        <p:graphicFrame>
          <p:nvGraphicFramePr>
            <p:cNvPr id="43030" name="Object 11"/>
            <p:cNvGraphicFramePr>
              <a:graphicFrameLocks noChangeAspect="1"/>
            </p:cNvGraphicFramePr>
            <p:nvPr/>
          </p:nvGraphicFramePr>
          <p:xfrm>
            <a:off x="1007" y="3476"/>
            <a:ext cx="4301" cy="544"/>
          </p:xfrm>
          <a:graphic>
            <a:graphicData uri="http://schemas.openxmlformats.org/presentationml/2006/ole">
              <mc:AlternateContent xmlns:mc="http://schemas.openxmlformats.org/markup-compatibility/2006">
                <mc:Choice xmlns:v="urn:schemas-microsoft-com:vml" Requires="v">
                  <p:oleObj spid="_x0000_s43317" name="Equation" r:id="rId13" imgW="3324113" imgH="333285" progId="Equation.DSMT4">
                    <p:embed/>
                  </p:oleObj>
                </mc:Choice>
                <mc:Fallback>
                  <p:oleObj name="Equation" r:id="rId13" imgW="3324113" imgH="333285" progId="Equation.DSMT4">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07" y="3476"/>
                          <a:ext cx="4301"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31" name="AutoShape 16"/>
            <p:cNvSpPr>
              <a:spLocks noChangeArrowheads="1"/>
            </p:cNvSpPr>
            <p:nvPr/>
          </p:nvSpPr>
          <p:spPr bwMode="auto">
            <a:xfrm>
              <a:off x="612" y="3702"/>
              <a:ext cx="363" cy="136"/>
            </a:xfrm>
            <a:prstGeom prst="rightArrow">
              <a:avLst>
                <a:gd name="adj1" fmla="val 50000"/>
                <a:gd name="adj2" fmla="val 66728"/>
              </a:avLst>
            </a:prstGeom>
            <a:solidFill>
              <a:srgbClr val="FF99CC"/>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graphicFrame>
        <p:nvGraphicFramePr>
          <p:cNvPr id="864279" name="Object 23"/>
          <p:cNvGraphicFramePr>
            <a:graphicFrameLocks noChangeAspect="1"/>
          </p:cNvGraphicFramePr>
          <p:nvPr/>
        </p:nvGraphicFramePr>
        <p:xfrm>
          <a:off x="277813" y="3500438"/>
          <a:ext cx="1270000" cy="406400"/>
        </p:xfrm>
        <a:graphic>
          <a:graphicData uri="http://schemas.openxmlformats.org/presentationml/2006/ole">
            <mc:AlternateContent xmlns:mc="http://schemas.openxmlformats.org/markup-compatibility/2006">
              <mc:Choice xmlns:v="urn:schemas-microsoft-com:vml" Requires="v">
                <p:oleObj spid="_x0000_s43318" name="Equation" r:id="rId15" imgW="599999" imgH="104608" progId="Equation.DSMT4">
                  <p:embed/>
                </p:oleObj>
              </mc:Choice>
              <mc:Fallback>
                <p:oleObj name="Equation" r:id="rId15" imgW="599999" imgH="104608" progId="Equation.DSMT4">
                  <p:embed/>
                  <p:pic>
                    <p:nvPicPr>
                      <p:cNvPr id="0" name="Object 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7813" y="3500438"/>
                        <a:ext cx="12700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 name="Group 36"/>
          <p:cNvGrpSpPr>
            <a:grpSpLocks/>
          </p:cNvGrpSpPr>
          <p:nvPr/>
        </p:nvGrpSpPr>
        <p:grpSpPr bwMode="auto">
          <a:xfrm>
            <a:off x="1649413" y="3213100"/>
            <a:ext cx="7518400" cy="862013"/>
            <a:chOff x="975" y="2025"/>
            <a:chExt cx="4736" cy="543"/>
          </a:xfrm>
        </p:grpSpPr>
        <p:graphicFrame>
          <p:nvGraphicFramePr>
            <p:cNvPr id="43028" name="Object 7"/>
            <p:cNvGraphicFramePr>
              <a:graphicFrameLocks noChangeAspect="1"/>
            </p:cNvGraphicFramePr>
            <p:nvPr/>
          </p:nvGraphicFramePr>
          <p:xfrm>
            <a:off x="1229" y="2025"/>
            <a:ext cx="4482" cy="543"/>
          </p:xfrm>
          <a:graphic>
            <a:graphicData uri="http://schemas.openxmlformats.org/presentationml/2006/ole">
              <mc:AlternateContent xmlns:mc="http://schemas.openxmlformats.org/markup-compatibility/2006">
                <mc:Choice xmlns:v="urn:schemas-microsoft-com:vml" Requires="v">
                  <p:oleObj spid="_x0000_s43319" name="Equation" r:id="rId17" imgW="3819659" imgH="333285" progId="Equation.DSMT4">
                    <p:embed/>
                  </p:oleObj>
                </mc:Choice>
                <mc:Fallback>
                  <p:oleObj name="Equation" r:id="rId17" imgW="3819659" imgH="333285" progId="Equation.DSMT4">
                    <p:embed/>
                    <p:pic>
                      <p:nvPicPr>
                        <p:cNvPr id="0" name="Object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229" y="2025"/>
                          <a:ext cx="4482" cy="5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29" name="AutoShape 25"/>
            <p:cNvSpPr>
              <a:spLocks noChangeArrowheads="1"/>
            </p:cNvSpPr>
            <p:nvPr/>
          </p:nvSpPr>
          <p:spPr bwMode="auto">
            <a:xfrm>
              <a:off x="975" y="2251"/>
              <a:ext cx="272" cy="136"/>
            </a:xfrm>
            <a:prstGeom prst="rightArrow">
              <a:avLst>
                <a:gd name="adj1" fmla="val 50000"/>
                <a:gd name="adj2" fmla="val 50000"/>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grpSp>
        <p:nvGrpSpPr>
          <p:cNvPr id="9" name="Group 37"/>
          <p:cNvGrpSpPr>
            <a:grpSpLocks/>
          </p:cNvGrpSpPr>
          <p:nvPr/>
        </p:nvGrpSpPr>
        <p:grpSpPr bwMode="auto">
          <a:xfrm>
            <a:off x="165100" y="908050"/>
            <a:ext cx="8978900" cy="890588"/>
            <a:chOff x="104" y="572"/>
            <a:chExt cx="5656" cy="561"/>
          </a:xfrm>
        </p:grpSpPr>
        <p:graphicFrame>
          <p:nvGraphicFramePr>
            <p:cNvPr id="43025" name="Object 22"/>
            <p:cNvGraphicFramePr>
              <a:graphicFrameLocks noChangeAspect="1"/>
            </p:cNvGraphicFramePr>
            <p:nvPr/>
          </p:nvGraphicFramePr>
          <p:xfrm>
            <a:off x="104" y="718"/>
            <a:ext cx="891" cy="264"/>
          </p:xfrm>
          <a:graphic>
            <a:graphicData uri="http://schemas.openxmlformats.org/presentationml/2006/ole">
              <mc:AlternateContent xmlns:mc="http://schemas.openxmlformats.org/markup-compatibility/2006">
                <mc:Choice xmlns:v="urn:schemas-microsoft-com:vml" Requires="v">
                  <p:oleObj spid="_x0000_s43320" name="Equation" r:id="rId19" imgW="590630" imgH="104608" progId="Equation.DSMT4">
                    <p:embed/>
                  </p:oleObj>
                </mc:Choice>
                <mc:Fallback>
                  <p:oleObj name="Equation" r:id="rId19" imgW="590630" imgH="104608" progId="Equation.DSMT4">
                    <p:embed/>
                    <p:pic>
                      <p:nvPicPr>
                        <p:cNvPr id="0"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4" y="718"/>
                          <a:ext cx="891"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26" name="Object 2"/>
            <p:cNvGraphicFramePr>
              <a:graphicFrameLocks noChangeAspect="1"/>
            </p:cNvGraphicFramePr>
            <p:nvPr/>
          </p:nvGraphicFramePr>
          <p:xfrm>
            <a:off x="1420" y="572"/>
            <a:ext cx="4340" cy="561"/>
          </p:xfrm>
          <a:graphic>
            <a:graphicData uri="http://schemas.openxmlformats.org/presentationml/2006/ole">
              <mc:AlternateContent xmlns:mc="http://schemas.openxmlformats.org/markup-compatibility/2006">
                <mc:Choice xmlns:v="urn:schemas-microsoft-com:vml" Requires="v">
                  <p:oleObj spid="_x0000_s43321" name="Equation" r:id="rId21" imgW="3248115" imgH="333285" progId="Equation.DSMT4">
                    <p:embed/>
                  </p:oleObj>
                </mc:Choice>
                <mc:Fallback>
                  <p:oleObj name="Equation" r:id="rId21" imgW="3248115" imgH="333285" progId="Equation.DSMT4">
                    <p:embed/>
                    <p:pic>
                      <p:nvPicPr>
                        <p:cNvPr id="0" name="Object 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20" y="572"/>
                          <a:ext cx="4340" cy="5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27" name="AutoShape 26"/>
            <p:cNvSpPr>
              <a:spLocks noChangeArrowheads="1"/>
            </p:cNvSpPr>
            <p:nvPr/>
          </p:nvSpPr>
          <p:spPr bwMode="auto">
            <a:xfrm>
              <a:off x="1084" y="788"/>
              <a:ext cx="318" cy="120"/>
            </a:xfrm>
            <a:prstGeom prst="rightArrow">
              <a:avLst>
                <a:gd name="adj1" fmla="val 50000"/>
                <a:gd name="adj2" fmla="val 66250"/>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sp>
        <p:nvSpPr>
          <p:cNvPr id="43021" name="AutoShape 30">
            <a:hlinkClick r:id="rId23"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3022" name="AutoShape 31">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3023" name="AutoShape 32">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3024" name="AutoShape 33">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64262"/>
                                        </p:tgtEl>
                                        <p:attrNameLst>
                                          <p:attrName>style.visibility</p:attrName>
                                        </p:attrNameLst>
                                      </p:cBhvr>
                                      <p:to>
                                        <p:strVal val="visible"/>
                                      </p:to>
                                    </p:set>
                                    <p:animEffect transition="in" filter="wipe(up)">
                                      <p:cBhvr>
                                        <p:cTn id="7" dur="2000"/>
                                        <p:tgtEl>
                                          <p:spTgt spid="8642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20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20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864279"/>
                                        </p:tgtEl>
                                        <p:attrNameLst>
                                          <p:attrName>style.visibility</p:attrName>
                                        </p:attrNameLst>
                                      </p:cBhvr>
                                      <p:to>
                                        <p:strVal val="visible"/>
                                      </p:to>
                                    </p:set>
                                    <p:animEffect transition="in" filter="wipe(up)">
                                      <p:cBhvr>
                                        <p:cTn id="27" dur="2000"/>
                                        <p:tgtEl>
                                          <p:spTgt spid="86427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up)">
                                      <p:cBhvr>
                                        <p:cTn id="32" dur="2000"/>
                                        <p:tgtEl>
                                          <p:spTgt spid="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up)">
                                      <p:cBhvr>
                                        <p:cTn id="37" dur="2000"/>
                                        <p:tgtEl>
                                          <p:spTgt spid="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up)">
                                      <p:cBhvr>
                                        <p:cTn id="42" dur="2000"/>
                                        <p:tgtEl>
                                          <p:spTgt spid="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up)">
                                      <p:cBhvr>
                                        <p:cTn id="47" dur="2000"/>
                                        <p:tgtEl>
                                          <p:spTgt spid="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ipe(up)">
                                      <p:cBhvr>
                                        <p:cTn id="5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426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2"/>
          <p:cNvSpPr>
            <a:spLocks noGrp="1"/>
          </p:cNvSpPr>
          <p:nvPr>
            <p:ph type="sldNum" sz="quarter" idx="10"/>
          </p:nvPr>
        </p:nvSpPr>
        <p:spPr/>
        <p:txBody>
          <a:bodyPr/>
          <a:lstStyle/>
          <a:p>
            <a:pPr>
              <a:defRPr/>
            </a:pPr>
            <a:fld id="{4953E012-860A-4A3C-8249-E758D411E01E}" type="slidenum">
              <a:rPr lang="en-US" altLang="zh-CN"/>
              <a:pPr>
                <a:defRPr/>
              </a:pPr>
              <a:t>31</a:t>
            </a:fld>
            <a:endParaRPr lang="en-US" altLang="zh-CN"/>
          </a:p>
        </p:txBody>
      </p:sp>
      <p:graphicFrame>
        <p:nvGraphicFramePr>
          <p:cNvPr id="865282" name="Object 2"/>
          <p:cNvGraphicFramePr>
            <a:graphicFrameLocks noChangeAspect="1"/>
          </p:cNvGraphicFramePr>
          <p:nvPr/>
        </p:nvGraphicFramePr>
        <p:xfrm>
          <a:off x="611188" y="719138"/>
          <a:ext cx="1370012" cy="406400"/>
        </p:xfrm>
        <a:graphic>
          <a:graphicData uri="http://schemas.openxmlformats.org/presentationml/2006/ole">
            <mc:AlternateContent xmlns:mc="http://schemas.openxmlformats.org/markup-compatibility/2006">
              <mc:Choice xmlns:v="urn:schemas-microsoft-com:vml" Requires="v">
                <p:oleObj spid="_x0000_s44303" name="Equation" r:id="rId3" imgW="590630" imgH="104608" progId="Equation.DSMT4">
                  <p:embed/>
                </p:oleObj>
              </mc:Choice>
              <mc:Fallback>
                <p:oleObj name="Equation" r:id="rId3" imgW="590630" imgH="104608"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719138"/>
                        <a:ext cx="1370012"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21"/>
          <p:cNvGrpSpPr>
            <a:grpSpLocks/>
          </p:cNvGrpSpPr>
          <p:nvPr/>
        </p:nvGrpSpPr>
        <p:grpSpPr bwMode="auto">
          <a:xfrm>
            <a:off x="2195513" y="504825"/>
            <a:ext cx="3341687" cy="863600"/>
            <a:chOff x="1303" y="318"/>
            <a:chExt cx="2105" cy="544"/>
          </a:xfrm>
        </p:grpSpPr>
        <p:graphicFrame>
          <p:nvGraphicFramePr>
            <p:cNvPr id="44058" name="Object 7"/>
            <p:cNvGraphicFramePr>
              <a:graphicFrameLocks noChangeAspect="1"/>
            </p:cNvGraphicFramePr>
            <p:nvPr/>
          </p:nvGraphicFramePr>
          <p:xfrm>
            <a:off x="1747" y="318"/>
            <a:ext cx="1661" cy="544"/>
          </p:xfrm>
          <a:graphic>
            <a:graphicData uri="http://schemas.openxmlformats.org/presentationml/2006/ole">
              <mc:AlternateContent xmlns:mc="http://schemas.openxmlformats.org/markup-compatibility/2006">
                <mc:Choice xmlns:v="urn:schemas-microsoft-com:vml" Requires="v">
                  <p:oleObj spid="_x0000_s44304" name="Equation" r:id="rId5" imgW="1228801" imgH="333285" progId="Equation.DSMT4">
                    <p:embed/>
                  </p:oleObj>
                </mc:Choice>
                <mc:Fallback>
                  <p:oleObj name="Equation" r:id="rId5" imgW="1228801" imgH="333285"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7" y="318"/>
                          <a:ext cx="1661"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9" name="AutoShape 8"/>
            <p:cNvSpPr>
              <a:spLocks noChangeArrowheads="1"/>
            </p:cNvSpPr>
            <p:nvPr/>
          </p:nvSpPr>
          <p:spPr bwMode="auto">
            <a:xfrm>
              <a:off x="1303" y="527"/>
              <a:ext cx="363" cy="136"/>
            </a:xfrm>
            <a:prstGeom prst="rightArrow">
              <a:avLst>
                <a:gd name="adj1" fmla="val 50000"/>
                <a:gd name="adj2" fmla="val 66728"/>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grpSp>
        <p:nvGrpSpPr>
          <p:cNvPr id="3" name="Group 20"/>
          <p:cNvGrpSpPr>
            <a:grpSpLocks/>
          </p:cNvGrpSpPr>
          <p:nvPr/>
        </p:nvGrpSpPr>
        <p:grpSpPr bwMode="auto">
          <a:xfrm>
            <a:off x="5651500" y="669925"/>
            <a:ext cx="1677988" cy="455613"/>
            <a:chOff x="3560" y="391"/>
            <a:chExt cx="1057" cy="287"/>
          </a:xfrm>
        </p:grpSpPr>
        <p:graphicFrame>
          <p:nvGraphicFramePr>
            <p:cNvPr id="44056" name="Object 3"/>
            <p:cNvGraphicFramePr>
              <a:graphicFrameLocks noChangeAspect="1"/>
            </p:cNvGraphicFramePr>
            <p:nvPr/>
          </p:nvGraphicFramePr>
          <p:xfrm>
            <a:off x="4059" y="391"/>
            <a:ext cx="558" cy="287"/>
          </p:xfrm>
          <a:graphic>
            <a:graphicData uri="http://schemas.openxmlformats.org/presentationml/2006/ole">
              <mc:AlternateContent xmlns:mc="http://schemas.openxmlformats.org/markup-compatibility/2006">
                <mc:Choice xmlns:v="urn:schemas-microsoft-com:vml" Requires="v">
                  <p:oleObj spid="_x0000_s44305" name="Equation" r:id="rId7" imgW="352573" imgH="133453" progId="Equation.3">
                    <p:embed/>
                  </p:oleObj>
                </mc:Choice>
                <mc:Fallback>
                  <p:oleObj name="Equation" r:id="rId7" imgW="352573" imgH="133453"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59" y="391"/>
                          <a:ext cx="558"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7" name="AutoShape 9"/>
            <p:cNvSpPr>
              <a:spLocks noChangeArrowheads="1"/>
            </p:cNvSpPr>
            <p:nvPr/>
          </p:nvSpPr>
          <p:spPr bwMode="auto">
            <a:xfrm>
              <a:off x="3560" y="482"/>
              <a:ext cx="363" cy="136"/>
            </a:xfrm>
            <a:prstGeom prst="rightArrow">
              <a:avLst>
                <a:gd name="adj1" fmla="val 50000"/>
                <a:gd name="adj2" fmla="val 66728"/>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grpSp>
        <p:nvGrpSpPr>
          <p:cNvPr id="4" name="Group 27"/>
          <p:cNvGrpSpPr>
            <a:grpSpLocks/>
          </p:cNvGrpSpPr>
          <p:nvPr/>
        </p:nvGrpSpPr>
        <p:grpSpPr bwMode="auto">
          <a:xfrm>
            <a:off x="574675" y="1412875"/>
            <a:ext cx="8461375" cy="863600"/>
            <a:chOff x="113" y="890"/>
            <a:chExt cx="5330" cy="544"/>
          </a:xfrm>
        </p:grpSpPr>
        <p:graphicFrame>
          <p:nvGraphicFramePr>
            <p:cNvPr id="44054" name="Object 4"/>
            <p:cNvGraphicFramePr>
              <a:graphicFrameLocks noChangeAspect="1"/>
            </p:cNvGraphicFramePr>
            <p:nvPr/>
          </p:nvGraphicFramePr>
          <p:xfrm>
            <a:off x="521" y="890"/>
            <a:ext cx="4922" cy="544"/>
          </p:xfrm>
          <a:graphic>
            <a:graphicData uri="http://schemas.openxmlformats.org/presentationml/2006/ole">
              <mc:AlternateContent xmlns:mc="http://schemas.openxmlformats.org/markup-compatibility/2006">
                <mc:Choice xmlns:v="urn:schemas-microsoft-com:vml" Requires="v">
                  <p:oleObj spid="_x0000_s44306" name="Equation" r:id="rId9" imgW="3819659" imgH="333285" progId="Equation.DSMT4">
                    <p:embed/>
                  </p:oleObj>
                </mc:Choice>
                <mc:Fallback>
                  <p:oleObj name="Equation" r:id="rId9" imgW="3819659" imgH="333285"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1" y="890"/>
                          <a:ext cx="4922"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5" name="AutoShape 10"/>
            <p:cNvSpPr>
              <a:spLocks noChangeArrowheads="1"/>
            </p:cNvSpPr>
            <p:nvPr/>
          </p:nvSpPr>
          <p:spPr bwMode="auto">
            <a:xfrm>
              <a:off x="113" y="1089"/>
              <a:ext cx="363" cy="136"/>
            </a:xfrm>
            <a:prstGeom prst="rightArrow">
              <a:avLst>
                <a:gd name="adj1" fmla="val 50000"/>
                <a:gd name="adj2" fmla="val 66728"/>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graphicFrame>
        <p:nvGraphicFramePr>
          <p:cNvPr id="865291" name="Object 11"/>
          <p:cNvGraphicFramePr>
            <a:graphicFrameLocks noChangeAspect="1"/>
          </p:cNvGraphicFramePr>
          <p:nvPr/>
        </p:nvGraphicFramePr>
        <p:xfrm>
          <a:off x="611188" y="2636838"/>
          <a:ext cx="1524000" cy="457200"/>
        </p:xfrm>
        <a:graphic>
          <a:graphicData uri="http://schemas.openxmlformats.org/presentationml/2006/ole">
            <mc:AlternateContent xmlns:mc="http://schemas.openxmlformats.org/markup-compatibility/2006">
              <mc:Choice xmlns:v="urn:schemas-microsoft-com:vml" Requires="v">
                <p:oleObj spid="_x0000_s44307" name="Equation" r:id="rId11" imgW="666627" imgH="133453" progId="Equation.DSMT4">
                  <p:embed/>
                </p:oleObj>
              </mc:Choice>
              <mc:Fallback>
                <p:oleObj name="Equation" r:id="rId11" imgW="666627" imgH="133453"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1188" y="2636838"/>
                        <a:ext cx="1524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Group 18"/>
          <p:cNvGrpSpPr>
            <a:grpSpLocks/>
          </p:cNvGrpSpPr>
          <p:nvPr/>
        </p:nvGrpSpPr>
        <p:grpSpPr bwMode="auto">
          <a:xfrm>
            <a:off x="2268538" y="2420938"/>
            <a:ext cx="4387850" cy="863600"/>
            <a:chOff x="1655" y="1434"/>
            <a:chExt cx="2764" cy="544"/>
          </a:xfrm>
        </p:grpSpPr>
        <p:graphicFrame>
          <p:nvGraphicFramePr>
            <p:cNvPr id="44052" name="Object 5"/>
            <p:cNvGraphicFramePr>
              <a:graphicFrameLocks noChangeAspect="1"/>
            </p:cNvGraphicFramePr>
            <p:nvPr/>
          </p:nvGraphicFramePr>
          <p:xfrm>
            <a:off x="2069" y="1434"/>
            <a:ext cx="2350" cy="544"/>
          </p:xfrm>
          <a:graphic>
            <a:graphicData uri="http://schemas.openxmlformats.org/presentationml/2006/ole">
              <mc:AlternateContent xmlns:mc="http://schemas.openxmlformats.org/markup-compatibility/2006">
                <mc:Choice xmlns:v="urn:schemas-microsoft-com:vml" Requires="v">
                  <p:oleObj spid="_x0000_s44308" name="Equation" r:id="rId13" imgW="1771542" imgH="333285" progId="Equation.DSMT4">
                    <p:embed/>
                  </p:oleObj>
                </mc:Choice>
                <mc:Fallback>
                  <p:oleObj name="Equation" r:id="rId13" imgW="1771542" imgH="333285" progId="Equation.DSMT4">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69" y="1434"/>
                          <a:ext cx="2350"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3" name="AutoShape 12"/>
            <p:cNvSpPr>
              <a:spLocks noChangeArrowheads="1"/>
            </p:cNvSpPr>
            <p:nvPr/>
          </p:nvSpPr>
          <p:spPr bwMode="auto">
            <a:xfrm>
              <a:off x="1655" y="1661"/>
              <a:ext cx="363" cy="136"/>
            </a:xfrm>
            <a:prstGeom prst="rightArrow">
              <a:avLst>
                <a:gd name="adj1" fmla="val 50000"/>
                <a:gd name="adj2" fmla="val 66728"/>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grpSp>
      <p:grpSp>
        <p:nvGrpSpPr>
          <p:cNvPr id="6" name="Group 17"/>
          <p:cNvGrpSpPr>
            <a:grpSpLocks/>
          </p:cNvGrpSpPr>
          <p:nvPr/>
        </p:nvGrpSpPr>
        <p:grpSpPr bwMode="auto">
          <a:xfrm>
            <a:off x="179388" y="3357563"/>
            <a:ext cx="8424862" cy="863600"/>
            <a:chOff x="295" y="2024"/>
            <a:chExt cx="5307" cy="544"/>
          </a:xfrm>
        </p:grpSpPr>
        <p:graphicFrame>
          <p:nvGraphicFramePr>
            <p:cNvPr id="44050" name="Object 13"/>
            <p:cNvGraphicFramePr>
              <a:graphicFrameLocks noChangeAspect="1"/>
            </p:cNvGraphicFramePr>
            <p:nvPr/>
          </p:nvGraphicFramePr>
          <p:xfrm>
            <a:off x="2122" y="2024"/>
            <a:ext cx="927" cy="544"/>
          </p:xfrm>
          <a:graphic>
            <a:graphicData uri="http://schemas.openxmlformats.org/presentationml/2006/ole">
              <mc:AlternateContent xmlns:mc="http://schemas.openxmlformats.org/markup-compatibility/2006">
                <mc:Choice xmlns:v="urn:schemas-microsoft-com:vml" Requires="v">
                  <p:oleObj spid="_x0000_s44309" name="Equation" r:id="rId15" imgW="638171" imgH="333285" progId="Equation.DSMT4">
                    <p:embed/>
                  </p:oleObj>
                </mc:Choice>
                <mc:Fallback>
                  <p:oleObj name="Equation" r:id="rId15" imgW="638171" imgH="333285" progId="Equation.DSMT4">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22" y="2024"/>
                          <a:ext cx="927"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51" name="Text Box 14"/>
            <p:cNvSpPr txBox="1">
              <a:spLocks noChangeArrowheads="1"/>
            </p:cNvSpPr>
            <p:nvPr/>
          </p:nvSpPr>
          <p:spPr bwMode="auto">
            <a:xfrm>
              <a:off x="295" y="2144"/>
              <a:ext cx="530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kumimoji="1" lang="zh-CN" altLang="en-US" b="1">
                  <a:solidFill>
                    <a:schemeClr val="bg1"/>
                  </a:solidFill>
                  <a:latin typeface="Times New Roman" pitchFamily="18" charset="0"/>
                </a:rPr>
                <a:t>将</a:t>
              </a:r>
              <a:r>
                <a:rPr kumimoji="1" lang="en-US" altLang="zh-CN" b="1" i="1">
                  <a:solidFill>
                    <a:schemeClr val="bg1"/>
                  </a:solidFill>
                  <a:latin typeface="Times New Roman" pitchFamily="18" charset="0"/>
                </a:rPr>
                <a:t>U</a:t>
              </a:r>
              <a:r>
                <a:rPr kumimoji="1" lang="en-US" altLang="zh-CN" b="1" baseline="-25000">
                  <a:solidFill>
                    <a:schemeClr val="bg1"/>
                  </a:solidFill>
                  <a:latin typeface="Times New Roman" pitchFamily="18" charset="0"/>
                </a:rPr>
                <a:t>0</a:t>
              </a:r>
              <a:r>
                <a:rPr kumimoji="1" lang="en-US" altLang="zh-CN" b="1">
                  <a:solidFill>
                    <a:schemeClr val="bg1"/>
                  </a:solidFill>
                  <a:latin typeface="Times New Roman" pitchFamily="18" charset="0"/>
                </a:rPr>
                <a:t> </a:t>
              </a:r>
              <a:r>
                <a:rPr kumimoji="1" lang="zh-CN" altLang="en-US" b="1">
                  <a:solidFill>
                    <a:schemeClr val="bg1"/>
                  </a:solidFill>
                  <a:latin typeface="Times New Roman" pitchFamily="18" charset="0"/>
                </a:rPr>
                <a:t>在（</a:t>
              </a:r>
              <a:r>
                <a:rPr kumimoji="1" lang="en-US" altLang="zh-CN" b="1">
                  <a:solidFill>
                    <a:schemeClr val="bg1"/>
                  </a:solidFill>
                  <a:latin typeface="Times New Roman" pitchFamily="18" charset="0"/>
                </a:rPr>
                <a:t>0, </a:t>
              </a:r>
              <a:r>
                <a:rPr kumimoji="1" lang="en-US" altLang="zh-CN" b="1" i="1">
                  <a:solidFill>
                    <a:schemeClr val="bg1"/>
                  </a:solidFill>
                  <a:latin typeface="Times New Roman" pitchFamily="18" charset="0"/>
                </a:rPr>
                <a:t>a</a:t>
              </a:r>
              <a:r>
                <a:rPr kumimoji="1" lang="zh-CN" altLang="en-US" b="1">
                  <a:solidFill>
                    <a:schemeClr val="bg1"/>
                  </a:solidFill>
                  <a:latin typeface="Times New Roman" pitchFamily="18" charset="0"/>
                </a:rPr>
                <a:t>）上按                     展开成傅里叶级数，即</a:t>
              </a:r>
            </a:p>
          </p:txBody>
        </p:sp>
      </p:grpSp>
      <p:graphicFrame>
        <p:nvGraphicFramePr>
          <p:cNvPr id="865295" name="Object 15"/>
          <p:cNvGraphicFramePr>
            <a:graphicFrameLocks noChangeAspect="1"/>
          </p:cNvGraphicFramePr>
          <p:nvPr/>
        </p:nvGraphicFramePr>
        <p:xfrm>
          <a:off x="1908175" y="4365625"/>
          <a:ext cx="2462213" cy="863600"/>
        </p:xfrm>
        <a:graphic>
          <a:graphicData uri="http://schemas.openxmlformats.org/presentationml/2006/ole">
            <mc:AlternateContent xmlns:mc="http://schemas.openxmlformats.org/markup-compatibility/2006">
              <mc:Choice xmlns:v="urn:schemas-microsoft-com:vml" Requires="v">
                <p:oleObj spid="_x0000_s44310" name="Equation" r:id="rId17" imgW="1133370" imgH="333285" progId="Equation.DSMT4">
                  <p:embed/>
                </p:oleObj>
              </mc:Choice>
              <mc:Fallback>
                <p:oleObj name="Equation" r:id="rId17" imgW="1133370" imgH="333285" progId="Equation.DSMT4">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08175" y="4365625"/>
                        <a:ext cx="2462213"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 name="Group 22"/>
          <p:cNvGrpSpPr>
            <a:grpSpLocks/>
          </p:cNvGrpSpPr>
          <p:nvPr/>
        </p:nvGrpSpPr>
        <p:grpSpPr bwMode="auto">
          <a:xfrm>
            <a:off x="323850" y="5157788"/>
            <a:ext cx="7253288" cy="1320800"/>
            <a:chOff x="61" y="3233"/>
            <a:chExt cx="4569" cy="832"/>
          </a:xfrm>
        </p:grpSpPr>
        <p:graphicFrame>
          <p:nvGraphicFramePr>
            <p:cNvPr id="44048" name="Object 6"/>
            <p:cNvGraphicFramePr>
              <a:graphicFrameLocks noChangeAspect="1"/>
            </p:cNvGraphicFramePr>
            <p:nvPr/>
          </p:nvGraphicFramePr>
          <p:xfrm>
            <a:off x="1132" y="3233"/>
            <a:ext cx="3498" cy="832"/>
          </p:xfrm>
          <a:graphic>
            <a:graphicData uri="http://schemas.openxmlformats.org/presentationml/2006/ole">
              <mc:AlternateContent xmlns:mc="http://schemas.openxmlformats.org/markup-compatibility/2006">
                <mc:Choice xmlns:v="urn:schemas-microsoft-com:vml" Requires="v">
                  <p:oleObj spid="_x0000_s44311" name="Equation" r:id="rId19" imgW="2685942" imgH="561962" progId="Equation.DSMT4">
                    <p:embed/>
                  </p:oleObj>
                </mc:Choice>
                <mc:Fallback>
                  <p:oleObj name="Equation" r:id="rId19" imgW="2685942" imgH="561962" progId="Equation.DSMT4">
                    <p:embed/>
                    <p:pic>
                      <p:nvPicPr>
                        <p:cNvPr id="0" name="Object 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132" y="3233"/>
                          <a:ext cx="3498" cy="8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49" name="Text Box 16"/>
            <p:cNvSpPr txBox="1">
              <a:spLocks noChangeArrowheads="1"/>
            </p:cNvSpPr>
            <p:nvPr/>
          </p:nvSpPr>
          <p:spPr bwMode="auto">
            <a:xfrm>
              <a:off x="61" y="3505"/>
              <a:ext cx="29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kumimoji="1" lang="zh-CN" altLang="en-US" b="1">
                  <a:solidFill>
                    <a:schemeClr val="bg1"/>
                  </a:solidFill>
                  <a:latin typeface="Times New Roman" pitchFamily="18" charset="0"/>
                </a:rPr>
                <a:t>其中</a:t>
              </a:r>
            </a:p>
          </p:txBody>
        </p:sp>
      </p:grpSp>
      <p:sp>
        <p:nvSpPr>
          <p:cNvPr id="44044" name="AutoShape 23">
            <a:hlinkClick r:id="rId21"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4045" name="AutoShape 24">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4046" name="AutoShape 25">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4047" name="AutoShape 26">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865282"/>
                                        </p:tgtEl>
                                        <p:attrNameLst>
                                          <p:attrName>style.visibility</p:attrName>
                                        </p:attrNameLst>
                                      </p:cBhvr>
                                      <p:to>
                                        <p:strVal val="visible"/>
                                      </p:to>
                                    </p:set>
                                    <p:animEffect transition="in" filter="wipe(up)">
                                      <p:cBhvr>
                                        <p:cTn id="7" dur="2000"/>
                                        <p:tgtEl>
                                          <p:spTgt spid="8652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2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20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20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865291"/>
                                        </p:tgtEl>
                                        <p:attrNameLst>
                                          <p:attrName>style.visibility</p:attrName>
                                        </p:attrNameLst>
                                      </p:cBhvr>
                                      <p:to>
                                        <p:strVal val="visible"/>
                                      </p:to>
                                    </p:set>
                                    <p:animEffect transition="in" filter="wipe(up)">
                                      <p:cBhvr>
                                        <p:cTn id="27" dur="2000"/>
                                        <p:tgtEl>
                                          <p:spTgt spid="8652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up)">
                                      <p:cBhvr>
                                        <p:cTn id="32" dur="2000"/>
                                        <p:tgtEl>
                                          <p:spTgt spid="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up)">
                                      <p:cBhvr>
                                        <p:cTn id="37" dur="2000"/>
                                        <p:tgtEl>
                                          <p:spTgt spid="6"/>
                                        </p:tgtEl>
                                      </p:cBhvr>
                                    </p:animEffect>
                                  </p:childTnLst>
                                </p:cTn>
                              </p:par>
                            </p:childTnLst>
                          </p:cTn>
                        </p:par>
                        <p:par>
                          <p:cTn id="38" fill="hold" nodeType="afterGroup">
                            <p:stCondLst>
                              <p:cond delay="2000"/>
                            </p:stCondLst>
                            <p:childTnLst>
                              <p:par>
                                <p:cTn id="39" presetID="22" presetClass="entr" presetSubtype="1" fill="hold" nodeType="afterEffect">
                                  <p:stCondLst>
                                    <p:cond delay="0"/>
                                  </p:stCondLst>
                                  <p:childTnLst>
                                    <p:set>
                                      <p:cBhvr>
                                        <p:cTn id="40" dur="1" fill="hold">
                                          <p:stCondLst>
                                            <p:cond delay="0"/>
                                          </p:stCondLst>
                                        </p:cTn>
                                        <p:tgtEl>
                                          <p:spTgt spid="865295"/>
                                        </p:tgtEl>
                                        <p:attrNameLst>
                                          <p:attrName>style.visibility</p:attrName>
                                        </p:attrNameLst>
                                      </p:cBhvr>
                                      <p:to>
                                        <p:strVal val="visible"/>
                                      </p:to>
                                    </p:set>
                                    <p:animEffect transition="in" filter="wipe(up)">
                                      <p:cBhvr>
                                        <p:cTn id="41" dur="2000"/>
                                        <p:tgtEl>
                                          <p:spTgt spid="86529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up)">
                                      <p:cBhvr>
                                        <p:cTn id="46"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2"/>
          <p:cNvSpPr>
            <a:spLocks noGrp="1"/>
          </p:cNvSpPr>
          <p:nvPr>
            <p:ph type="sldNum" sz="quarter" idx="10"/>
          </p:nvPr>
        </p:nvSpPr>
        <p:spPr/>
        <p:txBody>
          <a:bodyPr/>
          <a:lstStyle/>
          <a:p>
            <a:pPr>
              <a:defRPr/>
            </a:pPr>
            <a:fld id="{3E2673EC-09AA-4092-88DA-108E35A33F89}" type="slidenum">
              <a:rPr lang="en-US" altLang="zh-CN"/>
              <a:pPr>
                <a:defRPr/>
              </a:pPr>
              <a:t>32</a:t>
            </a:fld>
            <a:endParaRPr lang="en-US" altLang="zh-CN"/>
          </a:p>
        </p:txBody>
      </p:sp>
      <p:graphicFrame>
        <p:nvGraphicFramePr>
          <p:cNvPr id="866306" name="Object 2"/>
          <p:cNvGraphicFramePr>
            <a:graphicFrameLocks noChangeAspect="1"/>
          </p:cNvGraphicFramePr>
          <p:nvPr/>
        </p:nvGraphicFramePr>
        <p:xfrm>
          <a:off x="1128713" y="836613"/>
          <a:ext cx="5784850" cy="863600"/>
        </p:xfrm>
        <a:graphic>
          <a:graphicData uri="http://schemas.openxmlformats.org/presentationml/2006/ole">
            <mc:AlternateContent xmlns:mc="http://schemas.openxmlformats.org/markup-compatibility/2006">
              <mc:Choice xmlns:v="urn:schemas-microsoft-com:vml" Requires="v">
                <p:oleObj spid="_x0000_s45150" name="Equation" r:id="rId3" imgW="2800458" imgH="333285" progId="Equation.DSMT4">
                  <p:embed/>
                </p:oleObj>
              </mc:Choice>
              <mc:Fallback>
                <p:oleObj name="Equation" r:id="rId3" imgW="2800458" imgH="333285"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8713" y="836613"/>
                        <a:ext cx="578485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6307" name="Object 3"/>
          <p:cNvGraphicFramePr>
            <a:graphicFrameLocks noChangeAspect="1"/>
          </p:cNvGraphicFramePr>
          <p:nvPr>
            <p:extLst>
              <p:ext uri="{D42A27DB-BD31-4B8C-83A1-F6EECF244321}">
                <p14:modId xmlns:p14="http://schemas.microsoft.com/office/powerpoint/2010/main" val="199230222"/>
              </p:ext>
            </p:extLst>
          </p:nvPr>
        </p:nvGraphicFramePr>
        <p:xfrm>
          <a:off x="1473200" y="1879600"/>
          <a:ext cx="6330950" cy="1666875"/>
        </p:xfrm>
        <a:graphic>
          <a:graphicData uri="http://schemas.openxmlformats.org/presentationml/2006/ole">
            <mc:AlternateContent xmlns:mc="http://schemas.openxmlformats.org/markup-compatibility/2006">
              <mc:Choice xmlns:v="urn:schemas-microsoft-com:vml" Requires="v">
                <p:oleObj spid="_x0000_s45151" name="Equation" r:id="rId5" imgW="3073320" imgH="723600" progId="Equation.DSMT4">
                  <p:embed/>
                </p:oleObj>
              </mc:Choice>
              <mc:Fallback>
                <p:oleObj name="Equation" r:id="rId5" imgW="3073320" imgH="723600" progId="Equation.DSMT4">
                  <p:embed/>
                  <p:pic>
                    <p:nvPicPr>
                      <p:cNvPr id="0" name="Object 3"/>
                      <p:cNvPicPr>
                        <a:picLocks noChangeAspect="1" noChangeArrowheads="1"/>
                      </p:cNvPicPr>
                      <p:nvPr/>
                    </p:nvPicPr>
                    <p:blipFill>
                      <a:blip r:embed="rId6"/>
                      <a:srcRect/>
                      <a:stretch>
                        <a:fillRect/>
                      </a:stretch>
                    </p:blipFill>
                    <p:spPr bwMode="auto">
                      <a:xfrm>
                        <a:off x="1473200" y="1879600"/>
                        <a:ext cx="6330950" cy="166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6309" name="AutoShape 5"/>
          <p:cNvSpPr>
            <a:spLocks noChangeArrowheads="1"/>
          </p:cNvSpPr>
          <p:nvPr/>
        </p:nvSpPr>
        <p:spPr bwMode="auto">
          <a:xfrm>
            <a:off x="684213" y="2565400"/>
            <a:ext cx="576262" cy="215900"/>
          </a:xfrm>
          <a:prstGeom prst="rightArrow">
            <a:avLst>
              <a:gd name="adj1" fmla="val 50000"/>
              <a:gd name="adj2" fmla="val 66728"/>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866310" name="Text Box 6"/>
          <p:cNvSpPr txBox="1">
            <a:spLocks noChangeArrowheads="1"/>
          </p:cNvSpPr>
          <p:nvPr/>
        </p:nvSpPr>
        <p:spPr bwMode="auto">
          <a:xfrm>
            <a:off x="306388" y="1027113"/>
            <a:ext cx="4691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kumimoji="1" lang="zh-CN" altLang="en-US" b="1">
                <a:solidFill>
                  <a:schemeClr val="bg1"/>
                </a:solidFill>
                <a:latin typeface="Times New Roman" pitchFamily="18" charset="0"/>
              </a:rPr>
              <a:t>由</a:t>
            </a:r>
          </a:p>
        </p:txBody>
      </p:sp>
      <p:graphicFrame>
        <p:nvGraphicFramePr>
          <p:cNvPr id="866308" name="Object 4"/>
          <p:cNvGraphicFramePr>
            <a:graphicFrameLocks noChangeAspect="1"/>
          </p:cNvGraphicFramePr>
          <p:nvPr/>
        </p:nvGraphicFramePr>
        <p:xfrm>
          <a:off x="1547813" y="4076700"/>
          <a:ext cx="6289675" cy="889000"/>
        </p:xfrm>
        <a:graphic>
          <a:graphicData uri="http://schemas.openxmlformats.org/presentationml/2006/ole">
            <mc:AlternateContent xmlns:mc="http://schemas.openxmlformats.org/markup-compatibility/2006">
              <mc:Choice xmlns:v="urn:schemas-microsoft-com:vml" Requires="v">
                <p:oleObj spid="_x0000_s45152" name="Equation" r:id="rId7" imgW="3057601" imgH="352399" progId="Equation.DSMT4">
                  <p:embed/>
                </p:oleObj>
              </mc:Choice>
              <mc:Fallback>
                <p:oleObj name="Equation" r:id="rId7" imgW="3057601" imgH="352399"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813" y="4076700"/>
                        <a:ext cx="6289675"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4" name="AutoShape 10">
            <a:hlinkClick r:id="rId9" action="ppaction://hlinksldjump" highlightClick="1"/>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5065" name="AutoShape 11">
            <a:hlinkClick r:id="" action="ppaction://hlinkshowjump?jump=previousslide" highlightClick="1"/>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5066" name="AutoShape 12">
            <a:hlinkClick r:id="" action="ppaction://hlinkshowjump?jump=nextslide" highlightClick="1"/>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45067" name="AutoShape 13">
            <a:hlinkClick r:id="" action="ppaction://hlinkshowjump?jump=lastslide" highlightClick="1"/>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
        <p:nvSpPr>
          <p:cNvPr id="866318" name="AutoShape 14"/>
          <p:cNvSpPr>
            <a:spLocks noChangeArrowheads="1"/>
          </p:cNvSpPr>
          <p:nvPr/>
        </p:nvSpPr>
        <p:spPr bwMode="auto">
          <a:xfrm>
            <a:off x="684213" y="4437063"/>
            <a:ext cx="576262" cy="215900"/>
          </a:xfrm>
          <a:prstGeom prst="rightArrow">
            <a:avLst>
              <a:gd name="adj1" fmla="val 50000"/>
              <a:gd name="adj2" fmla="val 66728"/>
            </a:avLst>
          </a:prstGeom>
          <a:solidFill>
            <a:srgbClr val="FFCC99"/>
          </a:solidFill>
          <a:ln w="25400">
            <a:solidFill>
              <a:srgbClr val="FF6600"/>
            </a:solidFill>
            <a:miter lim="800000"/>
            <a:headEnd/>
            <a:tailEnd/>
          </a:ln>
        </p:spPr>
        <p:txBody>
          <a:bodyPr wrap="none" anchor="ct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66310"/>
                                        </p:tgtEl>
                                        <p:attrNameLst>
                                          <p:attrName>style.visibility</p:attrName>
                                        </p:attrNameLst>
                                      </p:cBhvr>
                                      <p:to>
                                        <p:strVal val="visible"/>
                                      </p:to>
                                    </p:set>
                                    <p:animEffect transition="in" filter="wipe(up)">
                                      <p:cBhvr>
                                        <p:cTn id="7" dur="2000"/>
                                        <p:tgtEl>
                                          <p:spTgt spid="866310"/>
                                        </p:tgtEl>
                                      </p:cBhvr>
                                    </p:animEffect>
                                  </p:childTnLst>
                                </p:cTn>
                              </p:par>
                            </p:childTnLst>
                          </p:cTn>
                        </p:par>
                        <p:par>
                          <p:cTn id="8" fill="hold" nodeType="afterGroup">
                            <p:stCondLst>
                              <p:cond delay="2000"/>
                            </p:stCondLst>
                            <p:childTnLst>
                              <p:par>
                                <p:cTn id="9" presetID="22" presetClass="entr" presetSubtype="1" fill="hold" nodeType="afterEffect">
                                  <p:stCondLst>
                                    <p:cond delay="0"/>
                                  </p:stCondLst>
                                  <p:childTnLst>
                                    <p:set>
                                      <p:cBhvr>
                                        <p:cTn id="10" dur="1" fill="hold">
                                          <p:stCondLst>
                                            <p:cond delay="0"/>
                                          </p:stCondLst>
                                        </p:cTn>
                                        <p:tgtEl>
                                          <p:spTgt spid="866306"/>
                                        </p:tgtEl>
                                        <p:attrNameLst>
                                          <p:attrName>style.visibility</p:attrName>
                                        </p:attrNameLst>
                                      </p:cBhvr>
                                      <p:to>
                                        <p:strVal val="visible"/>
                                      </p:to>
                                    </p:set>
                                    <p:animEffect transition="in" filter="wipe(up)">
                                      <p:cBhvr>
                                        <p:cTn id="11" dur="2000"/>
                                        <p:tgtEl>
                                          <p:spTgt spid="86630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866307"/>
                                        </p:tgtEl>
                                        <p:attrNameLst>
                                          <p:attrName>style.visibility</p:attrName>
                                        </p:attrNameLst>
                                      </p:cBhvr>
                                      <p:to>
                                        <p:strVal val="visible"/>
                                      </p:to>
                                    </p:set>
                                    <p:animEffect transition="in" filter="blinds(horizontal)">
                                      <p:cBhvr>
                                        <p:cTn id="16" dur="500"/>
                                        <p:tgtEl>
                                          <p:spTgt spid="866307"/>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866309"/>
                                        </p:tgtEl>
                                        <p:attrNameLst>
                                          <p:attrName>style.visibility</p:attrName>
                                        </p:attrNameLst>
                                      </p:cBhvr>
                                      <p:to>
                                        <p:strVal val="visible"/>
                                      </p:to>
                                    </p:set>
                                    <p:animEffect transition="in" filter="blinds(horizontal)">
                                      <p:cBhvr>
                                        <p:cTn id="19" dur="500"/>
                                        <p:tgtEl>
                                          <p:spTgt spid="86630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866308"/>
                                        </p:tgtEl>
                                        <p:attrNameLst>
                                          <p:attrName>style.visibility</p:attrName>
                                        </p:attrNameLst>
                                      </p:cBhvr>
                                      <p:to>
                                        <p:strVal val="visible"/>
                                      </p:to>
                                    </p:set>
                                    <p:animEffect transition="in" filter="blinds(horizontal)">
                                      <p:cBhvr>
                                        <p:cTn id="24" dur="500"/>
                                        <p:tgtEl>
                                          <p:spTgt spid="866308"/>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866318"/>
                                        </p:tgtEl>
                                        <p:attrNameLst>
                                          <p:attrName>style.visibility</p:attrName>
                                        </p:attrNameLst>
                                      </p:cBhvr>
                                      <p:to>
                                        <p:strVal val="visible"/>
                                      </p:to>
                                    </p:set>
                                    <p:animEffect transition="in" filter="blinds(horizontal)">
                                      <p:cBhvr>
                                        <p:cTn id="27" dur="500"/>
                                        <p:tgtEl>
                                          <p:spTgt spid="866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6309" grpId="0" animBg="1"/>
      <p:bldP spid="866310" grpId="0"/>
      <p:bldP spid="86631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a:defRPr/>
            </a:pPr>
            <a:fld id="{F5BCEA36-C382-4973-8521-3D8B54666092}" type="slidenum">
              <a:rPr lang="en-US" altLang="zh-CN" smtClean="0"/>
              <a:pPr>
                <a:defRPr/>
              </a:pPr>
              <a:t>33</a:t>
            </a:fld>
            <a:endParaRPr lang="en-US" altLang="zh-CN"/>
          </a:p>
        </p:txBody>
      </p:sp>
      <p:graphicFrame>
        <p:nvGraphicFramePr>
          <p:cNvPr id="46083" name="对象 4"/>
          <p:cNvGraphicFramePr>
            <a:graphicFrameLocks noChangeAspect="1"/>
          </p:cNvGraphicFramePr>
          <p:nvPr/>
        </p:nvGraphicFramePr>
        <p:xfrm>
          <a:off x="2484438" y="549275"/>
          <a:ext cx="6418262" cy="5768975"/>
        </p:xfrm>
        <a:graphic>
          <a:graphicData uri="http://schemas.openxmlformats.org/presentationml/2006/ole">
            <mc:AlternateContent xmlns:mc="http://schemas.openxmlformats.org/markup-compatibility/2006">
              <mc:Choice xmlns:v="urn:schemas-microsoft-com:vml" Requires="v">
                <p:oleObj spid="_x0000_s46141" name="Acrobat Document" r:id="rId3" imgW="7838813" imgH="3219228" progId="AcroExch.Document.7">
                  <p:embed/>
                </p:oleObj>
              </mc:Choice>
              <mc:Fallback>
                <p:oleObj name="Acrobat Document" r:id="rId3" imgW="7838813" imgH="3219228" progId="AcroExch.Document.7">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549275"/>
                        <a:ext cx="6418262" cy="576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558800" y="2636838"/>
          <a:ext cx="1550988" cy="2952750"/>
        </p:xfrm>
        <a:graphic>
          <a:graphicData uri="http://schemas.openxmlformats.org/presentationml/2006/ole">
            <mc:AlternateContent xmlns:mc="http://schemas.openxmlformats.org/markup-compatibility/2006">
              <mc:Choice xmlns:v="urn:schemas-microsoft-com:vml" Requires="v">
                <p:oleObj spid="_x0000_s46142" name="Equation" r:id="rId5" imgW="428571" imgH="647803" progId="Equation.DSMT4">
                  <p:embed/>
                </p:oleObj>
              </mc:Choice>
              <mc:Fallback>
                <p:oleObj name="Equation" r:id="rId5" imgW="428571" imgH="647803" progId="Equation.DSMT4">
                  <p:embed/>
                  <p:pic>
                    <p:nvPicPr>
                      <p:cNvPr id="0"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800" y="2636838"/>
                        <a:ext cx="1550988" cy="2952750"/>
                      </a:xfrm>
                      <a:prstGeom prst="rect">
                        <a:avLst/>
                      </a:prstGeom>
                      <a:noFill/>
                      <a:ln w="25400">
                        <a:solidFill>
                          <a:srgbClr val="FFFF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6"/>
          <p:cNvSpPr txBox="1">
            <a:spLocks noChangeArrowheads="1"/>
          </p:cNvSpPr>
          <p:nvPr/>
        </p:nvSpPr>
        <p:spPr bwMode="auto">
          <a:xfrm>
            <a:off x="4787900" y="755650"/>
            <a:ext cx="20875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kumimoji="1" lang="zh-CN" altLang="en-US" sz="3200" b="1">
                <a:solidFill>
                  <a:srgbClr val="00B050"/>
                </a:solidFill>
                <a:latin typeface="宋体" pitchFamily="2" charset="-122"/>
                <a:ea typeface="宋体" pitchFamily="2" charset="-122"/>
              </a:rPr>
              <a:t>结果展示</a:t>
            </a:r>
          </a:p>
        </p:txBody>
      </p:sp>
      <p:sp>
        <p:nvSpPr>
          <p:cNvPr id="9" name="Text Box 6"/>
          <p:cNvSpPr txBox="1">
            <a:spLocks noChangeArrowheads="1"/>
          </p:cNvSpPr>
          <p:nvPr/>
        </p:nvSpPr>
        <p:spPr bwMode="auto">
          <a:xfrm>
            <a:off x="469900" y="1373188"/>
            <a:ext cx="1728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algn="ctr" eaLnBrk="0" fontAlgn="base" hangingPunct="0">
              <a:spcBef>
                <a:spcPct val="20000"/>
              </a:spcBef>
              <a:spcAft>
                <a:spcPct val="0"/>
              </a:spcAft>
              <a:defRPr sz="2400">
                <a:solidFill>
                  <a:schemeClr val="tx1"/>
                </a:solidFill>
                <a:latin typeface="Arial" charset="0"/>
                <a:ea typeface="楷体_GB2312" pitchFamily="49" charset="-122"/>
              </a:defRPr>
            </a:lvl6pPr>
            <a:lvl7pPr marL="2971800" indent="-228600" algn="ctr" eaLnBrk="0" fontAlgn="base" hangingPunct="0">
              <a:spcBef>
                <a:spcPct val="20000"/>
              </a:spcBef>
              <a:spcAft>
                <a:spcPct val="0"/>
              </a:spcAft>
              <a:defRPr sz="2400">
                <a:solidFill>
                  <a:schemeClr val="tx1"/>
                </a:solidFill>
                <a:latin typeface="Arial" charset="0"/>
                <a:ea typeface="楷体_GB2312" pitchFamily="49" charset="-122"/>
              </a:defRPr>
            </a:lvl7pPr>
            <a:lvl8pPr marL="3429000" indent="-228600" algn="ctr" eaLnBrk="0" fontAlgn="base" hangingPunct="0">
              <a:spcBef>
                <a:spcPct val="20000"/>
              </a:spcBef>
              <a:spcAft>
                <a:spcPct val="0"/>
              </a:spcAft>
              <a:defRPr sz="2400">
                <a:solidFill>
                  <a:schemeClr val="tx1"/>
                </a:solidFill>
                <a:latin typeface="Arial" charset="0"/>
                <a:ea typeface="楷体_GB2312" pitchFamily="49" charset="-122"/>
              </a:defRPr>
            </a:lvl8pPr>
            <a:lvl9pPr marL="3886200" indent="-228600" algn="ctr" eaLnBrk="0" fontAlgn="base" hangingPunct="0">
              <a:spcBef>
                <a:spcPct val="20000"/>
              </a:spcBef>
              <a:spcAft>
                <a:spcPct val="0"/>
              </a:spcAft>
              <a:defRPr sz="2400">
                <a:solidFill>
                  <a:schemeClr val="tx1"/>
                </a:solidFill>
                <a:latin typeface="Arial" charset="0"/>
                <a:ea typeface="楷体_GB2312" pitchFamily="49" charset="-122"/>
              </a:defRPr>
            </a:lvl9pPr>
          </a:lstStyle>
          <a:p>
            <a:pPr algn="l" eaLnBrk="1" hangingPunct="1">
              <a:spcBef>
                <a:spcPct val="50000"/>
              </a:spcBef>
            </a:pPr>
            <a:r>
              <a:rPr kumimoji="1" lang="zh-CN" altLang="en-US" b="1">
                <a:solidFill>
                  <a:srgbClr val="FF7C80"/>
                </a:solidFill>
                <a:latin typeface="宋体" pitchFamily="2" charset="-122"/>
                <a:ea typeface="宋体" pitchFamily="2" charset="-122"/>
              </a:rPr>
              <a:t>参数设置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up)">
                                      <p:cBhvr>
                                        <p:cTn id="10" dur="2000"/>
                                        <p:tgtEl>
                                          <p:spTgt spid="8"/>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up)">
                                      <p:cBhvr>
                                        <p:cTn id="13"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宋体"/>
        <a:cs typeface="Arial"/>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909090">
                <a:gamma/>
                <a:shade val="42353"/>
                <a:invGamma/>
              </a:srgbClr>
            </a:gs>
            <a:gs pos="100000">
              <a:srgbClr val="909090"/>
            </a:gs>
          </a:gsLst>
          <a:lin ang="18900000" scaled="1"/>
        </a:gradFill>
        <a:ln>
          <a:noFill/>
        </a:ln>
        <a:effectLst/>
        <a:extLst>
          <a:ext uri="{91240B29-F687-4F45-9708-019B960494DF}">
            <a14:hiddenLine xmlns:a14="http://schemas.microsoft.com/office/drawing/2010/main" w="19050"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None/>
          <a:tabLst/>
          <a:defRPr kumimoji="0" lang="zh-CN" altLang="en-US" sz="2400" b="0" i="0" u="none" strike="noStrike" cap="none" normalizeH="0" baseline="0" smtClean="0">
            <a:ln>
              <a:noFill/>
            </a:ln>
            <a:solidFill>
              <a:schemeClr val="tx1"/>
            </a:solidFill>
            <a:effectLst/>
            <a:latin typeface="Arial" charset="0"/>
            <a:ea typeface="楷体_GB2312" pitchFamily="49" charset="-122"/>
          </a:defRPr>
        </a:defPPr>
      </a:lstStyle>
    </a:spDef>
    <a:lnDef>
      <a:spPr bwMode="auto">
        <a:xfrm>
          <a:off x="0" y="0"/>
          <a:ext cx="1" cy="1"/>
        </a:xfrm>
        <a:custGeom>
          <a:avLst/>
          <a:gdLst/>
          <a:ahLst/>
          <a:cxnLst/>
          <a:rect l="0" t="0" r="0" b="0"/>
          <a:pathLst/>
        </a:custGeom>
        <a:gradFill rotWithShape="0">
          <a:gsLst>
            <a:gs pos="0">
              <a:srgbClr val="909090">
                <a:gamma/>
                <a:shade val="42353"/>
                <a:invGamma/>
              </a:srgbClr>
            </a:gs>
            <a:gs pos="100000">
              <a:srgbClr val="909090"/>
            </a:gs>
          </a:gsLst>
          <a:lin ang="18900000" scaled="1"/>
        </a:gradFill>
        <a:ln>
          <a:noFill/>
        </a:ln>
        <a:effectLst/>
        <a:extLst>
          <a:ext uri="{91240B29-F687-4F45-9708-019B960494DF}">
            <a14:hiddenLine xmlns:a14="http://schemas.microsoft.com/office/drawing/2010/main" w="19050"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None/>
          <a:tabLst/>
          <a:defRPr kumimoji="0" lang="zh-CN" altLang="en-US" sz="2400" b="0" i="0" u="none" strike="noStrike" cap="none" normalizeH="0" baseline="0" smtClean="0">
            <a:ln>
              <a:noFill/>
            </a:ln>
            <a:solidFill>
              <a:schemeClr val="tx1"/>
            </a:solidFill>
            <a:effectLst/>
            <a:latin typeface="Arial" charset="0"/>
            <a:ea typeface="楷体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15334</TotalTime>
  <Words>1780</Words>
  <Application>Microsoft Office PowerPoint</Application>
  <PresentationFormat>全屏显示(4:3)</PresentationFormat>
  <Paragraphs>289</Paragraphs>
  <Slides>33</Slides>
  <Notes>0</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33</vt:i4>
      </vt:variant>
    </vt:vector>
  </HeadingPairs>
  <TitlesOfParts>
    <vt:vector size="37" baseType="lpstr">
      <vt:lpstr>1_默认设计模板</vt:lpstr>
      <vt:lpstr>Equation</vt:lpstr>
      <vt:lpstr>MathType 6.0 Equation</vt:lpstr>
      <vt:lpstr>Acrobat Document</vt:lpstr>
      <vt:lpstr>3.4    静态场的边值问题及解的唯一性定理</vt:lpstr>
      <vt:lpstr>PowerPoint 演示文稿</vt:lpstr>
      <vt:lpstr>PowerPoint 演示文稿</vt:lpstr>
      <vt:lpstr>PowerPoint 演示文稿</vt:lpstr>
      <vt:lpstr>PowerPoint 演示文稿</vt:lpstr>
      <vt:lpstr>静态场边值问题的求解方法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3.6   分离变量法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武汉大学</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lsp</dc:creator>
  <cp:lastModifiedBy>China</cp:lastModifiedBy>
  <cp:revision>606</cp:revision>
  <dcterms:created xsi:type="dcterms:W3CDTF">2004-02-10T07:06:32Z</dcterms:created>
  <dcterms:modified xsi:type="dcterms:W3CDTF">2026-04-29T09:11:59Z</dcterms:modified>
</cp:coreProperties>
</file>