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36"/>
  </p:notesMasterIdLst>
  <p:sldIdLst>
    <p:sldId id="918" r:id="rId8"/>
    <p:sldId id="919" r:id="rId9"/>
    <p:sldId id="920" r:id="rId10"/>
    <p:sldId id="921" r:id="rId11"/>
    <p:sldId id="922" r:id="rId12"/>
    <p:sldId id="923" r:id="rId13"/>
    <p:sldId id="924" r:id="rId14"/>
    <p:sldId id="925" r:id="rId15"/>
    <p:sldId id="926" r:id="rId16"/>
    <p:sldId id="927" r:id="rId17"/>
    <p:sldId id="928" r:id="rId18"/>
    <p:sldId id="929" r:id="rId19"/>
    <p:sldId id="930" r:id="rId20"/>
    <p:sldId id="931" r:id="rId21"/>
    <p:sldId id="932" r:id="rId22"/>
    <p:sldId id="933" r:id="rId23"/>
    <p:sldId id="934" r:id="rId24"/>
    <p:sldId id="935" r:id="rId25"/>
    <p:sldId id="936" r:id="rId26"/>
    <p:sldId id="937" r:id="rId27"/>
    <p:sldId id="938" r:id="rId28"/>
    <p:sldId id="939" r:id="rId29"/>
    <p:sldId id="940" r:id="rId30"/>
    <p:sldId id="941" r:id="rId31"/>
    <p:sldId id="942" r:id="rId32"/>
    <p:sldId id="943" r:id="rId33"/>
    <p:sldId id="944" r:id="rId34"/>
    <p:sldId id="945" r:id="rId35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707"/>
  </p:normalViewPr>
  <p:slideViewPr>
    <p:cSldViewPr showGuides="1">
      <p:cViewPr>
        <p:scale>
          <a:sx n="80" d="100"/>
          <a:sy n="80" d="100"/>
        </p:scale>
        <p:origin x="-1056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0" Type="http://schemas.openxmlformats.org/officeDocument/2006/relationships/tags" Target="tags/tag1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B2F0165-AC87-4C48-AEDE-5F9B2A23792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3DCB7A4-9689-449B-9294-39C27740260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86A67-D959-412D-9B0D-768682C0D50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5F476-1843-48BF-B665-8494B457BA3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B8CC1-1CC4-4882-9CC4-AB49CC0681B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F0BC0-D8EF-4BD3-9985-BDA9C6F1D6F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9735E-685E-4FA9-9A9D-0A020155D79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D51049-E546-42CA-9425-301ECBFEC3F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277DB2-0FDC-4539-ADA3-2F3A813F6C0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06840-9D65-44F6-8BA3-6F928362CB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9F3CA-6B3E-4528-B15D-96BA288C5102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414CF-8637-4C97-A435-C90A4F23843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ED89C-1874-4241-BAB1-82CEC4B62E8B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E48D5-5814-4E81-9191-A002A0DD11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01C17-35C0-469B-A7E3-8E458AFB0D77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89403-65A0-4DDC-97A2-B57CC360E43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4223B-64CD-4CFE-A770-176D1DE84665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5E29A-7747-4B02-9C1B-2A288AF0566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655C6-F4AA-4D21-89B5-EAD76EE6321B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F52D-F7F0-4BE1-82E3-099734A935F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A2D1F-1F67-4667-B33E-CDD8B1BCDE6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F37C6E-F77F-4FDF-884F-1ACB09B2624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0D54F-5B6A-4637-80CE-1A65A881E70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D59FF-585C-459D-972F-940FF280B28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B23DAF7-78C6-43A0-BAF9-1EFCA3CE01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B57131A9-5C5C-40E2-B889-7BF4055F5D6E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424A3882-4F00-4EE7-8E35-5233573C00CB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39888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39888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C3459BE1-4E3F-4E7E-8697-9F0C04D3F2EF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D1EB0FE3-CCF7-4D62-9056-1C84F54FD41D}" type="slidenum">
              <a:rPr lang="en-US" altLang="zh-CN"/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3386B1A1-D012-402B-B84D-3BDA5F1431F2}" type="slidenum">
              <a:rPr lang="en-US" altLang="zh-CN"/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6380AD9A-78C8-4290-9593-8C59D3FC21C5}" type="slidenum">
              <a:rPr lang="en-US" altLang="zh-CN"/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727D0A7-C3DB-427F-9757-A54799D6E2ED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5F226E48-5040-4342-A40E-975DED36ADA5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5CB1F86A-E7A3-45AE-82AD-724029770BC9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5D34E387-9FCC-406A-BAC8-30004A4660B6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FD42A-A898-4998-B426-A7CDE266BE3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60C98-5740-49A3-865F-08C638DE46DD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5780F-E907-4EFC-9A59-7D952E6CFD2E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1565D-D54E-4DEA-ABBC-3DD08F44A396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F1822-93BA-4BE0-8415-741EB2910154}" type="slidenum">
              <a:rPr lang="en-US" altLang="zh-CN"/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F2407-F79A-4551-9251-85356EC1A4DA}" type="slidenum">
              <a:rPr lang="en-US" altLang="zh-CN"/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CB006-8DB9-435D-9D5F-320240682D2D}" type="slidenum">
              <a:rPr lang="en-US" altLang="zh-CN"/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DD3A9-C9E7-4757-A06C-ABBC84C9F5E3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17CE0-361C-4A42-910D-F24967414C6C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F1CE7-B65D-4B49-9AC5-0B83FB45B431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FF5151-34D4-4C5D-97CC-CA55F13C89C6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99E50-05BA-440E-BB3C-E231F94741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D1163-575E-4620-947E-2E75834A3C42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AD192-74BE-4D82-AE04-F86026F57FCF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FC3C5-6BA2-40D0-AA35-5432FAD81BB8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D0B19-7CCC-4B67-B462-27E49A37D8D0}" type="slidenum">
              <a:rPr lang="en-US" altLang="zh-CN"/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5CBCF-9DF0-4EC7-849F-A9CAFBC46698}" type="slidenum">
              <a:rPr lang="en-US" altLang="zh-CN"/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2FA06-68B3-48C5-B04B-F5941398ADA4}" type="slidenum">
              <a:rPr lang="en-US" altLang="zh-CN"/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B3969-66CC-478B-96CC-F57E03923BC6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B240B-61CA-419E-8F92-367770BE2348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1B9DA-B535-4D5B-8677-D0F90A79C134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B6105-5134-4241-A63A-FF6E71BFC39C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FE3E4-1BE9-4453-8249-D4A0C6A4D34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062AD-95F3-475F-BA75-8FE7D9220E35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77EF1-DD76-4027-8C2A-E248CCCF87E3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A8A35-C6AA-4104-AB02-C23633B9B8F6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157E2-5F95-4481-A6C6-FB3081E85D8D}" type="slidenum">
              <a:rPr lang="en-US" altLang="zh-CN"/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F58FA-05D2-4578-864A-AE89EC32E239}" type="slidenum">
              <a:rPr lang="en-US" altLang="zh-CN"/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6BFB0-2F15-448A-8A32-3FA48BDFA19D}" type="slidenum">
              <a:rPr lang="en-US" altLang="zh-CN"/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2C5AD-BAA2-4EE1-8573-C954BDC94845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D34B0-B3EC-4EA4-B019-86FAB908E36E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3EA78-BD70-4955-B034-1A08CA1F2E12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D71C5-7645-4593-88C5-639C0236737C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866D8-912D-45B6-AC4C-77403B68ECC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62C72-730B-4A54-B29D-91BD54BB0601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FE40E-206C-4B41-A399-7B69FA281575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6393D-E090-4ECE-AD6D-70F7315BCC36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CCE49-28D4-4944-AC01-CB537C297758}" type="slidenum">
              <a:rPr lang="en-US" altLang="zh-CN"/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2AA08-5BDD-437E-A755-1EDB13C318AE}" type="slidenum">
              <a:rPr lang="en-US" altLang="zh-CN"/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0F6F-322C-4A57-962C-96E138FC5C22}" type="slidenum">
              <a:rPr lang="en-US" altLang="zh-CN"/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9916B-B620-41A2-A99B-4BC58AB09B41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B17B7-862D-40C8-8EBA-8A960D11D938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91197-E818-43F9-9DE8-6350F3A5950B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9FAE7-C6C7-4B8D-8969-1A5F3D8EE4D6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DE20E1-0AB8-496B-A6B9-5CA53FC8F22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115BAA6-AC47-428F-AF0E-5472E442910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271F4EAE-BE88-4903-AB55-FC95D1380D7C}" type="slidenum">
              <a:rPr lang="en-US" altLang="zh-CN"/>
            </a:fld>
            <a:endParaRPr lang="en-US" altLang="zh-CN"/>
          </a:p>
        </p:txBody>
      </p:sp>
      <p:grpSp>
        <p:nvGrpSpPr>
          <p:cNvPr id="2052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4679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79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79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79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80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39888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E132A2ED-5890-4EB0-8CC0-A11B47016C48}" type="slidenum">
              <a:rPr lang="en-US" altLang="zh-CN"/>
            </a:fld>
            <a:endParaRPr lang="en-US" altLang="zh-CN"/>
          </a:p>
        </p:txBody>
      </p:sp>
      <p:grpSp>
        <p:nvGrpSpPr>
          <p:cNvPr id="8196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6967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19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819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9672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69673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69674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28DCAEFF-A2E8-4E77-B6EE-0164DC6CF4D4}" type="slidenum">
              <a:rPr lang="en-US" altLang="zh-CN"/>
            </a:fld>
            <a:endParaRPr lang="en-US" altLang="zh-CN"/>
          </a:p>
        </p:txBody>
      </p:sp>
      <p:grpSp>
        <p:nvGrpSpPr>
          <p:cNvPr id="9220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9425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22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922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4248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94249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94250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83267813-762B-4090-A0CB-3830CAAF2A0B}" type="slidenum">
              <a:rPr lang="en-US" altLang="zh-CN"/>
            </a:fld>
            <a:endParaRPr lang="en-US" altLang="zh-CN"/>
          </a:p>
        </p:txBody>
      </p:sp>
      <p:grpSp>
        <p:nvGrpSpPr>
          <p:cNvPr id="10244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41882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2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2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24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4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8824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18825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18826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8CA54228-D0E1-4E9C-82C9-DAB6CD1E392E}" type="slidenum">
              <a:rPr lang="en-US" altLang="zh-CN"/>
            </a:fld>
            <a:endParaRPr lang="en-US" altLang="zh-CN"/>
          </a:p>
        </p:txBody>
      </p:sp>
      <p:grpSp>
        <p:nvGrpSpPr>
          <p:cNvPr id="1126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44340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4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5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6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7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8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9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10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11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26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127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3400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3401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3402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0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 txBox="1">
            <a:spLocks noChangeArrowheads="1"/>
          </p:cNvSpPr>
          <p:nvPr/>
        </p:nvSpPr>
        <p:spPr bwMode="auto">
          <a:xfrm>
            <a:off x="611188" y="1124744"/>
            <a:ext cx="7772400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4800" dirty="0" smtClean="0">
                <a:solidFill>
                  <a:srgbClr val="CC0099"/>
                </a:solidFill>
                <a:latin typeface="楷体_GB2312"/>
              </a:rPr>
              <a:t>线性代数习题课</a:t>
            </a:r>
            <a:br>
              <a:rPr kumimoji="1" lang="en-US" altLang="zh-CN" sz="4800" dirty="0">
                <a:solidFill>
                  <a:srgbClr val="CC0099"/>
                </a:solidFill>
                <a:latin typeface="楷体_GB2312"/>
              </a:rPr>
            </a:br>
            <a:endParaRPr kumimoji="1" lang="zh-CN" altLang="en-US" sz="4800" dirty="0">
              <a:solidFill>
                <a:srgbClr val="CC0099"/>
              </a:solidFill>
              <a:latin typeface="楷体_GB2312"/>
            </a:endParaRPr>
          </a:p>
        </p:txBody>
      </p:sp>
      <p:sp>
        <p:nvSpPr>
          <p:cNvPr id="125955" name="Rectangle 2"/>
          <p:cNvSpPr txBox="1">
            <a:spLocks noChangeArrowheads="1"/>
          </p:cNvSpPr>
          <p:nvPr/>
        </p:nvSpPr>
        <p:spPr bwMode="auto">
          <a:xfrm>
            <a:off x="1763688" y="2591842"/>
            <a:ext cx="6192688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zh-CN" altLang="en-US" sz="2800" dirty="0" smtClean="0">
                <a:solidFill>
                  <a:schemeClr val="tx2"/>
                </a:solidFill>
                <a:latin typeface="楷体_GB2312"/>
              </a:rPr>
              <a:t>一、行列式</a:t>
            </a:r>
            <a:endParaRPr kumimoji="1" lang="en-US" altLang="zh-CN" sz="2800" dirty="0">
              <a:solidFill>
                <a:schemeClr val="tx2"/>
              </a:solidFill>
              <a:latin typeface="楷体_GB231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zh-CN" altLang="en-US" sz="2800" dirty="0" smtClean="0">
                <a:solidFill>
                  <a:schemeClr val="tx2"/>
                </a:solidFill>
                <a:latin typeface="楷体_GB2312"/>
              </a:rPr>
              <a:t>二、矩阵及其运算</a:t>
            </a:r>
            <a:endParaRPr kumimoji="1" lang="en-US" altLang="zh-CN" sz="2800" dirty="0" smtClean="0">
              <a:solidFill>
                <a:schemeClr val="tx2"/>
              </a:solidFill>
              <a:latin typeface="楷体_GB231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zh-CN" altLang="en-US" sz="2800" dirty="0" smtClean="0">
                <a:solidFill>
                  <a:schemeClr val="tx2"/>
                </a:solidFill>
                <a:latin typeface="楷体_GB2312"/>
              </a:rPr>
              <a:t>三、矩阵的初等变换与线性方程组</a:t>
            </a:r>
            <a:endParaRPr kumimoji="1" lang="en-US" altLang="zh-CN" sz="2800" dirty="0">
              <a:solidFill>
                <a:schemeClr val="tx2"/>
              </a:solidFill>
              <a:latin typeface="楷体_GB231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en-US" altLang="zh-CN" sz="2800" dirty="0" smtClean="0">
                <a:solidFill>
                  <a:schemeClr val="tx2"/>
                </a:solidFill>
                <a:latin typeface="楷体_GB2312"/>
                <a:ea typeface="宋体" panose="02010600030101010101" pitchFamily="2" charset="-122"/>
              </a:rPr>
              <a:t>    </a:t>
            </a:r>
            <a:endParaRPr kumimoji="1" lang="zh-CN" altLang="en-US" sz="3600" dirty="0">
              <a:solidFill>
                <a:srgbClr val="CC0099"/>
              </a:solidFill>
              <a:latin typeface="楷体_GB231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332656"/>
            <a:ext cx="1380952" cy="5238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91" y="891525"/>
            <a:ext cx="7488403" cy="14608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39" y="1916831"/>
            <a:ext cx="2645288" cy="65803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57" y="2692201"/>
            <a:ext cx="4777311" cy="19609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4509120"/>
            <a:ext cx="3803424" cy="20135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5" y="836712"/>
            <a:ext cx="7524835" cy="127476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348879"/>
            <a:ext cx="6089174" cy="68070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212976"/>
            <a:ext cx="6782252" cy="7920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332656"/>
            <a:ext cx="1485637" cy="5760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08720"/>
            <a:ext cx="8088226" cy="15618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32" y="2729907"/>
            <a:ext cx="7575043" cy="16511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90" y="4653136"/>
            <a:ext cx="8144009" cy="7920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548680"/>
            <a:ext cx="8169259" cy="18343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97" y="2645115"/>
            <a:ext cx="8021146" cy="15039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44" y="4509120"/>
            <a:ext cx="6585541" cy="18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332656"/>
            <a:ext cx="2873121" cy="5040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78" y="850396"/>
            <a:ext cx="3996202" cy="157284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78" y="2221343"/>
            <a:ext cx="5534098" cy="14679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3580953"/>
            <a:ext cx="6967138" cy="1642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61" y="5048945"/>
            <a:ext cx="5184576" cy="1809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3" y="188640"/>
            <a:ext cx="2916329" cy="4320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764704"/>
            <a:ext cx="5507829" cy="170795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2444370"/>
            <a:ext cx="7440867" cy="141667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3573016"/>
            <a:ext cx="5507831" cy="157555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5089619"/>
            <a:ext cx="8553025" cy="1363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99" y="1052736"/>
            <a:ext cx="4158655" cy="13999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75" y="2472021"/>
            <a:ext cx="3897879" cy="4529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76" y="3203905"/>
            <a:ext cx="1537195" cy="4117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509" y="3205826"/>
            <a:ext cx="5146851" cy="4391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33" y="476672"/>
            <a:ext cx="642799" cy="5945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609" y="503755"/>
            <a:ext cx="576064" cy="471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332656"/>
            <a:ext cx="1782531" cy="6754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196751"/>
            <a:ext cx="6129092" cy="70390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819997"/>
            <a:ext cx="2558082" cy="6008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988" y="2594916"/>
            <a:ext cx="3450837" cy="6180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4211" y="2612084"/>
            <a:ext cx="3176141" cy="5837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1447"/>
            <a:ext cx="7884367" cy="822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" y="1270000"/>
            <a:ext cx="857631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93" y="2547939"/>
            <a:ext cx="8747395" cy="139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08" y="3944201"/>
            <a:ext cx="8748464" cy="958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08" y="5013177"/>
            <a:ext cx="4669552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098159"/>
            <a:ext cx="7272808" cy="555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6660232" cy="123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01603"/>
            <a:ext cx="7744202" cy="1642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92" y="2492896"/>
            <a:ext cx="6654540" cy="1784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92" y="4252508"/>
            <a:ext cx="7653514" cy="899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58" y="5129225"/>
            <a:ext cx="7347770" cy="1274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7632848" cy="103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227978"/>
            <a:ext cx="3960439" cy="1483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362200"/>
            <a:ext cx="5851945" cy="1487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824132"/>
            <a:ext cx="8574318" cy="1440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5329413"/>
            <a:ext cx="5112568" cy="1496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0226"/>
            <a:ext cx="8388424" cy="138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75352"/>
            <a:ext cx="7452320" cy="421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93078"/>
            <a:ext cx="7310983" cy="10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66" y="3033714"/>
            <a:ext cx="6058058" cy="628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66" y="3675538"/>
            <a:ext cx="8215089" cy="1547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66" y="5373216"/>
            <a:ext cx="8567936" cy="774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5077"/>
            <a:ext cx="7272807" cy="517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72651"/>
            <a:ext cx="8557022" cy="158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39778"/>
            <a:ext cx="8557022" cy="1198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3284982"/>
            <a:ext cx="6165156" cy="1947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5157193"/>
            <a:ext cx="7128791" cy="539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5543550"/>
            <a:ext cx="4464495" cy="1100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12245"/>
            <a:ext cx="6776814" cy="1302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1" y="1185522"/>
            <a:ext cx="5984726" cy="15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1" y="2743051"/>
            <a:ext cx="7208300" cy="80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63" y="3429000"/>
            <a:ext cx="6565104" cy="1050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11" y="4479723"/>
            <a:ext cx="7563829" cy="1328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11" y="5767631"/>
            <a:ext cx="6427440" cy="109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84" y="152956"/>
            <a:ext cx="3829147" cy="1685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84" y="1806300"/>
            <a:ext cx="4561334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84" y="3390476"/>
            <a:ext cx="4276725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84" y="4571576"/>
            <a:ext cx="672465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5318"/>
            <a:ext cx="62865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54118"/>
            <a:ext cx="8892480" cy="630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2484152"/>
            <a:ext cx="8892480" cy="1290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759948"/>
            <a:ext cx="8874777" cy="1184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3" y="1556792"/>
            <a:ext cx="8964488" cy="2190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89" y="4256234"/>
            <a:ext cx="8935492" cy="87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4" y="116631"/>
            <a:ext cx="8854494" cy="2215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39" y="2924944"/>
            <a:ext cx="5996917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12114"/>
            <a:ext cx="8689704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6955973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72816"/>
            <a:ext cx="7236506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17162"/>
            <a:ext cx="8856984" cy="1195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23" y="1052736"/>
            <a:ext cx="8348754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5789852"/>
            <a:ext cx="7776865" cy="650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2"/>
            <a:ext cx="7907819" cy="4080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45014"/>
            <a:ext cx="7920880" cy="4667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333451"/>
            <a:ext cx="4536505" cy="2159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99" y="2492896"/>
            <a:ext cx="7624376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73" y="4267547"/>
            <a:ext cx="7186772" cy="1897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1268760"/>
            <a:ext cx="8964488" cy="1688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2957337"/>
            <a:ext cx="7606243" cy="139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82" y="4509120"/>
            <a:ext cx="8660599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7922492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54" y="2060847"/>
            <a:ext cx="8444880" cy="1512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751312"/>
            <a:ext cx="9052064" cy="147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84784"/>
            <a:ext cx="7856699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25" y="3021000"/>
            <a:ext cx="8706371" cy="930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NWEyMDJmM2I2ZmFiYjRkYzhhY2IxZDI1NzJkNTdmYz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5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6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7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8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演示</Application>
  <PresentationFormat>全屏显示(4:3)</PresentationFormat>
  <Paragraphs>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Arial</vt:lpstr>
      <vt:lpstr>宋体</vt:lpstr>
      <vt:lpstr>Wingdings</vt:lpstr>
      <vt:lpstr>Calibri</vt:lpstr>
      <vt:lpstr>Arial Black</vt:lpstr>
      <vt:lpstr>楷体_GB2312</vt:lpstr>
      <vt:lpstr>新宋体</vt:lpstr>
      <vt:lpstr>Times New Roman</vt:lpstr>
      <vt:lpstr>楷体_GB2312</vt:lpstr>
      <vt:lpstr>微软雅黑</vt:lpstr>
      <vt:lpstr>Arial Unicode MS</vt:lpstr>
      <vt:lpstr>Office 主题</vt:lpstr>
      <vt:lpstr>10_Pixel</vt:lpstr>
      <vt:lpstr>15_Pixel</vt:lpstr>
      <vt:lpstr>16_Pixel</vt:lpstr>
      <vt:lpstr>17_Pixel</vt:lpstr>
      <vt:lpstr>18_Pixel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hangg</cp:lastModifiedBy>
  <cp:revision>774</cp:revision>
  <dcterms:created xsi:type="dcterms:W3CDTF">2012-04-21T04:49:00Z</dcterms:created>
  <dcterms:modified xsi:type="dcterms:W3CDTF">2024-11-12T16:43:39Z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D211C9946AE54BF38D873D9050659CA3_12</vt:lpwstr>
  </property>
  <property fmtid="{D5CDD505-2E9C-101B-9397-08002B2CF9AE}" pid="3" name="KSOProductBuildVer">
    <vt:lpwstr>2052-12.1.0.18608</vt:lpwstr>
  </property>
</Properties>
</file>